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19.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973" r:id="rId1"/>
  </p:sldMasterIdLst>
  <p:notesMasterIdLst>
    <p:notesMasterId r:id="rId67"/>
  </p:notesMasterIdLst>
  <p:handoutMasterIdLst>
    <p:handoutMasterId r:id="rId68"/>
  </p:handoutMasterIdLst>
  <p:sldIdLst>
    <p:sldId id="256" r:id="rId2"/>
    <p:sldId id="437" r:id="rId3"/>
    <p:sldId id="287" r:id="rId4"/>
    <p:sldId id="310" r:id="rId5"/>
    <p:sldId id="288" r:id="rId6"/>
    <p:sldId id="290" r:id="rId7"/>
    <p:sldId id="483" r:id="rId8"/>
    <p:sldId id="484" r:id="rId9"/>
    <p:sldId id="480" r:id="rId10"/>
    <p:sldId id="481" r:id="rId11"/>
    <p:sldId id="485" r:id="rId12"/>
    <p:sldId id="486" r:id="rId13"/>
    <p:sldId id="257" r:id="rId14"/>
    <p:sldId id="488" r:id="rId15"/>
    <p:sldId id="496" r:id="rId16"/>
    <p:sldId id="497" r:id="rId17"/>
    <p:sldId id="264" r:id="rId18"/>
    <p:sldId id="490" r:id="rId19"/>
    <p:sldId id="491" r:id="rId20"/>
    <p:sldId id="512" r:id="rId21"/>
    <p:sldId id="513" r:id="rId22"/>
    <p:sldId id="514" r:id="rId23"/>
    <p:sldId id="515" r:id="rId24"/>
    <p:sldId id="516" r:id="rId25"/>
    <p:sldId id="517" r:id="rId26"/>
    <p:sldId id="492" r:id="rId27"/>
    <p:sldId id="493" r:id="rId28"/>
    <p:sldId id="494" r:id="rId29"/>
    <p:sldId id="495" r:id="rId30"/>
    <p:sldId id="489" r:id="rId31"/>
    <p:sldId id="521" r:id="rId32"/>
    <p:sldId id="520" r:id="rId33"/>
    <p:sldId id="518" r:id="rId34"/>
    <p:sldId id="511" r:id="rId35"/>
    <p:sldId id="457" r:id="rId36"/>
    <p:sldId id="525" r:id="rId37"/>
    <p:sldId id="524" r:id="rId38"/>
    <p:sldId id="523" r:id="rId39"/>
    <p:sldId id="522" r:id="rId40"/>
    <p:sldId id="526" r:id="rId41"/>
    <p:sldId id="527" r:id="rId42"/>
    <p:sldId id="501" r:id="rId43"/>
    <p:sldId id="528" r:id="rId44"/>
    <p:sldId id="529" r:id="rId45"/>
    <p:sldId id="530" r:id="rId46"/>
    <p:sldId id="531" r:id="rId47"/>
    <p:sldId id="532" r:id="rId48"/>
    <p:sldId id="476" r:id="rId49"/>
    <p:sldId id="533" r:id="rId50"/>
    <p:sldId id="477" r:id="rId51"/>
    <p:sldId id="534" r:id="rId52"/>
    <p:sldId id="535" r:id="rId53"/>
    <p:sldId id="536" r:id="rId54"/>
    <p:sldId id="537" r:id="rId55"/>
    <p:sldId id="502" r:id="rId56"/>
    <p:sldId id="506" r:id="rId57"/>
    <p:sldId id="509" r:id="rId58"/>
    <p:sldId id="510" r:id="rId59"/>
    <p:sldId id="503" r:id="rId60"/>
    <p:sldId id="504" r:id="rId61"/>
    <p:sldId id="505" r:id="rId62"/>
    <p:sldId id="499" r:id="rId63"/>
    <p:sldId id="500" r:id="rId64"/>
    <p:sldId id="498" r:id="rId65"/>
    <p:sldId id="312" r:id="rId66"/>
  </p:sldIdLst>
  <p:sldSz cx="12192000" cy="6858000"/>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USER" initials="U" lastIdx="1" clrIdx="0">
    <p:extLst>
      <p:ext uri="{19B8F6BF-5375-455C-9EA6-DF929625EA0E}">
        <p15:presenceInfo xmlns:p15="http://schemas.microsoft.com/office/powerpoint/2012/main" userId="US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64" autoAdjust="0"/>
    <p:restoredTop sz="94291" autoAdjust="0"/>
  </p:normalViewPr>
  <p:slideViewPr>
    <p:cSldViewPr snapToGrid="0">
      <p:cViewPr varScale="1">
        <p:scale>
          <a:sx n="92" d="100"/>
          <a:sy n="92" d="100"/>
        </p:scale>
        <p:origin x="258"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_rels/data11.xml.rels><?xml version="1.0" encoding="UTF-8" standalone="yes"?>
<Relationships xmlns="http://schemas.openxmlformats.org/package/2006/relationships"><Relationship Id="rId1" Type="http://schemas.openxmlformats.org/officeDocument/2006/relationships/image" Target="../media/image19.jpg"/></Relationships>
</file>

<file path=ppt/diagrams/_rels/data12.xml.rels><?xml version="1.0" encoding="UTF-8" standalone="yes"?>
<Relationships xmlns="http://schemas.openxmlformats.org/package/2006/relationships"><Relationship Id="rId1" Type="http://schemas.openxmlformats.org/officeDocument/2006/relationships/image" Target="../media/image20.jpg"/></Relationships>
</file>

<file path=ppt/diagrams/_rels/data13.xml.rels><?xml version="1.0" encoding="UTF-8" standalone="yes"?>
<Relationships xmlns="http://schemas.openxmlformats.org/package/2006/relationships"><Relationship Id="rId1" Type="http://schemas.openxmlformats.org/officeDocument/2006/relationships/image" Target="../media/image21.jpeg"/></Relationships>
</file>

<file path=ppt/diagrams/_rels/data14.xml.rels><?xml version="1.0" encoding="UTF-8" standalone="yes"?>
<Relationships xmlns="http://schemas.openxmlformats.org/package/2006/relationships"><Relationship Id="rId1" Type="http://schemas.openxmlformats.org/officeDocument/2006/relationships/image" Target="../media/image22.jpg"/></Relationships>
</file>

<file path=ppt/diagrams/_rels/data18.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hyperlink" Target="http://blogs.getty.edu/iris/making-a-book-about-artists-books/" TargetMode="External"/><Relationship Id="rId1" Type="http://schemas.openxmlformats.org/officeDocument/2006/relationships/image" Target="../media/image28.jpg"/><Relationship Id="rId4" Type="http://schemas.openxmlformats.org/officeDocument/2006/relationships/hyperlink" Target="https://www.blogs.hss.ed.ac.uk/pubs-and-publications/2016/10/17/preparing-for-your-literature-review/" TargetMode="Externa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5_3">
  <dgm:title val=""/>
  <dgm:desc val=""/>
  <dgm:catLst>
    <dgm:cat type="accent5" pri="11300"/>
  </dgm:catLst>
  <dgm:styleLbl name="node0">
    <dgm:fillClrLst meth="repeat">
      <a:schemeClr val="accent5">
        <a:shade val="80000"/>
      </a:schemeClr>
    </dgm:fillClrLst>
    <dgm:linClrLst meth="repeat">
      <a:schemeClr val="lt1"/>
    </dgm:linClrLst>
    <dgm:effectClrLst/>
    <dgm:txLinClrLst/>
    <dgm:txFillClrLst/>
    <dgm:txEffectClrLst/>
  </dgm:styleLbl>
  <dgm:styleLbl name="node1">
    <dgm:fillClrLst>
      <a:schemeClr val="accent5">
        <a:shade val="80000"/>
      </a:schemeClr>
      <a:schemeClr val="accent5">
        <a:tint val="70000"/>
      </a:schemeClr>
    </dgm:fillClrLst>
    <dgm:linClrLst meth="repeat">
      <a:schemeClr val="lt1"/>
    </dgm:linClrLst>
    <dgm:effectClrLst/>
    <dgm:txLinClrLst/>
    <dgm:txFillClrLst/>
    <dgm:txEffectClrLst/>
  </dgm:styleLbl>
  <dgm:styleLbl name="alignNode1">
    <dgm:fillClrLst>
      <a:schemeClr val="accent5">
        <a:shade val="80000"/>
      </a:schemeClr>
      <a:schemeClr val="accent5">
        <a:tint val="70000"/>
      </a:schemeClr>
    </dgm:fillClrLst>
    <dgm:linClrLst>
      <a:schemeClr val="accent5">
        <a:shade val="80000"/>
      </a:schemeClr>
      <a:schemeClr val="accent5">
        <a:tint val="70000"/>
      </a:schemeClr>
    </dgm:linClrLst>
    <dgm:effectClrLst/>
    <dgm:txLinClrLst/>
    <dgm:txFillClrLst/>
    <dgm:txEffectClrLst/>
  </dgm:styleLbl>
  <dgm:styleLbl name="lnNode1">
    <dgm:fillClrLst>
      <a:schemeClr val="accent5">
        <a:shade val="80000"/>
      </a:schemeClr>
      <a:schemeClr val="accent5">
        <a:tint val="7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tint val="70000"/>
        <a:alpha val="50000"/>
      </a:schemeClr>
    </dgm:fillClrLst>
    <dgm:linClrLst meth="repeat">
      <a:schemeClr val="lt1"/>
    </dgm:linClrLst>
    <dgm:effectClrLst/>
    <dgm:txLinClrLst/>
    <dgm:txFillClrLst/>
    <dgm:txEffectClrLst/>
  </dgm:styleLbl>
  <dgm:styleLbl name="node2">
    <dgm:fillClrLst>
      <a:schemeClr val="accent5">
        <a:tint val="99000"/>
      </a:schemeClr>
    </dgm:fillClrLst>
    <dgm:linClrLst meth="repeat">
      <a:schemeClr val="lt1"/>
    </dgm:linClrLst>
    <dgm:effectClrLst/>
    <dgm:txLinClrLst/>
    <dgm:txFillClrLst/>
    <dgm:txEffectClrLst/>
  </dgm:styleLbl>
  <dgm:styleLbl name="node3">
    <dgm:fillClrLst>
      <a:schemeClr val="accent5">
        <a:tint val="80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dgm:txEffectClrLst/>
  </dgm:styleLbl>
  <dgm:styleLbl name="f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b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sibTrans1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9000"/>
      </a:schemeClr>
    </dgm:fillClrLst>
    <dgm:linClrLst meth="repeat">
      <a:schemeClr val="lt1"/>
    </dgm:linClrLst>
    <dgm:effectClrLst/>
    <dgm:txLinClrLst/>
    <dgm:txFillClrLst/>
    <dgm:txEffectClrLst/>
  </dgm:styleLbl>
  <dgm:styleLbl name="asst3">
    <dgm:fillClrLst>
      <a:schemeClr val="accent5">
        <a:tint val="80000"/>
      </a:schemeClr>
    </dgm:fillClrLst>
    <dgm:linClrLst meth="repeat">
      <a:schemeClr val="lt1"/>
    </dgm:linClrLst>
    <dgm:effectClrLst/>
    <dgm:txLinClrLst/>
    <dgm:txFillClrLst/>
    <dgm:txEffectClrLst/>
  </dgm:styleLbl>
  <dgm:styleLbl name="asst4">
    <dgm:fillClrLst>
      <a:schemeClr val="accent5">
        <a:tint val="7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lt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9000"/>
      </a:schemeClr>
    </dgm:fillClrLst>
    <dgm:linClrLst meth="repeat">
      <a:schemeClr val="accent5">
        <a:tint val="99000"/>
      </a:schemeClr>
    </dgm:linClrLst>
    <dgm:effectClrLst/>
    <dgm:txLinClrLst/>
    <dgm:txFillClrLst meth="repeat">
      <a:schemeClr val="tx1"/>
    </dgm:txFillClrLst>
    <dgm:txEffectClrLst/>
  </dgm:styleLbl>
  <dgm:styleLbl name="parChTrans1D3">
    <dgm:fillClrLst meth="repeat">
      <a:schemeClr val="accent5">
        <a:tint val="80000"/>
      </a:schemeClr>
    </dgm:fillClrLst>
    <dgm:linClrLst meth="repeat">
      <a:schemeClr val="accent5">
        <a:tint val="80000"/>
      </a:schemeClr>
    </dgm:linClrLst>
    <dgm:effectClrLst/>
    <dgm:txLinClrLst/>
    <dgm:txFillClrLst meth="repeat">
      <a:schemeClr val="tx1"/>
    </dgm:txFillClrLst>
    <dgm:txEffectClrLst/>
  </dgm:styleLbl>
  <dgm:styleLbl name="parChTrans1D4">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7512E73-FFC2-4AE7-A2F8-A39A15537C01}"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MY"/>
        </a:p>
      </dgm:t>
    </dgm:pt>
    <dgm:pt modelId="{C8F62E88-FDA6-4361-B997-F6362FFB5107}">
      <dgm:prSet custT="1"/>
      <dgm:spPr/>
      <dgm:t>
        <a:bodyPr/>
        <a:lstStyle/>
        <a:p>
          <a:r>
            <a:rPr lang="ms-MY" sz="2000" b="1" dirty="0">
              <a:latin typeface="Tahoma" panose="020B0604030504040204" pitchFamily="34" charset="0"/>
              <a:ea typeface="Tahoma" panose="020B0604030504040204" pitchFamily="34" charset="0"/>
              <a:cs typeface="Tahoma" panose="020B0604030504040204" pitchFamily="34" charset="0"/>
            </a:rPr>
            <a:t>Tugas dan tanggungjawab bagi menyelia bahagian Pendaftaran Rahsia hendaklah diberikan kepada seorang pegawai awam yang berjawatan tetap yang dinamakan sebagai Pendaftar Rahsia.</a:t>
          </a:r>
        </a:p>
      </dgm:t>
    </dgm:pt>
    <dgm:pt modelId="{C2F5DFBE-2724-4588-9C4F-51A833C2D606}" type="parTrans" cxnId="{E958639F-BB27-453A-8879-5152DBBD67C9}">
      <dgm:prSet/>
      <dgm:spPr/>
      <dgm:t>
        <a:bodyPr/>
        <a:lstStyle/>
        <a:p>
          <a:endParaRPr lang="en-MY"/>
        </a:p>
      </dgm:t>
    </dgm:pt>
    <dgm:pt modelId="{412DE1B7-6C5E-4FB6-807D-2B68D595BB31}" type="sibTrans" cxnId="{E958639F-BB27-453A-8879-5152DBBD67C9}">
      <dgm:prSet/>
      <dgm:spPr/>
      <dgm:t>
        <a:bodyPr/>
        <a:lstStyle/>
        <a:p>
          <a:endParaRPr lang="en-MY"/>
        </a:p>
      </dgm:t>
    </dgm:pt>
    <dgm:pt modelId="{FE4B1D72-24C8-40C3-A343-8AB9AC538386}">
      <dgm:prSet custT="1"/>
      <dgm:spPr/>
      <dgm:t>
        <a:bodyPr/>
        <a:lstStyle/>
        <a:p>
          <a:r>
            <a:rPr lang="ms-MY" sz="2000" b="1" dirty="0">
              <a:latin typeface="Tahoma" panose="020B0604030504040204" pitchFamily="34" charset="0"/>
              <a:ea typeface="Tahoma" panose="020B0604030504040204" pitchFamily="34" charset="0"/>
              <a:cs typeface="Tahoma" panose="020B0604030504040204" pitchFamily="34" charset="0"/>
            </a:rPr>
            <a:t>Tugas dan tanggungjawab Pendaftar Rahsia tersebut hendaklah termasuk</a:t>
          </a:r>
          <a:r>
            <a:rPr lang="ms-MY" sz="2000" dirty="0">
              <a:latin typeface="Tahoma" panose="020B0604030504040204" pitchFamily="34" charset="0"/>
              <a:ea typeface="Tahoma" panose="020B0604030504040204" pitchFamily="34" charset="0"/>
              <a:cs typeface="Tahoma" panose="020B0604030504040204" pitchFamily="34" charset="0"/>
            </a:rPr>
            <a:t>:</a:t>
          </a:r>
        </a:p>
      </dgm:t>
    </dgm:pt>
    <dgm:pt modelId="{9B0EB4CB-C471-4D25-9A3F-F584237DFD05}" type="parTrans" cxnId="{CCFA1180-DE4C-4802-AEA8-31C6DCAD5E02}">
      <dgm:prSet/>
      <dgm:spPr/>
      <dgm:t>
        <a:bodyPr/>
        <a:lstStyle/>
        <a:p>
          <a:endParaRPr lang="en-MY"/>
        </a:p>
      </dgm:t>
    </dgm:pt>
    <dgm:pt modelId="{C099C6DC-717F-43BC-8BC8-18DDF3D5AE47}" type="sibTrans" cxnId="{CCFA1180-DE4C-4802-AEA8-31C6DCAD5E02}">
      <dgm:prSet/>
      <dgm:spPr/>
      <dgm:t>
        <a:bodyPr/>
        <a:lstStyle/>
        <a:p>
          <a:endParaRPr lang="en-MY"/>
        </a:p>
      </dgm:t>
    </dgm:pt>
    <dgm:pt modelId="{5E8BA770-BAF8-461D-8322-98C95B1CCCFC}" type="pres">
      <dgm:prSet presAssocID="{47512E73-FFC2-4AE7-A2F8-A39A15537C01}" presName="linear" presStyleCnt="0">
        <dgm:presLayoutVars>
          <dgm:dir/>
          <dgm:animLvl val="lvl"/>
          <dgm:resizeHandles val="exact"/>
        </dgm:presLayoutVars>
      </dgm:prSet>
      <dgm:spPr/>
      <dgm:t>
        <a:bodyPr/>
        <a:lstStyle/>
        <a:p>
          <a:endParaRPr lang="en-MY"/>
        </a:p>
      </dgm:t>
    </dgm:pt>
    <dgm:pt modelId="{B6A5047F-ED88-4C44-9839-C849CB3F4862}" type="pres">
      <dgm:prSet presAssocID="{C8F62E88-FDA6-4361-B997-F6362FFB5107}" presName="parentLin" presStyleCnt="0"/>
      <dgm:spPr/>
    </dgm:pt>
    <dgm:pt modelId="{E21781D6-4BDF-4B76-90CC-C4EE8B3453A0}" type="pres">
      <dgm:prSet presAssocID="{C8F62E88-FDA6-4361-B997-F6362FFB5107}" presName="parentLeftMargin" presStyleLbl="node1" presStyleIdx="0" presStyleCnt="2"/>
      <dgm:spPr/>
      <dgm:t>
        <a:bodyPr/>
        <a:lstStyle/>
        <a:p>
          <a:endParaRPr lang="en-MY"/>
        </a:p>
      </dgm:t>
    </dgm:pt>
    <dgm:pt modelId="{14BC6577-CE2C-4B41-A53B-0DDA39EC192E}" type="pres">
      <dgm:prSet presAssocID="{C8F62E88-FDA6-4361-B997-F6362FFB5107}" presName="parentText" presStyleLbl="node1" presStyleIdx="0" presStyleCnt="2" custScaleX="142997" custScaleY="56407" custLinFactNeighborX="-12646" custLinFactNeighborY="-47150">
        <dgm:presLayoutVars>
          <dgm:chMax val="0"/>
          <dgm:bulletEnabled val="1"/>
        </dgm:presLayoutVars>
      </dgm:prSet>
      <dgm:spPr/>
      <dgm:t>
        <a:bodyPr/>
        <a:lstStyle/>
        <a:p>
          <a:endParaRPr lang="en-MY"/>
        </a:p>
      </dgm:t>
    </dgm:pt>
    <dgm:pt modelId="{E38C9DB0-DC5B-48D9-BD10-545B6462BC8F}" type="pres">
      <dgm:prSet presAssocID="{C8F62E88-FDA6-4361-B997-F6362FFB5107}" presName="negativeSpace" presStyleCnt="0"/>
      <dgm:spPr/>
    </dgm:pt>
    <dgm:pt modelId="{9B5B1510-CDD8-4F72-B4E9-FE4DF0DFAECC}" type="pres">
      <dgm:prSet presAssocID="{C8F62E88-FDA6-4361-B997-F6362FFB5107}" presName="childText" presStyleLbl="conFgAcc1" presStyleIdx="0" presStyleCnt="2" custScaleY="45573" custLinFactY="-19747" custLinFactNeighborY="-100000">
        <dgm:presLayoutVars>
          <dgm:bulletEnabled val="1"/>
        </dgm:presLayoutVars>
      </dgm:prSet>
      <dgm:spPr/>
    </dgm:pt>
    <dgm:pt modelId="{8570CB79-8D23-4F11-8C5D-F1442B866334}" type="pres">
      <dgm:prSet presAssocID="{412DE1B7-6C5E-4FB6-807D-2B68D595BB31}" presName="spaceBetweenRectangles" presStyleCnt="0"/>
      <dgm:spPr/>
    </dgm:pt>
    <dgm:pt modelId="{F967FDF3-16A7-488A-A957-BFED9AF8F2BF}" type="pres">
      <dgm:prSet presAssocID="{FE4B1D72-24C8-40C3-A343-8AB9AC538386}" presName="parentLin" presStyleCnt="0"/>
      <dgm:spPr/>
    </dgm:pt>
    <dgm:pt modelId="{BE8188A9-48F1-4B2A-9858-0F06933ED766}" type="pres">
      <dgm:prSet presAssocID="{FE4B1D72-24C8-40C3-A343-8AB9AC538386}" presName="parentLeftMargin" presStyleLbl="node1" presStyleIdx="0" presStyleCnt="2"/>
      <dgm:spPr/>
      <dgm:t>
        <a:bodyPr/>
        <a:lstStyle/>
        <a:p>
          <a:endParaRPr lang="en-MY"/>
        </a:p>
      </dgm:t>
    </dgm:pt>
    <dgm:pt modelId="{31845F97-E58D-475D-9E16-6EE52F604951}" type="pres">
      <dgm:prSet presAssocID="{FE4B1D72-24C8-40C3-A343-8AB9AC538386}" presName="parentText" presStyleLbl="node1" presStyleIdx="1" presStyleCnt="2" custScaleX="142857" custScaleY="45793" custLinFactNeighborX="-12426" custLinFactNeighborY="-59085">
        <dgm:presLayoutVars>
          <dgm:chMax val="0"/>
          <dgm:bulletEnabled val="1"/>
        </dgm:presLayoutVars>
      </dgm:prSet>
      <dgm:spPr/>
      <dgm:t>
        <a:bodyPr/>
        <a:lstStyle/>
        <a:p>
          <a:endParaRPr lang="en-MY"/>
        </a:p>
      </dgm:t>
    </dgm:pt>
    <dgm:pt modelId="{5F3CCD8D-C5E8-459B-8822-73C578ECADF8}" type="pres">
      <dgm:prSet presAssocID="{FE4B1D72-24C8-40C3-A343-8AB9AC538386}" presName="negativeSpace" presStyleCnt="0"/>
      <dgm:spPr/>
    </dgm:pt>
    <dgm:pt modelId="{BADA3C14-515B-46E3-BD29-C249F10D6599}" type="pres">
      <dgm:prSet presAssocID="{FE4B1D72-24C8-40C3-A343-8AB9AC538386}" presName="childText" presStyleLbl="conFgAcc1" presStyleIdx="1" presStyleCnt="2" custScaleY="18269" custLinFactNeighborY="-87931">
        <dgm:presLayoutVars>
          <dgm:bulletEnabled val="1"/>
        </dgm:presLayoutVars>
      </dgm:prSet>
      <dgm:spPr/>
    </dgm:pt>
  </dgm:ptLst>
  <dgm:cxnLst>
    <dgm:cxn modelId="{F5030A8C-F0E8-42D4-A46C-95ACE04EA8D0}" type="presOf" srcId="{FE4B1D72-24C8-40C3-A343-8AB9AC538386}" destId="{BE8188A9-48F1-4B2A-9858-0F06933ED766}" srcOrd="0" destOrd="0" presId="urn:microsoft.com/office/officeart/2005/8/layout/list1"/>
    <dgm:cxn modelId="{CCFA1180-DE4C-4802-AEA8-31C6DCAD5E02}" srcId="{47512E73-FFC2-4AE7-A2F8-A39A15537C01}" destId="{FE4B1D72-24C8-40C3-A343-8AB9AC538386}" srcOrd="1" destOrd="0" parTransId="{9B0EB4CB-C471-4D25-9A3F-F584237DFD05}" sibTransId="{C099C6DC-717F-43BC-8BC8-18DDF3D5AE47}"/>
    <dgm:cxn modelId="{D52C5B11-DC71-4083-9E93-DF1E89ACD93F}" type="presOf" srcId="{C8F62E88-FDA6-4361-B997-F6362FFB5107}" destId="{14BC6577-CE2C-4B41-A53B-0DDA39EC192E}" srcOrd="1" destOrd="0" presId="urn:microsoft.com/office/officeart/2005/8/layout/list1"/>
    <dgm:cxn modelId="{6DA21ADB-0966-4A32-8AE1-ACEE7D8ED52B}" type="presOf" srcId="{C8F62E88-FDA6-4361-B997-F6362FFB5107}" destId="{E21781D6-4BDF-4B76-90CC-C4EE8B3453A0}" srcOrd="0" destOrd="0" presId="urn:microsoft.com/office/officeart/2005/8/layout/list1"/>
    <dgm:cxn modelId="{755BDAF2-8D7E-4D7A-A745-176640AD08C6}" type="presOf" srcId="{47512E73-FFC2-4AE7-A2F8-A39A15537C01}" destId="{5E8BA770-BAF8-461D-8322-98C95B1CCCFC}" srcOrd="0" destOrd="0" presId="urn:microsoft.com/office/officeart/2005/8/layout/list1"/>
    <dgm:cxn modelId="{235B1AE3-E54D-4D55-8AE5-F13EEF7F92E4}" type="presOf" srcId="{FE4B1D72-24C8-40C3-A343-8AB9AC538386}" destId="{31845F97-E58D-475D-9E16-6EE52F604951}" srcOrd="1" destOrd="0" presId="urn:microsoft.com/office/officeart/2005/8/layout/list1"/>
    <dgm:cxn modelId="{E958639F-BB27-453A-8879-5152DBBD67C9}" srcId="{47512E73-FFC2-4AE7-A2F8-A39A15537C01}" destId="{C8F62E88-FDA6-4361-B997-F6362FFB5107}" srcOrd="0" destOrd="0" parTransId="{C2F5DFBE-2724-4588-9C4F-51A833C2D606}" sibTransId="{412DE1B7-6C5E-4FB6-807D-2B68D595BB31}"/>
    <dgm:cxn modelId="{82EA482A-68BA-4720-8346-0AA013065972}" type="presParOf" srcId="{5E8BA770-BAF8-461D-8322-98C95B1CCCFC}" destId="{B6A5047F-ED88-4C44-9839-C849CB3F4862}" srcOrd="0" destOrd="0" presId="urn:microsoft.com/office/officeart/2005/8/layout/list1"/>
    <dgm:cxn modelId="{57BBBEE2-5296-4493-A878-FE5F166583CC}" type="presParOf" srcId="{B6A5047F-ED88-4C44-9839-C849CB3F4862}" destId="{E21781D6-4BDF-4B76-90CC-C4EE8B3453A0}" srcOrd="0" destOrd="0" presId="urn:microsoft.com/office/officeart/2005/8/layout/list1"/>
    <dgm:cxn modelId="{D2FB3FC7-A5F1-4B2F-9D28-2A628009EDDE}" type="presParOf" srcId="{B6A5047F-ED88-4C44-9839-C849CB3F4862}" destId="{14BC6577-CE2C-4B41-A53B-0DDA39EC192E}" srcOrd="1" destOrd="0" presId="urn:microsoft.com/office/officeart/2005/8/layout/list1"/>
    <dgm:cxn modelId="{A0224972-8D66-4807-B94E-97837E78EFAD}" type="presParOf" srcId="{5E8BA770-BAF8-461D-8322-98C95B1CCCFC}" destId="{E38C9DB0-DC5B-48D9-BD10-545B6462BC8F}" srcOrd="1" destOrd="0" presId="urn:microsoft.com/office/officeart/2005/8/layout/list1"/>
    <dgm:cxn modelId="{82D1D0DA-8E50-4898-9807-7982FE6A3737}" type="presParOf" srcId="{5E8BA770-BAF8-461D-8322-98C95B1CCCFC}" destId="{9B5B1510-CDD8-4F72-B4E9-FE4DF0DFAECC}" srcOrd="2" destOrd="0" presId="urn:microsoft.com/office/officeart/2005/8/layout/list1"/>
    <dgm:cxn modelId="{03C86AB4-AFD9-412F-B8C9-F590D3CEC868}" type="presParOf" srcId="{5E8BA770-BAF8-461D-8322-98C95B1CCCFC}" destId="{8570CB79-8D23-4F11-8C5D-F1442B866334}" srcOrd="3" destOrd="0" presId="urn:microsoft.com/office/officeart/2005/8/layout/list1"/>
    <dgm:cxn modelId="{DBF45376-BD90-40F9-912A-466317650AAC}" type="presParOf" srcId="{5E8BA770-BAF8-461D-8322-98C95B1CCCFC}" destId="{F967FDF3-16A7-488A-A957-BFED9AF8F2BF}" srcOrd="4" destOrd="0" presId="urn:microsoft.com/office/officeart/2005/8/layout/list1"/>
    <dgm:cxn modelId="{AAB0C4D7-1E98-4069-B3E9-3C2A997573D1}" type="presParOf" srcId="{F967FDF3-16A7-488A-A957-BFED9AF8F2BF}" destId="{BE8188A9-48F1-4B2A-9858-0F06933ED766}" srcOrd="0" destOrd="0" presId="urn:microsoft.com/office/officeart/2005/8/layout/list1"/>
    <dgm:cxn modelId="{CDEC5A6E-CA09-4067-9B14-A112544CCB52}" type="presParOf" srcId="{F967FDF3-16A7-488A-A957-BFED9AF8F2BF}" destId="{31845F97-E58D-475D-9E16-6EE52F604951}" srcOrd="1" destOrd="0" presId="urn:microsoft.com/office/officeart/2005/8/layout/list1"/>
    <dgm:cxn modelId="{7E7237E3-8F5A-42F8-8E39-1D2E05DA786E}" type="presParOf" srcId="{5E8BA770-BAF8-461D-8322-98C95B1CCCFC}" destId="{5F3CCD8D-C5E8-459B-8822-73C578ECADF8}" srcOrd="5" destOrd="0" presId="urn:microsoft.com/office/officeart/2005/8/layout/list1"/>
    <dgm:cxn modelId="{4217B89D-10EC-4F82-89DB-585B1DDA2911}" type="presParOf" srcId="{5E8BA770-BAF8-461D-8322-98C95B1CCCFC}" destId="{BADA3C14-515B-46E3-BD29-C249F10D6599}"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02B7A6E-AE3E-457E-A83F-203942195319}" type="doc">
      <dgm:prSet loTypeId="urn:microsoft.com/office/officeart/2008/layout/VerticalAccentList" loCatId="list" qsTypeId="urn:microsoft.com/office/officeart/2005/8/quickstyle/simple1" qsCatId="simple" csTypeId="urn:microsoft.com/office/officeart/2005/8/colors/accent1_2" csCatId="accent1" phldr="1"/>
      <dgm:spPr/>
      <dgm:t>
        <a:bodyPr/>
        <a:lstStyle/>
        <a:p>
          <a:endParaRPr lang="en-MY"/>
        </a:p>
      </dgm:t>
    </dgm:pt>
    <dgm:pt modelId="{367415A2-0B5C-4487-A478-9D3D343EB47A}">
      <dgm:prSet phldrT="[Text]"/>
      <dgm:spPr/>
      <dgm:t>
        <a:bodyPr/>
        <a:lstStyle/>
        <a:p>
          <a:r>
            <a:rPr lang="ms-MY" b="1" dirty="0">
              <a:latin typeface="Tahoma" panose="020B0604030504040204" pitchFamily="34" charset="0"/>
              <a:ea typeface="Tahoma" panose="020B0604030504040204" pitchFamily="34" charset="0"/>
              <a:cs typeface="Tahoma" panose="020B0604030504040204" pitchFamily="34" charset="0"/>
            </a:rPr>
            <a:t>Menyimpan dan mengemas kini </a:t>
          </a:r>
          <a:r>
            <a:rPr lang="ms-MY" dirty="0">
              <a:latin typeface="Tahoma" panose="020B0604030504040204" pitchFamily="34" charset="0"/>
              <a:ea typeface="Tahoma" panose="020B0604030504040204" pitchFamily="34" charset="0"/>
              <a:cs typeface="Tahoma" panose="020B0604030504040204" pitchFamily="34" charset="0"/>
            </a:rPr>
            <a:t>satu rekod yang diperingkatkan tidak rendah daripada </a:t>
          </a:r>
          <a:r>
            <a:rPr lang="ms-MY" b="1" dirty="0">
              <a:latin typeface="Tahoma" panose="020B0604030504040204" pitchFamily="34" charset="0"/>
              <a:ea typeface="Tahoma" panose="020B0604030504040204" pitchFamily="34" charset="0"/>
              <a:cs typeface="Tahoma" panose="020B0604030504040204" pitchFamily="34" charset="0"/>
            </a:rPr>
            <a:t>Sulit</a:t>
          </a:r>
          <a:r>
            <a:rPr lang="ms-MY" dirty="0">
              <a:latin typeface="Tahoma" panose="020B0604030504040204" pitchFamily="34" charset="0"/>
              <a:ea typeface="Tahoma" panose="020B0604030504040204" pitchFamily="34" charset="0"/>
              <a:cs typeface="Tahoma" panose="020B0604030504040204" pitchFamily="34" charset="0"/>
            </a:rPr>
            <a:t>;</a:t>
          </a:r>
          <a:endParaRPr lang="en-MY" dirty="0"/>
        </a:p>
      </dgm:t>
    </dgm:pt>
    <dgm:pt modelId="{209DBD0F-180E-4863-B55E-E91968C6E677}" type="parTrans" cxnId="{08DD4DFC-627B-47DE-B25B-3B603EE95D62}">
      <dgm:prSet/>
      <dgm:spPr/>
      <dgm:t>
        <a:bodyPr/>
        <a:lstStyle/>
        <a:p>
          <a:endParaRPr lang="en-MY"/>
        </a:p>
      </dgm:t>
    </dgm:pt>
    <dgm:pt modelId="{1DDA6DC0-9746-41F3-A418-84D66E48ED77}" type="sibTrans" cxnId="{08DD4DFC-627B-47DE-B25B-3B603EE95D62}">
      <dgm:prSet/>
      <dgm:spPr/>
      <dgm:t>
        <a:bodyPr/>
        <a:lstStyle/>
        <a:p>
          <a:endParaRPr lang="en-MY"/>
        </a:p>
      </dgm:t>
    </dgm:pt>
    <dgm:pt modelId="{C319526C-F39D-4E48-BF06-C3A4DECF8765}">
      <dgm:prSet phldrT="[Text]"/>
      <dgm:spPr/>
      <dgm:t>
        <a:bodyPr/>
        <a:lstStyle/>
        <a:p>
          <a:r>
            <a:rPr lang="ms-MY" b="1" dirty="0">
              <a:latin typeface="Tahoma" panose="020B0604030504040204" pitchFamily="34" charset="0"/>
              <a:ea typeface="Tahoma" panose="020B0604030504040204" pitchFamily="34" charset="0"/>
              <a:cs typeface="Tahoma" panose="020B0604030504040204" pitchFamily="34" charset="0"/>
            </a:rPr>
            <a:t>Menerima dan memproses rahsia rasmi serta mengedarkannya kepada semua pegawai yang berkenaan mengikut arahan-arahan Jabatan</a:t>
          </a:r>
          <a:r>
            <a:rPr lang="ms-MY" dirty="0">
              <a:latin typeface="Tahoma" panose="020B0604030504040204" pitchFamily="34" charset="0"/>
              <a:ea typeface="Tahoma" panose="020B0604030504040204" pitchFamily="34" charset="0"/>
              <a:cs typeface="Tahoma" panose="020B0604030504040204" pitchFamily="34" charset="0"/>
            </a:rPr>
            <a:t>. </a:t>
          </a:r>
          <a:endParaRPr lang="en-MY" dirty="0"/>
        </a:p>
      </dgm:t>
    </dgm:pt>
    <dgm:pt modelId="{E8BA8CF8-C319-42D4-B06A-372D3B9D13BD}" type="parTrans" cxnId="{D0336E9E-1173-45C7-A35F-861B9C2DFAAE}">
      <dgm:prSet/>
      <dgm:spPr/>
      <dgm:t>
        <a:bodyPr/>
        <a:lstStyle/>
        <a:p>
          <a:endParaRPr lang="en-MY"/>
        </a:p>
      </dgm:t>
    </dgm:pt>
    <dgm:pt modelId="{2A588B74-8A1A-46A3-821A-259C02D7AC85}" type="sibTrans" cxnId="{D0336E9E-1173-45C7-A35F-861B9C2DFAAE}">
      <dgm:prSet/>
      <dgm:spPr/>
      <dgm:t>
        <a:bodyPr/>
        <a:lstStyle/>
        <a:p>
          <a:endParaRPr lang="en-MY"/>
        </a:p>
      </dgm:t>
    </dgm:pt>
    <dgm:pt modelId="{F7A2EE47-ED86-4815-BFC2-2026D00617C0}">
      <dgm:prSet phldrT="[Text]"/>
      <dgm:spPr/>
      <dgm:t>
        <a:bodyPr/>
        <a:lstStyle/>
        <a:p>
          <a:r>
            <a:rPr lang="ms-MY" dirty="0">
              <a:latin typeface="Tahoma" panose="020B0604030504040204" pitchFamily="34" charset="0"/>
              <a:ea typeface="Tahoma" panose="020B0604030504040204" pitchFamily="34" charset="0"/>
              <a:cs typeface="Tahoma" panose="020B0604030504040204" pitchFamily="34" charset="0"/>
            </a:rPr>
            <a:t>Sampul-sampul surat yang bertulis </a:t>
          </a:r>
          <a:r>
            <a:rPr lang="ms-MY" b="1" dirty="0">
              <a:latin typeface="Tahoma" panose="020B0604030504040204" pitchFamily="34" charset="0"/>
              <a:ea typeface="Tahoma" panose="020B0604030504040204" pitchFamily="34" charset="0"/>
              <a:cs typeface="Tahoma" panose="020B0604030504040204" pitchFamily="34" charset="0"/>
            </a:rPr>
            <a:t>Persendirian</a:t>
          </a:r>
          <a:r>
            <a:rPr lang="ms-MY" dirty="0">
              <a:latin typeface="Tahoma" panose="020B0604030504040204" pitchFamily="34" charset="0"/>
              <a:ea typeface="Tahoma" panose="020B0604030504040204" pitchFamily="34" charset="0"/>
              <a:cs typeface="Tahoma" panose="020B0604030504040204" pitchFamily="34" charset="0"/>
            </a:rPr>
            <a:t> mestilah dihantar dengan tidak dibuka kepada pegawai yang dialamatkan. </a:t>
          </a:r>
          <a:endParaRPr lang="en-MY" dirty="0"/>
        </a:p>
      </dgm:t>
    </dgm:pt>
    <dgm:pt modelId="{AE46DA41-CBD9-4A31-A641-19135952F2C0}" type="parTrans" cxnId="{EE721B04-25C9-4654-909B-C2362A4F0517}">
      <dgm:prSet/>
      <dgm:spPr/>
      <dgm:t>
        <a:bodyPr/>
        <a:lstStyle/>
        <a:p>
          <a:endParaRPr lang="en-MY"/>
        </a:p>
      </dgm:t>
    </dgm:pt>
    <dgm:pt modelId="{ACDCCBAE-F933-43ED-B574-568F90A59DF8}" type="sibTrans" cxnId="{EE721B04-25C9-4654-909B-C2362A4F0517}">
      <dgm:prSet/>
      <dgm:spPr/>
      <dgm:t>
        <a:bodyPr/>
        <a:lstStyle/>
        <a:p>
          <a:endParaRPr lang="en-MY"/>
        </a:p>
      </dgm:t>
    </dgm:pt>
    <dgm:pt modelId="{C498D794-4AA0-45C6-AD75-92039B9FD23A}">
      <dgm:prSet phldrT="[Text]"/>
      <dgm:spPr/>
      <dgm:t>
        <a:bodyPr/>
        <a:lstStyle/>
        <a:p>
          <a:r>
            <a:rPr lang="ms-MY" dirty="0">
              <a:latin typeface="Tahoma" panose="020B0604030504040204" pitchFamily="34" charset="0"/>
              <a:ea typeface="Tahoma" panose="020B0604030504040204" pitchFamily="34" charset="0"/>
              <a:cs typeface="Tahoma" panose="020B0604030504040204" pitchFamily="34" charset="0"/>
            </a:rPr>
            <a:t>Surat yang dialamatkan dengan nama penerima hanya boleh dibuka oleh penama itu sahaja</a:t>
          </a:r>
          <a:endParaRPr lang="en-MY" dirty="0"/>
        </a:p>
      </dgm:t>
    </dgm:pt>
    <dgm:pt modelId="{8DF3A959-FB33-4628-88B2-4FEDB9534BB5}" type="parTrans" cxnId="{FF97111C-232F-4EEA-93B8-6578846348A4}">
      <dgm:prSet/>
      <dgm:spPr/>
      <dgm:t>
        <a:bodyPr/>
        <a:lstStyle/>
        <a:p>
          <a:endParaRPr lang="en-MY"/>
        </a:p>
      </dgm:t>
    </dgm:pt>
    <dgm:pt modelId="{D820B6EA-6CC1-47B6-AC52-B987FB745DA9}" type="sibTrans" cxnId="{FF97111C-232F-4EEA-93B8-6578846348A4}">
      <dgm:prSet/>
      <dgm:spPr/>
      <dgm:t>
        <a:bodyPr/>
        <a:lstStyle/>
        <a:p>
          <a:endParaRPr lang="en-MY"/>
        </a:p>
      </dgm:t>
    </dgm:pt>
    <dgm:pt modelId="{0E02A829-5B7A-45D4-887E-B581B4504B79}">
      <dgm:prSet phldrT="[Text]"/>
      <dgm:spPr/>
      <dgm:t>
        <a:bodyPr/>
        <a:lstStyle/>
        <a:p>
          <a:r>
            <a:rPr lang="ms-MY" dirty="0">
              <a:latin typeface="Tahoma" panose="020B0604030504040204" pitchFamily="34" charset="0"/>
              <a:ea typeface="Tahoma" panose="020B0604030504040204" pitchFamily="34" charset="0"/>
              <a:cs typeface="Tahoma" panose="020B0604030504040204" pitchFamily="34" charset="0"/>
            </a:rPr>
            <a:t>Surat yang dialamatkan dengan nama sesuatu jawatan Kerajaan hanya boleh dibuka oleh penjawat jawatan itu atau penggantinya atau Ketua Jabatannya;</a:t>
          </a:r>
          <a:endParaRPr lang="en-MY" dirty="0"/>
        </a:p>
      </dgm:t>
    </dgm:pt>
    <dgm:pt modelId="{4DC84C10-E3DB-4FAE-B48F-6E1F91EC810C}" type="parTrans" cxnId="{2D272F24-2676-4253-9034-71BF9DC0E2E3}">
      <dgm:prSet/>
      <dgm:spPr/>
      <dgm:t>
        <a:bodyPr/>
        <a:lstStyle/>
        <a:p>
          <a:endParaRPr lang="en-MY"/>
        </a:p>
      </dgm:t>
    </dgm:pt>
    <dgm:pt modelId="{31CFCE4E-CEEC-46B8-9B7A-DEF947A955B4}" type="sibTrans" cxnId="{2D272F24-2676-4253-9034-71BF9DC0E2E3}">
      <dgm:prSet/>
      <dgm:spPr/>
      <dgm:t>
        <a:bodyPr/>
        <a:lstStyle/>
        <a:p>
          <a:endParaRPr lang="en-MY"/>
        </a:p>
      </dgm:t>
    </dgm:pt>
    <dgm:pt modelId="{E9A94C81-1A2E-4827-A652-30DEDD93D1C9}" type="pres">
      <dgm:prSet presAssocID="{F02B7A6E-AE3E-457E-A83F-203942195319}" presName="Name0" presStyleCnt="0">
        <dgm:presLayoutVars>
          <dgm:chMax/>
          <dgm:chPref/>
          <dgm:dir/>
        </dgm:presLayoutVars>
      </dgm:prSet>
      <dgm:spPr/>
      <dgm:t>
        <a:bodyPr/>
        <a:lstStyle/>
        <a:p>
          <a:endParaRPr lang="en-MY"/>
        </a:p>
      </dgm:t>
    </dgm:pt>
    <dgm:pt modelId="{6FEF48DC-5F5D-461D-B99D-A90D410A33D3}" type="pres">
      <dgm:prSet presAssocID="{367415A2-0B5C-4487-A478-9D3D343EB47A}" presName="parenttextcomposite" presStyleCnt="0"/>
      <dgm:spPr/>
    </dgm:pt>
    <dgm:pt modelId="{11075BBC-D43D-486C-9F76-B28DD28DE44F}" type="pres">
      <dgm:prSet presAssocID="{367415A2-0B5C-4487-A478-9D3D343EB47A}" presName="parenttext" presStyleLbl="revTx" presStyleIdx="0" presStyleCnt="5" custLinFactNeighborX="167" custLinFactNeighborY="38889">
        <dgm:presLayoutVars>
          <dgm:chMax/>
          <dgm:chPref val="2"/>
          <dgm:bulletEnabled val="1"/>
        </dgm:presLayoutVars>
      </dgm:prSet>
      <dgm:spPr/>
      <dgm:t>
        <a:bodyPr/>
        <a:lstStyle/>
        <a:p>
          <a:endParaRPr lang="en-MY"/>
        </a:p>
      </dgm:t>
    </dgm:pt>
    <dgm:pt modelId="{8CE7B92C-D53A-4AFC-B7DD-184606474A6C}" type="pres">
      <dgm:prSet presAssocID="{367415A2-0B5C-4487-A478-9D3D343EB47A}" presName="parallelogramComposite" presStyleCnt="0"/>
      <dgm:spPr/>
    </dgm:pt>
    <dgm:pt modelId="{19C82ABE-AB54-433E-A760-AE2B80F56FFB}" type="pres">
      <dgm:prSet presAssocID="{367415A2-0B5C-4487-A478-9D3D343EB47A}" presName="parallelogram1" presStyleLbl="alignNode1" presStyleIdx="0" presStyleCnt="35" custLinFactY="-100000" custLinFactNeighborX="1359" custLinFactNeighborY="-194881"/>
      <dgm:spPr/>
    </dgm:pt>
    <dgm:pt modelId="{E1A36D9A-7EA6-4245-B3D1-4026F3817F21}" type="pres">
      <dgm:prSet presAssocID="{367415A2-0B5C-4487-A478-9D3D343EB47A}" presName="parallelogram2" presStyleLbl="alignNode1" presStyleIdx="1" presStyleCnt="35" custLinFactY="-100000" custLinFactNeighborX="1359" custLinFactNeighborY="-194881"/>
      <dgm:spPr/>
    </dgm:pt>
    <dgm:pt modelId="{E041B3BB-74F9-4160-A382-1E69B91E7016}" type="pres">
      <dgm:prSet presAssocID="{367415A2-0B5C-4487-A478-9D3D343EB47A}" presName="parallelogram3" presStyleLbl="alignNode1" presStyleIdx="2" presStyleCnt="35" custLinFactY="-100000" custLinFactNeighborX="9511" custLinFactNeighborY="-194881"/>
      <dgm:spPr/>
    </dgm:pt>
    <dgm:pt modelId="{C2444598-40D2-4680-A3EA-C43B5F771291}" type="pres">
      <dgm:prSet presAssocID="{367415A2-0B5C-4487-A478-9D3D343EB47A}" presName="parallelogram4" presStyleLbl="alignNode1" presStyleIdx="3" presStyleCnt="35" custLinFactY="-100000" custLinFactNeighborX="-7681" custLinFactNeighborY="-194881"/>
      <dgm:spPr/>
    </dgm:pt>
    <dgm:pt modelId="{91F457E0-ACBE-41A9-A5F7-5686E18E9AF0}" type="pres">
      <dgm:prSet presAssocID="{367415A2-0B5C-4487-A478-9D3D343EB47A}" presName="parallelogram5" presStyleLbl="alignNode1" presStyleIdx="4" presStyleCnt="35" custLinFactY="-100000" custLinFactNeighborX="4560" custLinFactNeighborY="-194881"/>
      <dgm:spPr/>
    </dgm:pt>
    <dgm:pt modelId="{801F9984-D220-47E4-BC76-463DE5B2ECE3}" type="pres">
      <dgm:prSet presAssocID="{367415A2-0B5C-4487-A478-9D3D343EB47A}" presName="parallelogram6" presStyleLbl="alignNode1" presStyleIdx="5" presStyleCnt="35" custLinFactY="-100000" custLinFactNeighborY="-194881"/>
      <dgm:spPr/>
    </dgm:pt>
    <dgm:pt modelId="{6DB3C365-1AE8-4766-AF71-CAA4B63F1265}" type="pres">
      <dgm:prSet presAssocID="{367415A2-0B5C-4487-A478-9D3D343EB47A}" presName="parallelogram7" presStyleLbl="alignNode1" presStyleIdx="6" presStyleCnt="35" custLinFactY="-100000" custLinFactNeighborX="5435" custLinFactNeighborY="-194881"/>
      <dgm:spPr/>
    </dgm:pt>
    <dgm:pt modelId="{5F17044D-1BAB-4299-AB97-886287BADABA}" type="pres">
      <dgm:prSet presAssocID="{1DDA6DC0-9746-41F3-A418-84D66E48ED77}" presName="sibTrans" presStyleCnt="0"/>
      <dgm:spPr/>
    </dgm:pt>
    <dgm:pt modelId="{D28A0003-8C4F-4926-99DF-CAEA39621976}" type="pres">
      <dgm:prSet presAssocID="{C319526C-F39D-4E48-BF06-C3A4DECF8765}" presName="parenttextcomposite" presStyleCnt="0"/>
      <dgm:spPr/>
    </dgm:pt>
    <dgm:pt modelId="{F390B579-4415-418A-AF5E-1DA77854A03A}" type="pres">
      <dgm:prSet presAssocID="{C319526C-F39D-4E48-BF06-C3A4DECF8765}" presName="parenttext" presStyleLbl="revTx" presStyleIdx="1" presStyleCnt="5" custScaleY="81238" custLinFactNeighborX="-543" custLinFactNeighborY="15942">
        <dgm:presLayoutVars>
          <dgm:chMax/>
          <dgm:chPref val="2"/>
          <dgm:bulletEnabled val="1"/>
        </dgm:presLayoutVars>
      </dgm:prSet>
      <dgm:spPr/>
      <dgm:t>
        <a:bodyPr/>
        <a:lstStyle/>
        <a:p>
          <a:endParaRPr lang="en-MY"/>
        </a:p>
      </dgm:t>
    </dgm:pt>
    <dgm:pt modelId="{33D2004D-95FA-49E0-A7E0-E9A2F310B4E2}" type="pres">
      <dgm:prSet presAssocID="{C319526C-F39D-4E48-BF06-C3A4DECF8765}" presName="parallelogramComposite" presStyleCnt="0"/>
      <dgm:spPr/>
    </dgm:pt>
    <dgm:pt modelId="{3297BB28-0894-4DFF-8808-1926C27F0CDD}" type="pres">
      <dgm:prSet presAssocID="{C319526C-F39D-4E48-BF06-C3A4DECF8765}" presName="parallelogram1" presStyleLbl="alignNode1" presStyleIdx="7" presStyleCnt="35" custLinFactY="-150544" custLinFactNeighborX="-1359" custLinFactNeighborY="-200000"/>
      <dgm:spPr/>
    </dgm:pt>
    <dgm:pt modelId="{FC00920E-63BA-446E-95BA-9FD3CDE20D65}" type="pres">
      <dgm:prSet presAssocID="{C319526C-F39D-4E48-BF06-C3A4DECF8765}" presName="parallelogram2" presStyleLbl="alignNode1" presStyleIdx="8" presStyleCnt="35" custLinFactY="-166847" custLinFactNeighborX="8152" custLinFactNeighborY="-200000"/>
      <dgm:spPr/>
    </dgm:pt>
    <dgm:pt modelId="{77E925D8-2FC0-4037-A0BB-BC6018F66791}" type="pres">
      <dgm:prSet presAssocID="{C319526C-F39D-4E48-BF06-C3A4DECF8765}" presName="parallelogram3" presStyleLbl="alignNode1" presStyleIdx="9" presStyleCnt="35" custLinFactY="-183152" custLinFactNeighborX="-4076" custLinFactNeighborY="-200000"/>
      <dgm:spPr/>
    </dgm:pt>
    <dgm:pt modelId="{23FAA0FB-4711-4147-B5F2-854125D8C935}" type="pres">
      <dgm:prSet presAssocID="{C319526C-F39D-4E48-BF06-C3A4DECF8765}" presName="parallelogram4" presStyleLbl="alignNode1" presStyleIdx="10" presStyleCnt="35" custLinFactY="-175000" custLinFactNeighborX="-17663" custLinFactNeighborY="-200000"/>
      <dgm:spPr/>
    </dgm:pt>
    <dgm:pt modelId="{12B8D9FA-A5CA-4F10-A38F-6B0351FE8A66}" type="pres">
      <dgm:prSet presAssocID="{C319526C-F39D-4E48-BF06-C3A4DECF8765}" presName="parallelogram5" presStyleLbl="alignNode1" presStyleIdx="11" presStyleCnt="35" custLinFactY="-166848" custLinFactNeighborX="-13514" custLinFactNeighborY="-200000"/>
      <dgm:spPr/>
    </dgm:pt>
    <dgm:pt modelId="{8EDBD6BF-2FBB-4772-A969-9C07B49C5642}" type="pres">
      <dgm:prSet presAssocID="{C319526C-F39D-4E48-BF06-C3A4DECF8765}" presName="parallelogram6" presStyleLbl="alignNode1" presStyleIdx="12" presStyleCnt="35" custLinFactY="-175000" custLinFactNeighborX="-21739" custLinFactNeighborY="-200000"/>
      <dgm:spPr/>
    </dgm:pt>
    <dgm:pt modelId="{01C7CD94-C68C-43A8-921D-10ADA9EB386F}" type="pres">
      <dgm:prSet presAssocID="{C319526C-F39D-4E48-BF06-C3A4DECF8765}" presName="parallelogram7" presStyleLbl="alignNode1" presStyleIdx="13" presStyleCnt="35" custLinFactY="-175000" custLinFactNeighborX="-9511" custLinFactNeighborY="-200000"/>
      <dgm:spPr/>
    </dgm:pt>
    <dgm:pt modelId="{FC8CA69A-10F8-4431-9442-8E8DAEBC6FCF}" type="pres">
      <dgm:prSet presAssocID="{2A588B74-8A1A-46A3-821A-259C02D7AC85}" presName="sibTrans" presStyleCnt="0"/>
      <dgm:spPr/>
    </dgm:pt>
    <dgm:pt modelId="{126DCE42-CCFF-4F13-A85D-BF7CAAE7854E}" type="pres">
      <dgm:prSet presAssocID="{F7A2EE47-ED86-4815-BFC2-2026D00617C0}" presName="parenttextcomposite" presStyleCnt="0"/>
      <dgm:spPr/>
    </dgm:pt>
    <dgm:pt modelId="{9D65EAE8-449F-4418-A1DA-D9F6A83791E0}" type="pres">
      <dgm:prSet presAssocID="{F7A2EE47-ED86-4815-BFC2-2026D00617C0}" presName="parenttext" presStyleLbl="revTx" presStyleIdx="2" presStyleCnt="5" custLinFactNeighborX="-725" custLinFactNeighborY="-6503">
        <dgm:presLayoutVars>
          <dgm:chMax/>
          <dgm:chPref val="2"/>
          <dgm:bulletEnabled val="1"/>
        </dgm:presLayoutVars>
      </dgm:prSet>
      <dgm:spPr/>
      <dgm:t>
        <a:bodyPr/>
        <a:lstStyle/>
        <a:p>
          <a:endParaRPr lang="en-MY"/>
        </a:p>
      </dgm:t>
    </dgm:pt>
    <dgm:pt modelId="{7129F13C-5A70-493E-BAA5-073AFF9A4F86}" type="pres">
      <dgm:prSet presAssocID="{F7A2EE47-ED86-4815-BFC2-2026D00617C0}" presName="parallelogramComposite" presStyleCnt="0"/>
      <dgm:spPr/>
    </dgm:pt>
    <dgm:pt modelId="{71F4AFB7-F9B9-4854-AB77-F61D9A11E050}" type="pres">
      <dgm:prSet presAssocID="{F7A2EE47-ED86-4815-BFC2-2026D00617C0}" presName="parallelogram1" presStyleLbl="alignNode1" presStyleIdx="14" presStyleCnt="35" custLinFactY="-200000" custLinFactNeighborX="-8152" custLinFactNeighborY="-289316"/>
      <dgm:spPr/>
    </dgm:pt>
    <dgm:pt modelId="{3999F946-B282-4467-8609-C9487F0CE2E0}" type="pres">
      <dgm:prSet presAssocID="{F7A2EE47-ED86-4815-BFC2-2026D00617C0}" presName="parallelogram2" presStyleLbl="alignNode1" presStyleIdx="15" presStyleCnt="35" custLinFactY="-200000" custLinFactNeighborX="-1359" custLinFactNeighborY="-289316"/>
      <dgm:spPr/>
    </dgm:pt>
    <dgm:pt modelId="{C7761AF1-8278-4EFA-BBBF-1F0C394C8983}" type="pres">
      <dgm:prSet presAssocID="{F7A2EE47-ED86-4815-BFC2-2026D00617C0}" presName="parallelogram3" presStyleLbl="alignNode1" presStyleIdx="16" presStyleCnt="35" custLinFactY="-200000" custLinFactNeighborX="-8152" custLinFactNeighborY="-289316"/>
      <dgm:spPr/>
    </dgm:pt>
    <dgm:pt modelId="{232EE54D-B637-4849-AD45-B461D4ADC9C1}" type="pres">
      <dgm:prSet presAssocID="{F7A2EE47-ED86-4815-BFC2-2026D00617C0}" presName="parallelogram4" presStyleLbl="alignNode1" presStyleIdx="17" presStyleCnt="35" custLinFactY="-200000" custLinFactNeighborX="-7681" custLinFactNeighborY="-289316"/>
      <dgm:spPr/>
    </dgm:pt>
    <dgm:pt modelId="{C57FA668-917F-44FF-AF2D-A9F732800EA3}" type="pres">
      <dgm:prSet presAssocID="{F7A2EE47-ED86-4815-BFC2-2026D00617C0}" presName="parallelogram5" presStyleLbl="alignNode1" presStyleIdx="18" presStyleCnt="35" custLinFactY="-200000" custLinFactNeighborX="-13514" custLinFactNeighborY="-289316"/>
      <dgm:spPr/>
    </dgm:pt>
    <dgm:pt modelId="{958FBCB3-0230-46FE-9C3D-0AEB03F56FDE}" type="pres">
      <dgm:prSet presAssocID="{F7A2EE47-ED86-4815-BFC2-2026D00617C0}" presName="parallelogram6" presStyleLbl="alignNode1" presStyleIdx="19" presStyleCnt="35" custLinFactY="-200000" custLinFactNeighborX="-8152" custLinFactNeighborY="-289316"/>
      <dgm:spPr/>
    </dgm:pt>
    <dgm:pt modelId="{A738AC0D-DC32-458C-9B34-C21E04DD6697}" type="pres">
      <dgm:prSet presAssocID="{F7A2EE47-ED86-4815-BFC2-2026D00617C0}" presName="parallelogram7" presStyleLbl="alignNode1" presStyleIdx="20" presStyleCnt="35" custLinFactY="-200000" custLinFactNeighborX="-13587" custLinFactNeighborY="-289316"/>
      <dgm:spPr/>
    </dgm:pt>
    <dgm:pt modelId="{D57D5B18-6F11-4871-A613-65C5EBCAAD2C}" type="pres">
      <dgm:prSet presAssocID="{ACDCCBAE-F933-43ED-B574-568F90A59DF8}" presName="sibTrans" presStyleCnt="0"/>
      <dgm:spPr/>
    </dgm:pt>
    <dgm:pt modelId="{B190CF79-7C6C-402B-BBA7-1E2AC79F5810}" type="pres">
      <dgm:prSet presAssocID="{C498D794-4AA0-45C6-AD75-92039B9FD23A}" presName="parenttextcomposite" presStyleCnt="0"/>
      <dgm:spPr/>
    </dgm:pt>
    <dgm:pt modelId="{C7782F5B-5C3B-41A8-841F-CFFDDE36F3D6}" type="pres">
      <dgm:prSet presAssocID="{C498D794-4AA0-45C6-AD75-92039B9FD23A}" presName="parenttext" presStyleLbl="revTx" presStyleIdx="3" presStyleCnt="5" custLinFactNeighborX="-196" custLinFactNeighborY="-33485">
        <dgm:presLayoutVars>
          <dgm:chMax/>
          <dgm:chPref val="2"/>
          <dgm:bulletEnabled val="1"/>
        </dgm:presLayoutVars>
      </dgm:prSet>
      <dgm:spPr/>
      <dgm:t>
        <a:bodyPr/>
        <a:lstStyle/>
        <a:p>
          <a:endParaRPr lang="en-MY"/>
        </a:p>
      </dgm:t>
    </dgm:pt>
    <dgm:pt modelId="{A77C2A1D-8D3B-4417-9988-EAB15D8C4B89}" type="pres">
      <dgm:prSet presAssocID="{C498D794-4AA0-45C6-AD75-92039B9FD23A}" presName="parallelogramComposite" presStyleCnt="0"/>
      <dgm:spPr/>
    </dgm:pt>
    <dgm:pt modelId="{2AB342E6-5710-426C-ACD0-C4A3221DDE06}" type="pres">
      <dgm:prSet presAssocID="{C498D794-4AA0-45C6-AD75-92039B9FD23A}" presName="parallelogram1" presStyleLbl="alignNode1" presStyleIdx="21" presStyleCnt="35" custLinFactY="-300000" custLinFactNeighborX="-8152" custLinFactNeighborY="-311413"/>
      <dgm:spPr/>
    </dgm:pt>
    <dgm:pt modelId="{6C20B795-B529-47FB-8DE6-2E950D65936B}" type="pres">
      <dgm:prSet presAssocID="{C498D794-4AA0-45C6-AD75-92039B9FD23A}" presName="parallelogram2" presStyleLbl="alignNode1" presStyleIdx="22" presStyleCnt="35" custLinFactY="-300000" custLinFactNeighborX="-12228" custLinFactNeighborY="-335869"/>
      <dgm:spPr/>
    </dgm:pt>
    <dgm:pt modelId="{BC74CFF1-B8B6-47FD-84DC-3D723C71C3DE}" type="pres">
      <dgm:prSet presAssocID="{C498D794-4AA0-45C6-AD75-92039B9FD23A}" presName="parallelogram3" presStyleLbl="alignNode1" presStyleIdx="23" presStyleCnt="35" custLinFactY="-300000" custLinFactNeighborX="-28303" custLinFactNeighborY="-311413"/>
      <dgm:spPr/>
    </dgm:pt>
    <dgm:pt modelId="{10DD8ED0-A417-46D2-8FCF-49AF8621797E}" type="pres">
      <dgm:prSet presAssocID="{C498D794-4AA0-45C6-AD75-92039B9FD23A}" presName="parallelogram4" presStyleLbl="alignNode1" presStyleIdx="24" presStyleCnt="35" custLinFactY="-300000" custLinFactNeighborX="-30378" custLinFactNeighborY="-319565"/>
      <dgm:spPr/>
    </dgm:pt>
    <dgm:pt modelId="{40E9F44E-E4DB-48D5-9094-E3A09CBA7127}" type="pres">
      <dgm:prSet presAssocID="{C498D794-4AA0-45C6-AD75-92039B9FD23A}" presName="parallelogram5" presStyleLbl="alignNode1" presStyleIdx="25" presStyleCnt="35" custLinFactY="-300000" custLinFactNeighborX="-37570" custLinFactNeighborY="-319566"/>
      <dgm:spPr/>
    </dgm:pt>
    <dgm:pt modelId="{E14FF72F-0EC9-48CB-A3C9-F5128387F690}" type="pres">
      <dgm:prSet presAssocID="{C498D794-4AA0-45C6-AD75-92039B9FD23A}" presName="parallelogram6" presStyleLbl="alignNode1" presStyleIdx="26" presStyleCnt="35" custLinFactY="-300000" custLinFactNeighborX="-32788" custLinFactNeighborY="-327717"/>
      <dgm:spPr/>
    </dgm:pt>
    <dgm:pt modelId="{5BA07B10-5C07-4A97-ABA9-E3526C60C18B}" type="pres">
      <dgm:prSet presAssocID="{C498D794-4AA0-45C6-AD75-92039B9FD23A}" presName="parallelogram7" presStyleLbl="alignNode1" presStyleIdx="27" presStyleCnt="35" custLinFactY="-300000" custLinFactNeighborX="-12228" custLinFactNeighborY="-319565"/>
      <dgm:spPr/>
    </dgm:pt>
    <dgm:pt modelId="{E3AAF16E-EA96-44AB-86FA-7521D2BE466E}" type="pres">
      <dgm:prSet presAssocID="{D820B6EA-6CC1-47B6-AC52-B987FB745DA9}" presName="sibTrans" presStyleCnt="0"/>
      <dgm:spPr/>
    </dgm:pt>
    <dgm:pt modelId="{72637F88-B95D-4163-A5B7-7F935B1BE37C}" type="pres">
      <dgm:prSet presAssocID="{0E02A829-5B7A-45D4-887E-B581B4504B79}" presName="parenttextcomposite" presStyleCnt="0"/>
      <dgm:spPr/>
    </dgm:pt>
    <dgm:pt modelId="{34278C32-E441-4C40-893F-E572F4424599}" type="pres">
      <dgm:prSet presAssocID="{0E02A829-5B7A-45D4-887E-B581B4504B79}" presName="parenttext" presStyleLbl="revTx" presStyleIdx="4" presStyleCnt="5" custLinFactNeighborX="-1450" custLinFactNeighborY="-80078">
        <dgm:presLayoutVars>
          <dgm:chMax/>
          <dgm:chPref val="2"/>
          <dgm:bulletEnabled val="1"/>
        </dgm:presLayoutVars>
      </dgm:prSet>
      <dgm:spPr/>
      <dgm:t>
        <a:bodyPr/>
        <a:lstStyle/>
        <a:p>
          <a:endParaRPr lang="en-MY"/>
        </a:p>
      </dgm:t>
    </dgm:pt>
    <dgm:pt modelId="{21F268F4-4EFC-4DB3-AE15-C59717FA4F26}" type="pres">
      <dgm:prSet presAssocID="{0E02A829-5B7A-45D4-887E-B581B4504B79}" presName="parallelogramComposite" presStyleCnt="0"/>
      <dgm:spPr/>
    </dgm:pt>
    <dgm:pt modelId="{02C216E0-BA2B-4A98-986A-39C3C59F8862}" type="pres">
      <dgm:prSet presAssocID="{0E02A829-5B7A-45D4-887E-B581B4504B79}" presName="parallelogram1" presStyleLbl="alignNode1" presStyleIdx="28" presStyleCnt="35" custLinFactY="-321332" custLinFactNeighborX="-12228" custLinFactNeighborY="-400000"/>
      <dgm:spPr/>
    </dgm:pt>
    <dgm:pt modelId="{19C0C6CF-68A9-4FB8-B3AF-00B462B2B9D2}" type="pres">
      <dgm:prSet presAssocID="{0E02A829-5B7A-45D4-887E-B581B4504B79}" presName="parallelogram2" presStyleLbl="alignNode1" presStyleIdx="29" presStyleCnt="35" custLinFactY="-326065" custLinFactNeighborX="-17663" custLinFactNeighborY="-400000"/>
      <dgm:spPr/>
    </dgm:pt>
    <dgm:pt modelId="{0FAD640B-D9B4-458E-94CA-1AD006B3D973}" type="pres">
      <dgm:prSet presAssocID="{0E02A829-5B7A-45D4-887E-B581B4504B79}" presName="parallelogram3" presStyleLbl="alignNode1" presStyleIdx="30" presStyleCnt="35" custLinFactY="-321332" custLinFactNeighborX="-28303" custLinFactNeighborY="-400000"/>
      <dgm:spPr/>
    </dgm:pt>
    <dgm:pt modelId="{5AFEDEA8-4478-4711-9007-4E82BE24D90F}" type="pres">
      <dgm:prSet presAssocID="{0E02A829-5B7A-45D4-887E-B581B4504B79}" presName="parallelogram4" presStyleLbl="alignNode1" presStyleIdx="31" presStyleCnt="35" custLinFactY="-321332" custLinFactNeighborX="-29020" custLinFactNeighborY="-400000"/>
      <dgm:spPr/>
    </dgm:pt>
    <dgm:pt modelId="{839668ED-E0B5-4E2D-936A-157D708E6F15}" type="pres">
      <dgm:prSet presAssocID="{0E02A829-5B7A-45D4-887E-B581B4504B79}" presName="parallelogram5" presStyleLbl="alignNode1" presStyleIdx="32" presStyleCnt="35" custLinFactY="-321332" custLinFactNeighborX="-37570" custLinFactNeighborY="-400000"/>
      <dgm:spPr/>
    </dgm:pt>
    <dgm:pt modelId="{012BFE5F-9184-44E2-AEBC-9C46B3E4B44E}" type="pres">
      <dgm:prSet presAssocID="{0E02A829-5B7A-45D4-887E-B581B4504B79}" presName="parallelogram6" presStyleLbl="alignNode1" presStyleIdx="33" presStyleCnt="35" custLinFactY="-321332" custLinFactNeighborX="-46196" custLinFactNeighborY="-400000"/>
      <dgm:spPr/>
    </dgm:pt>
    <dgm:pt modelId="{71C28AF4-AC90-41B5-A4D1-E61011CC7056}" type="pres">
      <dgm:prSet presAssocID="{0E02A829-5B7A-45D4-887E-B581B4504B79}" presName="parallelogram7" presStyleLbl="alignNode1" presStyleIdx="34" presStyleCnt="35" custLinFactY="-321332" custLinFactNeighborX="-13587" custLinFactNeighborY="-400000"/>
      <dgm:spPr/>
    </dgm:pt>
  </dgm:ptLst>
  <dgm:cxnLst>
    <dgm:cxn modelId="{08DD4DFC-627B-47DE-B25B-3B603EE95D62}" srcId="{F02B7A6E-AE3E-457E-A83F-203942195319}" destId="{367415A2-0B5C-4487-A478-9D3D343EB47A}" srcOrd="0" destOrd="0" parTransId="{209DBD0F-180E-4863-B55E-E91968C6E677}" sibTransId="{1DDA6DC0-9746-41F3-A418-84D66E48ED77}"/>
    <dgm:cxn modelId="{E6AC8A19-894D-46AD-9B29-CEE7ABB8B6F8}" type="presOf" srcId="{C319526C-F39D-4E48-BF06-C3A4DECF8765}" destId="{F390B579-4415-418A-AF5E-1DA77854A03A}" srcOrd="0" destOrd="0" presId="urn:microsoft.com/office/officeart/2008/layout/VerticalAccentList"/>
    <dgm:cxn modelId="{D1CE2374-2672-4351-901E-F950E97C30FE}" type="presOf" srcId="{0E02A829-5B7A-45D4-887E-B581B4504B79}" destId="{34278C32-E441-4C40-893F-E572F4424599}" srcOrd="0" destOrd="0" presId="urn:microsoft.com/office/officeart/2008/layout/VerticalAccentList"/>
    <dgm:cxn modelId="{9B9A908F-171E-4564-BC48-4C31334A1810}" type="presOf" srcId="{C498D794-4AA0-45C6-AD75-92039B9FD23A}" destId="{C7782F5B-5C3B-41A8-841F-CFFDDE36F3D6}" srcOrd="0" destOrd="0" presId="urn:microsoft.com/office/officeart/2008/layout/VerticalAccentList"/>
    <dgm:cxn modelId="{FF97111C-232F-4EEA-93B8-6578846348A4}" srcId="{F02B7A6E-AE3E-457E-A83F-203942195319}" destId="{C498D794-4AA0-45C6-AD75-92039B9FD23A}" srcOrd="3" destOrd="0" parTransId="{8DF3A959-FB33-4628-88B2-4FEDB9534BB5}" sibTransId="{D820B6EA-6CC1-47B6-AC52-B987FB745DA9}"/>
    <dgm:cxn modelId="{2D272F24-2676-4253-9034-71BF9DC0E2E3}" srcId="{F02B7A6E-AE3E-457E-A83F-203942195319}" destId="{0E02A829-5B7A-45D4-887E-B581B4504B79}" srcOrd="4" destOrd="0" parTransId="{4DC84C10-E3DB-4FAE-B48F-6E1F91EC810C}" sibTransId="{31CFCE4E-CEEC-46B8-9B7A-DEF947A955B4}"/>
    <dgm:cxn modelId="{84ACC73A-091A-4184-812B-9AB9BCA84036}" type="presOf" srcId="{367415A2-0B5C-4487-A478-9D3D343EB47A}" destId="{11075BBC-D43D-486C-9F76-B28DD28DE44F}" srcOrd="0" destOrd="0" presId="urn:microsoft.com/office/officeart/2008/layout/VerticalAccentList"/>
    <dgm:cxn modelId="{28D8196C-3B86-458F-935A-7EFA2352A22B}" type="presOf" srcId="{F02B7A6E-AE3E-457E-A83F-203942195319}" destId="{E9A94C81-1A2E-4827-A652-30DEDD93D1C9}" srcOrd="0" destOrd="0" presId="urn:microsoft.com/office/officeart/2008/layout/VerticalAccentList"/>
    <dgm:cxn modelId="{EE721B04-25C9-4654-909B-C2362A4F0517}" srcId="{F02B7A6E-AE3E-457E-A83F-203942195319}" destId="{F7A2EE47-ED86-4815-BFC2-2026D00617C0}" srcOrd="2" destOrd="0" parTransId="{AE46DA41-CBD9-4A31-A641-19135952F2C0}" sibTransId="{ACDCCBAE-F933-43ED-B574-568F90A59DF8}"/>
    <dgm:cxn modelId="{92EE7D80-B7AE-44A2-B6F4-CAF1AAE1C279}" type="presOf" srcId="{F7A2EE47-ED86-4815-BFC2-2026D00617C0}" destId="{9D65EAE8-449F-4418-A1DA-D9F6A83791E0}" srcOrd="0" destOrd="0" presId="urn:microsoft.com/office/officeart/2008/layout/VerticalAccentList"/>
    <dgm:cxn modelId="{D0336E9E-1173-45C7-A35F-861B9C2DFAAE}" srcId="{F02B7A6E-AE3E-457E-A83F-203942195319}" destId="{C319526C-F39D-4E48-BF06-C3A4DECF8765}" srcOrd="1" destOrd="0" parTransId="{E8BA8CF8-C319-42D4-B06A-372D3B9D13BD}" sibTransId="{2A588B74-8A1A-46A3-821A-259C02D7AC85}"/>
    <dgm:cxn modelId="{241DED60-A53A-446D-911F-40FFA8575088}" type="presParOf" srcId="{E9A94C81-1A2E-4827-A652-30DEDD93D1C9}" destId="{6FEF48DC-5F5D-461D-B99D-A90D410A33D3}" srcOrd="0" destOrd="0" presId="urn:microsoft.com/office/officeart/2008/layout/VerticalAccentList"/>
    <dgm:cxn modelId="{A322321B-4A57-4364-A40E-4F90D9CDCE1F}" type="presParOf" srcId="{6FEF48DC-5F5D-461D-B99D-A90D410A33D3}" destId="{11075BBC-D43D-486C-9F76-B28DD28DE44F}" srcOrd="0" destOrd="0" presId="urn:microsoft.com/office/officeart/2008/layout/VerticalAccentList"/>
    <dgm:cxn modelId="{F4927384-55DD-47F6-996C-A0212E226422}" type="presParOf" srcId="{E9A94C81-1A2E-4827-A652-30DEDD93D1C9}" destId="{8CE7B92C-D53A-4AFC-B7DD-184606474A6C}" srcOrd="1" destOrd="0" presId="urn:microsoft.com/office/officeart/2008/layout/VerticalAccentList"/>
    <dgm:cxn modelId="{92BC8E21-7FAA-4A33-AFFC-55EFBBE2B543}" type="presParOf" srcId="{8CE7B92C-D53A-4AFC-B7DD-184606474A6C}" destId="{19C82ABE-AB54-433E-A760-AE2B80F56FFB}" srcOrd="0" destOrd="0" presId="urn:microsoft.com/office/officeart/2008/layout/VerticalAccentList"/>
    <dgm:cxn modelId="{73DE5B7E-B26A-4559-90EC-ED309EB76161}" type="presParOf" srcId="{8CE7B92C-D53A-4AFC-B7DD-184606474A6C}" destId="{E1A36D9A-7EA6-4245-B3D1-4026F3817F21}" srcOrd="1" destOrd="0" presId="urn:microsoft.com/office/officeart/2008/layout/VerticalAccentList"/>
    <dgm:cxn modelId="{7C2FD516-18B7-44B4-BDAD-DF3C7D5E0F05}" type="presParOf" srcId="{8CE7B92C-D53A-4AFC-B7DD-184606474A6C}" destId="{E041B3BB-74F9-4160-A382-1E69B91E7016}" srcOrd="2" destOrd="0" presId="urn:microsoft.com/office/officeart/2008/layout/VerticalAccentList"/>
    <dgm:cxn modelId="{DCC1C7DC-B346-4A13-A22E-758A47C4675A}" type="presParOf" srcId="{8CE7B92C-D53A-4AFC-B7DD-184606474A6C}" destId="{C2444598-40D2-4680-A3EA-C43B5F771291}" srcOrd="3" destOrd="0" presId="urn:microsoft.com/office/officeart/2008/layout/VerticalAccentList"/>
    <dgm:cxn modelId="{DAF7CA8F-CE80-4414-AFB8-49CB49BC2284}" type="presParOf" srcId="{8CE7B92C-D53A-4AFC-B7DD-184606474A6C}" destId="{91F457E0-ACBE-41A9-A5F7-5686E18E9AF0}" srcOrd="4" destOrd="0" presId="urn:microsoft.com/office/officeart/2008/layout/VerticalAccentList"/>
    <dgm:cxn modelId="{63F8D51F-810F-4579-866F-F5164927BCF1}" type="presParOf" srcId="{8CE7B92C-D53A-4AFC-B7DD-184606474A6C}" destId="{801F9984-D220-47E4-BC76-463DE5B2ECE3}" srcOrd="5" destOrd="0" presId="urn:microsoft.com/office/officeart/2008/layout/VerticalAccentList"/>
    <dgm:cxn modelId="{51A129A6-E0EE-4BD7-9930-580DA10D1D80}" type="presParOf" srcId="{8CE7B92C-D53A-4AFC-B7DD-184606474A6C}" destId="{6DB3C365-1AE8-4766-AF71-CAA4B63F1265}" srcOrd="6" destOrd="0" presId="urn:microsoft.com/office/officeart/2008/layout/VerticalAccentList"/>
    <dgm:cxn modelId="{70571FA6-66C2-4F65-B686-8735CC344B38}" type="presParOf" srcId="{E9A94C81-1A2E-4827-A652-30DEDD93D1C9}" destId="{5F17044D-1BAB-4299-AB97-886287BADABA}" srcOrd="2" destOrd="0" presId="urn:microsoft.com/office/officeart/2008/layout/VerticalAccentList"/>
    <dgm:cxn modelId="{05E3B993-8977-4698-8ECB-9D9FB3E810D9}" type="presParOf" srcId="{E9A94C81-1A2E-4827-A652-30DEDD93D1C9}" destId="{D28A0003-8C4F-4926-99DF-CAEA39621976}" srcOrd="3" destOrd="0" presId="urn:microsoft.com/office/officeart/2008/layout/VerticalAccentList"/>
    <dgm:cxn modelId="{E1210205-E458-44D0-A75E-D6143B51BDFD}" type="presParOf" srcId="{D28A0003-8C4F-4926-99DF-CAEA39621976}" destId="{F390B579-4415-418A-AF5E-1DA77854A03A}" srcOrd="0" destOrd="0" presId="urn:microsoft.com/office/officeart/2008/layout/VerticalAccentList"/>
    <dgm:cxn modelId="{5B44CC3D-83B6-4434-9CBB-D98292B88465}" type="presParOf" srcId="{E9A94C81-1A2E-4827-A652-30DEDD93D1C9}" destId="{33D2004D-95FA-49E0-A7E0-E9A2F310B4E2}" srcOrd="4" destOrd="0" presId="urn:microsoft.com/office/officeart/2008/layout/VerticalAccentList"/>
    <dgm:cxn modelId="{5EF4D0A0-62B3-4FCF-A0BC-CFB899D3CE8A}" type="presParOf" srcId="{33D2004D-95FA-49E0-A7E0-E9A2F310B4E2}" destId="{3297BB28-0894-4DFF-8808-1926C27F0CDD}" srcOrd="0" destOrd="0" presId="urn:microsoft.com/office/officeart/2008/layout/VerticalAccentList"/>
    <dgm:cxn modelId="{3CA01DEE-8D34-4BDB-803B-5E0EFC06FEB2}" type="presParOf" srcId="{33D2004D-95FA-49E0-A7E0-E9A2F310B4E2}" destId="{FC00920E-63BA-446E-95BA-9FD3CDE20D65}" srcOrd="1" destOrd="0" presId="urn:microsoft.com/office/officeart/2008/layout/VerticalAccentList"/>
    <dgm:cxn modelId="{47A39431-C459-4C98-B7EF-4C24468BF535}" type="presParOf" srcId="{33D2004D-95FA-49E0-A7E0-E9A2F310B4E2}" destId="{77E925D8-2FC0-4037-A0BB-BC6018F66791}" srcOrd="2" destOrd="0" presId="urn:microsoft.com/office/officeart/2008/layout/VerticalAccentList"/>
    <dgm:cxn modelId="{FCD87006-C70D-4718-9A3C-5F0F288D8C9B}" type="presParOf" srcId="{33D2004D-95FA-49E0-A7E0-E9A2F310B4E2}" destId="{23FAA0FB-4711-4147-B5F2-854125D8C935}" srcOrd="3" destOrd="0" presId="urn:microsoft.com/office/officeart/2008/layout/VerticalAccentList"/>
    <dgm:cxn modelId="{28A2CAC8-0510-447B-A493-4CF2919D29BB}" type="presParOf" srcId="{33D2004D-95FA-49E0-A7E0-E9A2F310B4E2}" destId="{12B8D9FA-A5CA-4F10-A38F-6B0351FE8A66}" srcOrd="4" destOrd="0" presId="urn:microsoft.com/office/officeart/2008/layout/VerticalAccentList"/>
    <dgm:cxn modelId="{E679270B-4142-4253-930B-63AD5663C2A7}" type="presParOf" srcId="{33D2004D-95FA-49E0-A7E0-E9A2F310B4E2}" destId="{8EDBD6BF-2FBB-4772-A969-9C07B49C5642}" srcOrd="5" destOrd="0" presId="urn:microsoft.com/office/officeart/2008/layout/VerticalAccentList"/>
    <dgm:cxn modelId="{95461F46-11CF-40B9-BF59-3E11EBE664F7}" type="presParOf" srcId="{33D2004D-95FA-49E0-A7E0-E9A2F310B4E2}" destId="{01C7CD94-C68C-43A8-921D-10ADA9EB386F}" srcOrd="6" destOrd="0" presId="urn:microsoft.com/office/officeart/2008/layout/VerticalAccentList"/>
    <dgm:cxn modelId="{3E3305A1-956F-4577-9644-0E3D984B2E27}" type="presParOf" srcId="{E9A94C81-1A2E-4827-A652-30DEDD93D1C9}" destId="{FC8CA69A-10F8-4431-9442-8E8DAEBC6FCF}" srcOrd="5" destOrd="0" presId="urn:microsoft.com/office/officeart/2008/layout/VerticalAccentList"/>
    <dgm:cxn modelId="{8EC8B49B-7BD5-48DE-A429-D70477CA8B0E}" type="presParOf" srcId="{E9A94C81-1A2E-4827-A652-30DEDD93D1C9}" destId="{126DCE42-CCFF-4F13-A85D-BF7CAAE7854E}" srcOrd="6" destOrd="0" presId="urn:microsoft.com/office/officeart/2008/layout/VerticalAccentList"/>
    <dgm:cxn modelId="{2A2730E5-8B2F-4BB0-B6F2-A40EBD2F9C70}" type="presParOf" srcId="{126DCE42-CCFF-4F13-A85D-BF7CAAE7854E}" destId="{9D65EAE8-449F-4418-A1DA-D9F6A83791E0}" srcOrd="0" destOrd="0" presId="urn:microsoft.com/office/officeart/2008/layout/VerticalAccentList"/>
    <dgm:cxn modelId="{E41E98B3-85A8-4834-A1E3-071E2E4C3C0E}" type="presParOf" srcId="{E9A94C81-1A2E-4827-A652-30DEDD93D1C9}" destId="{7129F13C-5A70-493E-BAA5-073AFF9A4F86}" srcOrd="7" destOrd="0" presId="urn:microsoft.com/office/officeart/2008/layout/VerticalAccentList"/>
    <dgm:cxn modelId="{B3AD4379-7521-49F9-B89C-B4A5F53B622D}" type="presParOf" srcId="{7129F13C-5A70-493E-BAA5-073AFF9A4F86}" destId="{71F4AFB7-F9B9-4854-AB77-F61D9A11E050}" srcOrd="0" destOrd="0" presId="urn:microsoft.com/office/officeart/2008/layout/VerticalAccentList"/>
    <dgm:cxn modelId="{0FE5C0ED-9905-48D9-96B4-20F301ABFDFF}" type="presParOf" srcId="{7129F13C-5A70-493E-BAA5-073AFF9A4F86}" destId="{3999F946-B282-4467-8609-C9487F0CE2E0}" srcOrd="1" destOrd="0" presId="urn:microsoft.com/office/officeart/2008/layout/VerticalAccentList"/>
    <dgm:cxn modelId="{A85D8989-81B5-4B3B-AF36-6B26658044B6}" type="presParOf" srcId="{7129F13C-5A70-493E-BAA5-073AFF9A4F86}" destId="{C7761AF1-8278-4EFA-BBBF-1F0C394C8983}" srcOrd="2" destOrd="0" presId="urn:microsoft.com/office/officeart/2008/layout/VerticalAccentList"/>
    <dgm:cxn modelId="{ECA13D65-767C-4EA2-BB0C-172892C5AB99}" type="presParOf" srcId="{7129F13C-5A70-493E-BAA5-073AFF9A4F86}" destId="{232EE54D-B637-4849-AD45-B461D4ADC9C1}" srcOrd="3" destOrd="0" presId="urn:microsoft.com/office/officeart/2008/layout/VerticalAccentList"/>
    <dgm:cxn modelId="{BA4DED71-AE41-4D0C-B717-456EF5B889DC}" type="presParOf" srcId="{7129F13C-5A70-493E-BAA5-073AFF9A4F86}" destId="{C57FA668-917F-44FF-AF2D-A9F732800EA3}" srcOrd="4" destOrd="0" presId="urn:microsoft.com/office/officeart/2008/layout/VerticalAccentList"/>
    <dgm:cxn modelId="{D8010FD9-0CF8-4004-9173-B9D45BEBAF67}" type="presParOf" srcId="{7129F13C-5A70-493E-BAA5-073AFF9A4F86}" destId="{958FBCB3-0230-46FE-9C3D-0AEB03F56FDE}" srcOrd="5" destOrd="0" presId="urn:microsoft.com/office/officeart/2008/layout/VerticalAccentList"/>
    <dgm:cxn modelId="{AAD8CAD7-2E44-4FF2-8CF5-7D9D1601E245}" type="presParOf" srcId="{7129F13C-5A70-493E-BAA5-073AFF9A4F86}" destId="{A738AC0D-DC32-458C-9B34-C21E04DD6697}" srcOrd="6" destOrd="0" presId="urn:microsoft.com/office/officeart/2008/layout/VerticalAccentList"/>
    <dgm:cxn modelId="{3FA18184-065F-4542-9359-D2F6CFABFEFC}" type="presParOf" srcId="{E9A94C81-1A2E-4827-A652-30DEDD93D1C9}" destId="{D57D5B18-6F11-4871-A613-65C5EBCAAD2C}" srcOrd="8" destOrd="0" presId="urn:microsoft.com/office/officeart/2008/layout/VerticalAccentList"/>
    <dgm:cxn modelId="{82DE5658-A077-4A3C-83BF-C92D332D9D97}" type="presParOf" srcId="{E9A94C81-1A2E-4827-A652-30DEDD93D1C9}" destId="{B190CF79-7C6C-402B-BBA7-1E2AC79F5810}" srcOrd="9" destOrd="0" presId="urn:microsoft.com/office/officeart/2008/layout/VerticalAccentList"/>
    <dgm:cxn modelId="{ADEBB354-7F5C-43B5-9128-9B06DFA9DA37}" type="presParOf" srcId="{B190CF79-7C6C-402B-BBA7-1E2AC79F5810}" destId="{C7782F5B-5C3B-41A8-841F-CFFDDE36F3D6}" srcOrd="0" destOrd="0" presId="urn:microsoft.com/office/officeart/2008/layout/VerticalAccentList"/>
    <dgm:cxn modelId="{70C3C7E0-440B-4AD8-B91D-D57FAA965E5C}" type="presParOf" srcId="{E9A94C81-1A2E-4827-A652-30DEDD93D1C9}" destId="{A77C2A1D-8D3B-4417-9988-EAB15D8C4B89}" srcOrd="10" destOrd="0" presId="urn:microsoft.com/office/officeart/2008/layout/VerticalAccentList"/>
    <dgm:cxn modelId="{93B9A4B2-9605-43CE-9E9C-16677600D201}" type="presParOf" srcId="{A77C2A1D-8D3B-4417-9988-EAB15D8C4B89}" destId="{2AB342E6-5710-426C-ACD0-C4A3221DDE06}" srcOrd="0" destOrd="0" presId="urn:microsoft.com/office/officeart/2008/layout/VerticalAccentList"/>
    <dgm:cxn modelId="{E9E4D843-C109-4F2E-A978-014B76DBBEDD}" type="presParOf" srcId="{A77C2A1D-8D3B-4417-9988-EAB15D8C4B89}" destId="{6C20B795-B529-47FB-8DE6-2E950D65936B}" srcOrd="1" destOrd="0" presId="urn:microsoft.com/office/officeart/2008/layout/VerticalAccentList"/>
    <dgm:cxn modelId="{566C49E9-0CA9-4DA4-B101-67A2BCD7CCE1}" type="presParOf" srcId="{A77C2A1D-8D3B-4417-9988-EAB15D8C4B89}" destId="{BC74CFF1-B8B6-47FD-84DC-3D723C71C3DE}" srcOrd="2" destOrd="0" presId="urn:microsoft.com/office/officeart/2008/layout/VerticalAccentList"/>
    <dgm:cxn modelId="{5E102515-18C2-4B7D-A5FD-AEF5798B00D8}" type="presParOf" srcId="{A77C2A1D-8D3B-4417-9988-EAB15D8C4B89}" destId="{10DD8ED0-A417-46D2-8FCF-49AF8621797E}" srcOrd="3" destOrd="0" presId="urn:microsoft.com/office/officeart/2008/layout/VerticalAccentList"/>
    <dgm:cxn modelId="{961F3D9F-CF98-441C-890F-F073029781BB}" type="presParOf" srcId="{A77C2A1D-8D3B-4417-9988-EAB15D8C4B89}" destId="{40E9F44E-E4DB-48D5-9094-E3A09CBA7127}" srcOrd="4" destOrd="0" presId="urn:microsoft.com/office/officeart/2008/layout/VerticalAccentList"/>
    <dgm:cxn modelId="{2448DB35-E714-494A-9772-43FA97E9F20C}" type="presParOf" srcId="{A77C2A1D-8D3B-4417-9988-EAB15D8C4B89}" destId="{E14FF72F-0EC9-48CB-A3C9-F5128387F690}" srcOrd="5" destOrd="0" presId="urn:microsoft.com/office/officeart/2008/layout/VerticalAccentList"/>
    <dgm:cxn modelId="{E9778BD8-A3FD-425D-AD49-646604CBFA72}" type="presParOf" srcId="{A77C2A1D-8D3B-4417-9988-EAB15D8C4B89}" destId="{5BA07B10-5C07-4A97-ABA9-E3526C60C18B}" srcOrd="6" destOrd="0" presId="urn:microsoft.com/office/officeart/2008/layout/VerticalAccentList"/>
    <dgm:cxn modelId="{FFA66700-EF94-4AA7-8F42-E00E1425DE93}" type="presParOf" srcId="{E9A94C81-1A2E-4827-A652-30DEDD93D1C9}" destId="{E3AAF16E-EA96-44AB-86FA-7521D2BE466E}" srcOrd="11" destOrd="0" presId="urn:microsoft.com/office/officeart/2008/layout/VerticalAccentList"/>
    <dgm:cxn modelId="{6C3E7A6F-D10D-408A-B99F-14AB8D734D95}" type="presParOf" srcId="{E9A94C81-1A2E-4827-A652-30DEDD93D1C9}" destId="{72637F88-B95D-4163-A5B7-7F935B1BE37C}" srcOrd="12" destOrd="0" presId="urn:microsoft.com/office/officeart/2008/layout/VerticalAccentList"/>
    <dgm:cxn modelId="{03650A34-9487-4D39-9480-E8F20C7F30F9}" type="presParOf" srcId="{72637F88-B95D-4163-A5B7-7F935B1BE37C}" destId="{34278C32-E441-4C40-893F-E572F4424599}" srcOrd="0" destOrd="0" presId="urn:microsoft.com/office/officeart/2008/layout/VerticalAccentList"/>
    <dgm:cxn modelId="{E75708BF-D902-4777-B9B6-8246BD10D196}" type="presParOf" srcId="{E9A94C81-1A2E-4827-A652-30DEDD93D1C9}" destId="{21F268F4-4EFC-4DB3-AE15-C59717FA4F26}" srcOrd="13" destOrd="0" presId="urn:microsoft.com/office/officeart/2008/layout/VerticalAccentList"/>
    <dgm:cxn modelId="{B2B34C3D-11BF-4851-AEFF-605A76CE9C40}" type="presParOf" srcId="{21F268F4-4EFC-4DB3-AE15-C59717FA4F26}" destId="{02C216E0-BA2B-4A98-986A-39C3C59F8862}" srcOrd="0" destOrd="0" presId="urn:microsoft.com/office/officeart/2008/layout/VerticalAccentList"/>
    <dgm:cxn modelId="{00166910-425A-4903-9873-E6F93569A339}" type="presParOf" srcId="{21F268F4-4EFC-4DB3-AE15-C59717FA4F26}" destId="{19C0C6CF-68A9-4FB8-B3AF-00B462B2B9D2}" srcOrd="1" destOrd="0" presId="urn:microsoft.com/office/officeart/2008/layout/VerticalAccentList"/>
    <dgm:cxn modelId="{6DEF68E2-6278-47FA-B41A-7E66D80C3810}" type="presParOf" srcId="{21F268F4-4EFC-4DB3-AE15-C59717FA4F26}" destId="{0FAD640B-D9B4-458E-94CA-1AD006B3D973}" srcOrd="2" destOrd="0" presId="urn:microsoft.com/office/officeart/2008/layout/VerticalAccentList"/>
    <dgm:cxn modelId="{E6027DC4-05AE-4863-928D-7C828DD2CCF7}" type="presParOf" srcId="{21F268F4-4EFC-4DB3-AE15-C59717FA4F26}" destId="{5AFEDEA8-4478-4711-9007-4E82BE24D90F}" srcOrd="3" destOrd="0" presId="urn:microsoft.com/office/officeart/2008/layout/VerticalAccentList"/>
    <dgm:cxn modelId="{2EE9D909-4BAF-4C63-919A-8C1F3CAF9CAC}" type="presParOf" srcId="{21F268F4-4EFC-4DB3-AE15-C59717FA4F26}" destId="{839668ED-E0B5-4E2D-936A-157D708E6F15}" srcOrd="4" destOrd="0" presId="urn:microsoft.com/office/officeart/2008/layout/VerticalAccentList"/>
    <dgm:cxn modelId="{C151B9E8-C1DC-4D41-BB92-DEADDC9859DF}" type="presParOf" srcId="{21F268F4-4EFC-4DB3-AE15-C59717FA4F26}" destId="{012BFE5F-9184-44E2-AEBC-9C46B3E4B44E}" srcOrd="5" destOrd="0" presId="urn:microsoft.com/office/officeart/2008/layout/VerticalAccentList"/>
    <dgm:cxn modelId="{EADDE6C1-8ECA-42EA-8F98-4C42EA997E65}" type="presParOf" srcId="{21F268F4-4EFC-4DB3-AE15-C59717FA4F26}" destId="{71C28AF4-AC90-41B5-A4D1-E61011CC7056}" srcOrd="6" destOrd="0" presId="urn:microsoft.com/office/officeart/2008/layout/VerticalAccentList"/>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02B7A6E-AE3E-457E-A83F-203942195319}" type="doc">
      <dgm:prSet loTypeId="urn:microsoft.com/office/officeart/2008/layout/VerticalAccentList" loCatId="list" qsTypeId="urn:microsoft.com/office/officeart/2005/8/quickstyle/simple1" qsCatId="simple" csTypeId="urn:microsoft.com/office/officeart/2005/8/colors/accent1_2" csCatId="accent1" phldr="1"/>
      <dgm:spPr/>
      <dgm:t>
        <a:bodyPr/>
        <a:lstStyle/>
        <a:p>
          <a:endParaRPr lang="en-MY"/>
        </a:p>
      </dgm:t>
    </dgm:pt>
    <dgm:pt modelId="{367415A2-0B5C-4487-A478-9D3D343EB47A}">
      <dgm:prSet phldrT="[Text]" custT="1"/>
      <dgm:spPr/>
      <dgm:t>
        <a:bodyPr/>
        <a:lstStyle/>
        <a:p>
          <a:r>
            <a:rPr lang="ms-MY" sz="1500" dirty="0">
              <a:latin typeface="Tahoma" panose="020B0604030504040204" pitchFamily="34" charset="0"/>
              <a:ea typeface="Tahoma" panose="020B0604030504040204" pitchFamily="34" charset="0"/>
              <a:cs typeface="Tahoma" panose="020B0604030504040204" pitchFamily="34" charset="0"/>
            </a:rPr>
            <a:t>Memastikan semua rahsia rasmi dihantar dengan selamat dan akuan terima bagi dokumen-dokumen yang dihantar itu diterima;</a:t>
          </a:r>
          <a:endParaRPr lang="en-MY" sz="1500" dirty="0"/>
        </a:p>
      </dgm:t>
    </dgm:pt>
    <dgm:pt modelId="{209DBD0F-180E-4863-B55E-E91968C6E677}" type="parTrans" cxnId="{08DD4DFC-627B-47DE-B25B-3B603EE95D62}">
      <dgm:prSet/>
      <dgm:spPr/>
      <dgm:t>
        <a:bodyPr/>
        <a:lstStyle/>
        <a:p>
          <a:endParaRPr lang="en-MY"/>
        </a:p>
      </dgm:t>
    </dgm:pt>
    <dgm:pt modelId="{1DDA6DC0-9746-41F3-A418-84D66E48ED77}" type="sibTrans" cxnId="{08DD4DFC-627B-47DE-B25B-3B603EE95D62}">
      <dgm:prSet/>
      <dgm:spPr/>
      <dgm:t>
        <a:bodyPr/>
        <a:lstStyle/>
        <a:p>
          <a:endParaRPr lang="en-MY"/>
        </a:p>
      </dgm:t>
    </dgm:pt>
    <dgm:pt modelId="{C319526C-F39D-4E48-BF06-C3A4DECF8765}">
      <dgm:prSet phldrT="[Text]" custT="1"/>
      <dgm:spPr/>
      <dgm:t>
        <a:bodyPr/>
        <a:lstStyle/>
        <a:p>
          <a:r>
            <a:rPr lang="ms-MY" sz="1500" dirty="0">
              <a:latin typeface="Tahoma" panose="020B0604030504040204" pitchFamily="34" charset="0"/>
              <a:ea typeface="Tahoma" panose="020B0604030504040204" pitchFamily="34" charset="0"/>
              <a:cs typeface="Tahoma" panose="020B0604030504040204" pitchFamily="34" charset="0"/>
            </a:rPr>
            <a:t>Menyelenggara satu sistem pergerakan semua fail terperingkat dan merekodkan semua pergerakan fail berkenaan;</a:t>
          </a:r>
          <a:endParaRPr lang="en-MY" sz="1500" dirty="0"/>
        </a:p>
      </dgm:t>
    </dgm:pt>
    <dgm:pt modelId="{E8BA8CF8-C319-42D4-B06A-372D3B9D13BD}" type="parTrans" cxnId="{D0336E9E-1173-45C7-A35F-861B9C2DFAAE}">
      <dgm:prSet/>
      <dgm:spPr/>
      <dgm:t>
        <a:bodyPr/>
        <a:lstStyle/>
        <a:p>
          <a:endParaRPr lang="en-MY"/>
        </a:p>
      </dgm:t>
    </dgm:pt>
    <dgm:pt modelId="{2A588B74-8A1A-46A3-821A-259C02D7AC85}" type="sibTrans" cxnId="{D0336E9E-1173-45C7-A35F-861B9C2DFAAE}">
      <dgm:prSet/>
      <dgm:spPr/>
      <dgm:t>
        <a:bodyPr/>
        <a:lstStyle/>
        <a:p>
          <a:endParaRPr lang="en-MY"/>
        </a:p>
      </dgm:t>
    </dgm:pt>
    <dgm:pt modelId="{F7A2EE47-ED86-4815-BFC2-2026D00617C0}">
      <dgm:prSet phldrT="[Text]" custT="1"/>
      <dgm:spPr/>
      <dgm:t>
        <a:bodyPr/>
        <a:lstStyle/>
        <a:p>
          <a:r>
            <a:rPr lang="ms-MY" sz="1500" dirty="0">
              <a:latin typeface="Tahoma" panose="020B0604030504040204" pitchFamily="34" charset="0"/>
              <a:ea typeface="Tahoma" panose="020B0604030504040204" pitchFamily="34" charset="0"/>
              <a:cs typeface="Tahoma" panose="020B0604030504040204" pitchFamily="34" charset="0"/>
            </a:rPr>
            <a:t>Mengetahui kedudukan tiap-tiap fail terperingkat dan mengaudit fail secara berkala untuk menentukan fail terperingkat masih ada dalam simpanan dan tindakan pegawai; dan</a:t>
          </a:r>
          <a:endParaRPr lang="en-MY" sz="1500" dirty="0"/>
        </a:p>
      </dgm:t>
    </dgm:pt>
    <dgm:pt modelId="{AE46DA41-CBD9-4A31-A641-19135952F2C0}" type="parTrans" cxnId="{EE721B04-25C9-4654-909B-C2362A4F0517}">
      <dgm:prSet/>
      <dgm:spPr/>
      <dgm:t>
        <a:bodyPr/>
        <a:lstStyle/>
        <a:p>
          <a:endParaRPr lang="en-MY"/>
        </a:p>
      </dgm:t>
    </dgm:pt>
    <dgm:pt modelId="{ACDCCBAE-F933-43ED-B574-568F90A59DF8}" type="sibTrans" cxnId="{EE721B04-25C9-4654-909B-C2362A4F0517}">
      <dgm:prSet/>
      <dgm:spPr/>
      <dgm:t>
        <a:bodyPr/>
        <a:lstStyle/>
        <a:p>
          <a:endParaRPr lang="en-MY"/>
        </a:p>
      </dgm:t>
    </dgm:pt>
    <dgm:pt modelId="{C498D794-4AA0-45C6-AD75-92039B9FD23A}">
      <dgm:prSet phldrT="[Text]" custT="1"/>
      <dgm:spPr/>
      <dgm:t>
        <a:bodyPr/>
        <a:lstStyle/>
        <a:p>
          <a:r>
            <a:rPr lang="ms-MY" sz="1500" dirty="0">
              <a:latin typeface="Tahoma" panose="020B0604030504040204" pitchFamily="34" charset="0"/>
              <a:ea typeface="Tahoma" panose="020B0604030504040204" pitchFamily="34" charset="0"/>
              <a:cs typeface="Tahoma" panose="020B0604030504040204" pitchFamily="34" charset="0"/>
            </a:rPr>
            <a:t>Bertanggungjawab sepenuhnya kepada Ketua Jabatan mengenai keselamatan Pendaftaran Rahsia termasuk penyimpanan semua rahsia rasmi.</a:t>
          </a:r>
          <a:endParaRPr lang="en-MY" sz="1500" dirty="0"/>
        </a:p>
      </dgm:t>
    </dgm:pt>
    <dgm:pt modelId="{8DF3A959-FB33-4628-88B2-4FEDB9534BB5}" type="parTrans" cxnId="{FF97111C-232F-4EEA-93B8-6578846348A4}">
      <dgm:prSet/>
      <dgm:spPr/>
      <dgm:t>
        <a:bodyPr/>
        <a:lstStyle/>
        <a:p>
          <a:endParaRPr lang="en-MY"/>
        </a:p>
      </dgm:t>
    </dgm:pt>
    <dgm:pt modelId="{D820B6EA-6CC1-47B6-AC52-B987FB745DA9}" type="sibTrans" cxnId="{FF97111C-232F-4EEA-93B8-6578846348A4}">
      <dgm:prSet/>
      <dgm:spPr/>
      <dgm:t>
        <a:bodyPr/>
        <a:lstStyle/>
        <a:p>
          <a:endParaRPr lang="en-MY"/>
        </a:p>
      </dgm:t>
    </dgm:pt>
    <dgm:pt modelId="{E9A94C81-1A2E-4827-A652-30DEDD93D1C9}" type="pres">
      <dgm:prSet presAssocID="{F02B7A6E-AE3E-457E-A83F-203942195319}" presName="Name0" presStyleCnt="0">
        <dgm:presLayoutVars>
          <dgm:chMax/>
          <dgm:chPref/>
          <dgm:dir/>
        </dgm:presLayoutVars>
      </dgm:prSet>
      <dgm:spPr/>
      <dgm:t>
        <a:bodyPr/>
        <a:lstStyle/>
        <a:p>
          <a:endParaRPr lang="en-MY"/>
        </a:p>
      </dgm:t>
    </dgm:pt>
    <dgm:pt modelId="{6FEF48DC-5F5D-461D-B99D-A90D410A33D3}" type="pres">
      <dgm:prSet presAssocID="{367415A2-0B5C-4487-A478-9D3D343EB47A}" presName="parenttextcomposite" presStyleCnt="0"/>
      <dgm:spPr/>
    </dgm:pt>
    <dgm:pt modelId="{11075BBC-D43D-486C-9F76-B28DD28DE44F}" type="pres">
      <dgm:prSet presAssocID="{367415A2-0B5C-4487-A478-9D3D343EB47A}" presName="parenttext" presStyleLbl="revTx" presStyleIdx="0" presStyleCnt="4" custLinFactNeighborX="167" custLinFactNeighborY="38889">
        <dgm:presLayoutVars>
          <dgm:chMax/>
          <dgm:chPref val="2"/>
          <dgm:bulletEnabled val="1"/>
        </dgm:presLayoutVars>
      </dgm:prSet>
      <dgm:spPr/>
      <dgm:t>
        <a:bodyPr/>
        <a:lstStyle/>
        <a:p>
          <a:endParaRPr lang="en-MY"/>
        </a:p>
      </dgm:t>
    </dgm:pt>
    <dgm:pt modelId="{8CE7B92C-D53A-4AFC-B7DD-184606474A6C}" type="pres">
      <dgm:prSet presAssocID="{367415A2-0B5C-4487-A478-9D3D343EB47A}" presName="parallelogramComposite" presStyleCnt="0"/>
      <dgm:spPr/>
    </dgm:pt>
    <dgm:pt modelId="{19C82ABE-AB54-433E-A760-AE2B80F56FFB}" type="pres">
      <dgm:prSet presAssocID="{367415A2-0B5C-4487-A478-9D3D343EB47A}" presName="parallelogram1" presStyleLbl="alignNode1" presStyleIdx="0" presStyleCnt="28" custLinFactY="-100000" custLinFactNeighborX="1359" custLinFactNeighborY="-194881"/>
      <dgm:spPr/>
    </dgm:pt>
    <dgm:pt modelId="{E1A36D9A-7EA6-4245-B3D1-4026F3817F21}" type="pres">
      <dgm:prSet presAssocID="{367415A2-0B5C-4487-A478-9D3D343EB47A}" presName="parallelogram2" presStyleLbl="alignNode1" presStyleIdx="1" presStyleCnt="28" custLinFactY="-100000" custLinFactNeighborX="1359" custLinFactNeighborY="-194881"/>
      <dgm:spPr/>
    </dgm:pt>
    <dgm:pt modelId="{E041B3BB-74F9-4160-A382-1E69B91E7016}" type="pres">
      <dgm:prSet presAssocID="{367415A2-0B5C-4487-A478-9D3D343EB47A}" presName="parallelogram3" presStyleLbl="alignNode1" presStyleIdx="2" presStyleCnt="28" custLinFactY="-100000" custLinFactNeighborX="9511" custLinFactNeighborY="-194881"/>
      <dgm:spPr/>
    </dgm:pt>
    <dgm:pt modelId="{C2444598-40D2-4680-A3EA-C43B5F771291}" type="pres">
      <dgm:prSet presAssocID="{367415A2-0B5C-4487-A478-9D3D343EB47A}" presName="parallelogram4" presStyleLbl="alignNode1" presStyleIdx="3" presStyleCnt="28" custLinFactY="-100000" custLinFactNeighborX="-7681" custLinFactNeighborY="-194881"/>
      <dgm:spPr/>
    </dgm:pt>
    <dgm:pt modelId="{91F457E0-ACBE-41A9-A5F7-5686E18E9AF0}" type="pres">
      <dgm:prSet presAssocID="{367415A2-0B5C-4487-A478-9D3D343EB47A}" presName="parallelogram5" presStyleLbl="alignNode1" presStyleIdx="4" presStyleCnt="28" custLinFactY="-100000" custLinFactNeighborX="4560" custLinFactNeighborY="-194881"/>
      <dgm:spPr/>
    </dgm:pt>
    <dgm:pt modelId="{801F9984-D220-47E4-BC76-463DE5B2ECE3}" type="pres">
      <dgm:prSet presAssocID="{367415A2-0B5C-4487-A478-9D3D343EB47A}" presName="parallelogram6" presStyleLbl="alignNode1" presStyleIdx="5" presStyleCnt="28" custLinFactY="-100000" custLinFactNeighborY="-194881"/>
      <dgm:spPr/>
    </dgm:pt>
    <dgm:pt modelId="{6DB3C365-1AE8-4766-AF71-CAA4B63F1265}" type="pres">
      <dgm:prSet presAssocID="{367415A2-0B5C-4487-A478-9D3D343EB47A}" presName="parallelogram7" presStyleLbl="alignNode1" presStyleIdx="6" presStyleCnt="28" custLinFactY="-100000" custLinFactNeighborX="5435" custLinFactNeighborY="-194881"/>
      <dgm:spPr/>
    </dgm:pt>
    <dgm:pt modelId="{5F17044D-1BAB-4299-AB97-886287BADABA}" type="pres">
      <dgm:prSet presAssocID="{1DDA6DC0-9746-41F3-A418-84D66E48ED77}" presName="sibTrans" presStyleCnt="0"/>
      <dgm:spPr/>
    </dgm:pt>
    <dgm:pt modelId="{D28A0003-8C4F-4926-99DF-CAEA39621976}" type="pres">
      <dgm:prSet presAssocID="{C319526C-F39D-4E48-BF06-C3A4DECF8765}" presName="parenttextcomposite" presStyleCnt="0"/>
      <dgm:spPr/>
    </dgm:pt>
    <dgm:pt modelId="{F390B579-4415-418A-AF5E-1DA77854A03A}" type="pres">
      <dgm:prSet presAssocID="{C319526C-F39D-4E48-BF06-C3A4DECF8765}" presName="parenttext" presStyleLbl="revTx" presStyleIdx="1" presStyleCnt="4" custScaleY="81238" custLinFactNeighborX="-543" custLinFactNeighborY="15942">
        <dgm:presLayoutVars>
          <dgm:chMax/>
          <dgm:chPref val="2"/>
          <dgm:bulletEnabled val="1"/>
        </dgm:presLayoutVars>
      </dgm:prSet>
      <dgm:spPr/>
      <dgm:t>
        <a:bodyPr/>
        <a:lstStyle/>
        <a:p>
          <a:endParaRPr lang="en-MY"/>
        </a:p>
      </dgm:t>
    </dgm:pt>
    <dgm:pt modelId="{33D2004D-95FA-49E0-A7E0-E9A2F310B4E2}" type="pres">
      <dgm:prSet presAssocID="{C319526C-F39D-4E48-BF06-C3A4DECF8765}" presName="parallelogramComposite" presStyleCnt="0"/>
      <dgm:spPr/>
    </dgm:pt>
    <dgm:pt modelId="{3297BB28-0894-4DFF-8808-1926C27F0CDD}" type="pres">
      <dgm:prSet presAssocID="{C319526C-F39D-4E48-BF06-C3A4DECF8765}" presName="parallelogram1" presStyleLbl="alignNode1" presStyleIdx="7" presStyleCnt="28" custLinFactY="-150544" custLinFactNeighborX="-1359" custLinFactNeighborY="-200000"/>
      <dgm:spPr/>
    </dgm:pt>
    <dgm:pt modelId="{FC00920E-63BA-446E-95BA-9FD3CDE20D65}" type="pres">
      <dgm:prSet presAssocID="{C319526C-F39D-4E48-BF06-C3A4DECF8765}" presName="parallelogram2" presStyleLbl="alignNode1" presStyleIdx="8" presStyleCnt="28" custLinFactY="-166847" custLinFactNeighborX="8152" custLinFactNeighborY="-200000"/>
      <dgm:spPr/>
    </dgm:pt>
    <dgm:pt modelId="{77E925D8-2FC0-4037-A0BB-BC6018F66791}" type="pres">
      <dgm:prSet presAssocID="{C319526C-F39D-4E48-BF06-C3A4DECF8765}" presName="parallelogram3" presStyleLbl="alignNode1" presStyleIdx="9" presStyleCnt="28" custLinFactY="-183152" custLinFactNeighborX="-4076" custLinFactNeighborY="-200000"/>
      <dgm:spPr/>
    </dgm:pt>
    <dgm:pt modelId="{23FAA0FB-4711-4147-B5F2-854125D8C935}" type="pres">
      <dgm:prSet presAssocID="{C319526C-F39D-4E48-BF06-C3A4DECF8765}" presName="parallelogram4" presStyleLbl="alignNode1" presStyleIdx="10" presStyleCnt="28" custLinFactY="-175000" custLinFactNeighborX="-17663" custLinFactNeighborY="-200000"/>
      <dgm:spPr/>
    </dgm:pt>
    <dgm:pt modelId="{12B8D9FA-A5CA-4F10-A38F-6B0351FE8A66}" type="pres">
      <dgm:prSet presAssocID="{C319526C-F39D-4E48-BF06-C3A4DECF8765}" presName="parallelogram5" presStyleLbl="alignNode1" presStyleIdx="11" presStyleCnt="28" custLinFactY="-166848" custLinFactNeighborX="-13514" custLinFactNeighborY="-200000"/>
      <dgm:spPr/>
    </dgm:pt>
    <dgm:pt modelId="{8EDBD6BF-2FBB-4772-A969-9C07B49C5642}" type="pres">
      <dgm:prSet presAssocID="{C319526C-F39D-4E48-BF06-C3A4DECF8765}" presName="parallelogram6" presStyleLbl="alignNode1" presStyleIdx="12" presStyleCnt="28" custLinFactY="-175000" custLinFactNeighborX="-21739" custLinFactNeighborY="-200000"/>
      <dgm:spPr/>
    </dgm:pt>
    <dgm:pt modelId="{01C7CD94-C68C-43A8-921D-10ADA9EB386F}" type="pres">
      <dgm:prSet presAssocID="{C319526C-F39D-4E48-BF06-C3A4DECF8765}" presName="parallelogram7" presStyleLbl="alignNode1" presStyleIdx="13" presStyleCnt="28" custLinFactY="-175000" custLinFactNeighborX="-9511" custLinFactNeighborY="-200000"/>
      <dgm:spPr/>
    </dgm:pt>
    <dgm:pt modelId="{FC8CA69A-10F8-4431-9442-8E8DAEBC6FCF}" type="pres">
      <dgm:prSet presAssocID="{2A588B74-8A1A-46A3-821A-259C02D7AC85}" presName="sibTrans" presStyleCnt="0"/>
      <dgm:spPr/>
    </dgm:pt>
    <dgm:pt modelId="{126DCE42-CCFF-4F13-A85D-BF7CAAE7854E}" type="pres">
      <dgm:prSet presAssocID="{F7A2EE47-ED86-4815-BFC2-2026D00617C0}" presName="parenttextcomposite" presStyleCnt="0"/>
      <dgm:spPr/>
    </dgm:pt>
    <dgm:pt modelId="{9D65EAE8-449F-4418-A1DA-D9F6A83791E0}" type="pres">
      <dgm:prSet presAssocID="{F7A2EE47-ED86-4815-BFC2-2026D00617C0}" presName="parenttext" presStyleLbl="revTx" presStyleIdx="2" presStyleCnt="4" custScaleX="109918" custLinFactNeighborX="-725" custLinFactNeighborY="-6503">
        <dgm:presLayoutVars>
          <dgm:chMax/>
          <dgm:chPref val="2"/>
          <dgm:bulletEnabled val="1"/>
        </dgm:presLayoutVars>
      </dgm:prSet>
      <dgm:spPr/>
      <dgm:t>
        <a:bodyPr/>
        <a:lstStyle/>
        <a:p>
          <a:endParaRPr lang="en-MY"/>
        </a:p>
      </dgm:t>
    </dgm:pt>
    <dgm:pt modelId="{7129F13C-5A70-493E-BAA5-073AFF9A4F86}" type="pres">
      <dgm:prSet presAssocID="{F7A2EE47-ED86-4815-BFC2-2026D00617C0}" presName="parallelogramComposite" presStyleCnt="0"/>
      <dgm:spPr/>
    </dgm:pt>
    <dgm:pt modelId="{71F4AFB7-F9B9-4854-AB77-F61D9A11E050}" type="pres">
      <dgm:prSet presAssocID="{F7A2EE47-ED86-4815-BFC2-2026D00617C0}" presName="parallelogram1" presStyleLbl="alignNode1" presStyleIdx="14" presStyleCnt="28" custLinFactY="-200000" custLinFactNeighborX="-8152" custLinFactNeighborY="-289316"/>
      <dgm:spPr/>
    </dgm:pt>
    <dgm:pt modelId="{3999F946-B282-4467-8609-C9487F0CE2E0}" type="pres">
      <dgm:prSet presAssocID="{F7A2EE47-ED86-4815-BFC2-2026D00617C0}" presName="parallelogram2" presStyleLbl="alignNode1" presStyleIdx="15" presStyleCnt="28" custLinFactY="-200000" custLinFactNeighborX="-1359" custLinFactNeighborY="-289316"/>
      <dgm:spPr/>
    </dgm:pt>
    <dgm:pt modelId="{C7761AF1-8278-4EFA-BBBF-1F0C394C8983}" type="pres">
      <dgm:prSet presAssocID="{F7A2EE47-ED86-4815-BFC2-2026D00617C0}" presName="parallelogram3" presStyleLbl="alignNode1" presStyleIdx="16" presStyleCnt="28" custLinFactY="-200000" custLinFactNeighborX="-8152" custLinFactNeighborY="-289316"/>
      <dgm:spPr/>
    </dgm:pt>
    <dgm:pt modelId="{232EE54D-B637-4849-AD45-B461D4ADC9C1}" type="pres">
      <dgm:prSet presAssocID="{F7A2EE47-ED86-4815-BFC2-2026D00617C0}" presName="parallelogram4" presStyleLbl="alignNode1" presStyleIdx="17" presStyleCnt="28" custLinFactY="-200000" custLinFactNeighborX="-7681" custLinFactNeighborY="-289316"/>
      <dgm:spPr/>
    </dgm:pt>
    <dgm:pt modelId="{C57FA668-917F-44FF-AF2D-A9F732800EA3}" type="pres">
      <dgm:prSet presAssocID="{F7A2EE47-ED86-4815-BFC2-2026D00617C0}" presName="parallelogram5" presStyleLbl="alignNode1" presStyleIdx="18" presStyleCnt="28" custLinFactY="-200000" custLinFactNeighborX="-13514" custLinFactNeighborY="-289316"/>
      <dgm:spPr/>
    </dgm:pt>
    <dgm:pt modelId="{958FBCB3-0230-46FE-9C3D-0AEB03F56FDE}" type="pres">
      <dgm:prSet presAssocID="{F7A2EE47-ED86-4815-BFC2-2026D00617C0}" presName="parallelogram6" presStyleLbl="alignNode1" presStyleIdx="19" presStyleCnt="28" custLinFactY="-200000" custLinFactNeighborX="-8152" custLinFactNeighborY="-289316"/>
      <dgm:spPr/>
    </dgm:pt>
    <dgm:pt modelId="{A738AC0D-DC32-458C-9B34-C21E04DD6697}" type="pres">
      <dgm:prSet presAssocID="{F7A2EE47-ED86-4815-BFC2-2026D00617C0}" presName="parallelogram7" presStyleLbl="alignNode1" presStyleIdx="20" presStyleCnt="28" custLinFactY="-200000" custLinFactNeighborX="-13587" custLinFactNeighborY="-289316"/>
      <dgm:spPr/>
    </dgm:pt>
    <dgm:pt modelId="{D57D5B18-6F11-4871-A613-65C5EBCAAD2C}" type="pres">
      <dgm:prSet presAssocID="{ACDCCBAE-F933-43ED-B574-568F90A59DF8}" presName="sibTrans" presStyleCnt="0"/>
      <dgm:spPr/>
    </dgm:pt>
    <dgm:pt modelId="{B190CF79-7C6C-402B-BBA7-1E2AC79F5810}" type="pres">
      <dgm:prSet presAssocID="{C498D794-4AA0-45C6-AD75-92039B9FD23A}" presName="parenttextcomposite" presStyleCnt="0"/>
      <dgm:spPr/>
    </dgm:pt>
    <dgm:pt modelId="{C7782F5B-5C3B-41A8-841F-CFFDDE36F3D6}" type="pres">
      <dgm:prSet presAssocID="{C498D794-4AA0-45C6-AD75-92039B9FD23A}" presName="parenttext" presStyleLbl="revTx" presStyleIdx="3" presStyleCnt="4" custLinFactNeighborX="-196" custLinFactNeighborY="-33485">
        <dgm:presLayoutVars>
          <dgm:chMax/>
          <dgm:chPref val="2"/>
          <dgm:bulletEnabled val="1"/>
        </dgm:presLayoutVars>
      </dgm:prSet>
      <dgm:spPr/>
      <dgm:t>
        <a:bodyPr/>
        <a:lstStyle/>
        <a:p>
          <a:endParaRPr lang="en-MY"/>
        </a:p>
      </dgm:t>
    </dgm:pt>
    <dgm:pt modelId="{A77C2A1D-8D3B-4417-9988-EAB15D8C4B89}" type="pres">
      <dgm:prSet presAssocID="{C498D794-4AA0-45C6-AD75-92039B9FD23A}" presName="parallelogramComposite" presStyleCnt="0"/>
      <dgm:spPr/>
    </dgm:pt>
    <dgm:pt modelId="{2AB342E6-5710-426C-ACD0-C4A3221DDE06}" type="pres">
      <dgm:prSet presAssocID="{C498D794-4AA0-45C6-AD75-92039B9FD23A}" presName="parallelogram1" presStyleLbl="alignNode1" presStyleIdx="21" presStyleCnt="28" custLinFactY="-300000" custLinFactNeighborX="-8152" custLinFactNeighborY="-311413"/>
      <dgm:spPr/>
    </dgm:pt>
    <dgm:pt modelId="{6C20B795-B529-47FB-8DE6-2E950D65936B}" type="pres">
      <dgm:prSet presAssocID="{C498D794-4AA0-45C6-AD75-92039B9FD23A}" presName="parallelogram2" presStyleLbl="alignNode1" presStyleIdx="22" presStyleCnt="28" custLinFactY="-300000" custLinFactNeighborX="-12228" custLinFactNeighborY="-335869"/>
      <dgm:spPr/>
    </dgm:pt>
    <dgm:pt modelId="{BC74CFF1-B8B6-47FD-84DC-3D723C71C3DE}" type="pres">
      <dgm:prSet presAssocID="{C498D794-4AA0-45C6-AD75-92039B9FD23A}" presName="parallelogram3" presStyleLbl="alignNode1" presStyleIdx="23" presStyleCnt="28" custLinFactY="-300000" custLinFactNeighborX="-28303" custLinFactNeighborY="-311413"/>
      <dgm:spPr/>
    </dgm:pt>
    <dgm:pt modelId="{10DD8ED0-A417-46D2-8FCF-49AF8621797E}" type="pres">
      <dgm:prSet presAssocID="{C498D794-4AA0-45C6-AD75-92039B9FD23A}" presName="parallelogram4" presStyleLbl="alignNode1" presStyleIdx="24" presStyleCnt="28" custLinFactY="-300000" custLinFactNeighborX="-30378" custLinFactNeighborY="-319565"/>
      <dgm:spPr/>
    </dgm:pt>
    <dgm:pt modelId="{40E9F44E-E4DB-48D5-9094-E3A09CBA7127}" type="pres">
      <dgm:prSet presAssocID="{C498D794-4AA0-45C6-AD75-92039B9FD23A}" presName="parallelogram5" presStyleLbl="alignNode1" presStyleIdx="25" presStyleCnt="28" custLinFactY="-300000" custLinFactNeighborX="-37570" custLinFactNeighborY="-319566"/>
      <dgm:spPr/>
    </dgm:pt>
    <dgm:pt modelId="{E14FF72F-0EC9-48CB-A3C9-F5128387F690}" type="pres">
      <dgm:prSet presAssocID="{C498D794-4AA0-45C6-AD75-92039B9FD23A}" presName="parallelogram6" presStyleLbl="alignNode1" presStyleIdx="26" presStyleCnt="28" custLinFactY="-300000" custLinFactNeighborX="-32788" custLinFactNeighborY="-327717"/>
      <dgm:spPr/>
    </dgm:pt>
    <dgm:pt modelId="{5BA07B10-5C07-4A97-ABA9-E3526C60C18B}" type="pres">
      <dgm:prSet presAssocID="{C498D794-4AA0-45C6-AD75-92039B9FD23A}" presName="parallelogram7" presStyleLbl="alignNode1" presStyleIdx="27" presStyleCnt="28" custLinFactY="-300000" custLinFactNeighborX="-12228" custLinFactNeighborY="-319565"/>
      <dgm:spPr/>
    </dgm:pt>
  </dgm:ptLst>
  <dgm:cxnLst>
    <dgm:cxn modelId="{08DD4DFC-627B-47DE-B25B-3B603EE95D62}" srcId="{F02B7A6E-AE3E-457E-A83F-203942195319}" destId="{367415A2-0B5C-4487-A478-9D3D343EB47A}" srcOrd="0" destOrd="0" parTransId="{209DBD0F-180E-4863-B55E-E91968C6E677}" sibTransId="{1DDA6DC0-9746-41F3-A418-84D66E48ED77}"/>
    <dgm:cxn modelId="{E6AC8A19-894D-46AD-9B29-CEE7ABB8B6F8}" type="presOf" srcId="{C319526C-F39D-4E48-BF06-C3A4DECF8765}" destId="{F390B579-4415-418A-AF5E-1DA77854A03A}" srcOrd="0" destOrd="0" presId="urn:microsoft.com/office/officeart/2008/layout/VerticalAccentList"/>
    <dgm:cxn modelId="{9B9A908F-171E-4564-BC48-4C31334A1810}" type="presOf" srcId="{C498D794-4AA0-45C6-AD75-92039B9FD23A}" destId="{C7782F5B-5C3B-41A8-841F-CFFDDE36F3D6}" srcOrd="0" destOrd="0" presId="urn:microsoft.com/office/officeart/2008/layout/VerticalAccentList"/>
    <dgm:cxn modelId="{FF97111C-232F-4EEA-93B8-6578846348A4}" srcId="{F02B7A6E-AE3E-457E-A83F-203942195319}" destId="{C498D794-4AA0-45C6-AD75-92039B9FD23A}" srcOrd="3" destOrd="0" parTransId="{8DF3A959-FB33-4628-88B2-4FEDB9534BB5}" sibTransId="{D820B6EA-6CC1-47B6-AC52-B987FB745DA9}"/>
    <dgm:cxn modelId="{84ACC73A-091A-4184-812B-9AB9BCA84036}" type="presOf" srcId="{367415A2-0B5C-4487-A478-9D3D343EB47A}" destId="{11075BBC-D43D-486C-9F76-B28DD28DE44F}" srcOrd="0" destOrd="0" presId="urn:microsoft.com/office/officeart/2008/layout/VerticalAccentList"/>
    <dgm:cxn modelId="{28D8196C-3B86-458F-935A-7EFA2352A22B}" type="presOf" srcId="{F02B7A6E-AE3E-457E-A83F-203942195319}" destId="{E9A94C81-1A2E-4827-A652-30DEDD93D1C9}" srcOrd="0" destOrd="0" presId="urn:microsoft.com/office/officeart/2008/layout/VerticalAccentList"/>
    <dgm:cxn modelId="{EE721B04-25C9-4654-909B-C2362A4F0517}" srcId="{F02B7A6E-AE3E-457E-A83F-203942195319}" destId="{F7A2EE47-ED86-4815-BFC2-2026D00617C0}" srcOrd="2" destOrd="0" parTransId="{AE46DA41-CBD9-4A31-A641-19135952F2C0}" sibTransId="{ACDCCBAE-F933-43ED-B574-568F90A59DF8}"/>
    <dgm:cxn modelId="{92EE7D80-B7AE-44A2-B6F4-CAF1AAE1C279}" type="presOf" srcId="{F7A2EE47-ED86-4815-BFC2-2026D00617C0}" destId="{9D65EAE8-449F-4418-A1DA-D9F6A83791E0}" srcOrd="0" destOrd="0" presId="urn:microsoft.com/office/officeart/2008/layout/VerticalAccentList"/>
    <dgm:cxn modelId="{D0336E9E-1173-45C7-A35F-861B9C2DFAAE}" srcId="{F02B7A6E-AE3E-457E-A83F-203942195319}" destId="{C319526C-F39D-4E48-BF06-C3A4DECF8765}" srcOrd="1" destOrd="0" parTransId="{E8BA8CF8-C319-42D4-B06A-372D3B9D13BD}" sibTransId="{2A588B74-8A1A-46A3-821A-259C02D7AC85}"/>
    <dgm:cxn modelId="{241DED60-A53A-446D-911F-40FFA8575088}" type="presParOf" srcId="{E9A94C81-1A2E-4827-A652-30DEDD93D1C9}" destId="{6FEF48DC-5F5D-461D-B99D-A90D410A33D3}" srcOrd="0" destOrd="0" presId="urn:microsoft.com/office/officeart/2008/layout/VerticalAccentList"/>
    <dgm:cxn modelId="{A322321B-4A57-4364-A40E-4F90D9CDCE1F}" type="presParOf" srcId="{6FEF48DC-5F5D-461D-B99D-A90D410A33D3}" destId="{11075BBC-D43D-486C-9F76-B28DD28DE44F}" srcOrd="0" destOrd="0" presId="urn:microsoft.com/office/officeart/2008/layout/VerticalAccentList"/>
    <dgm:cxn modelId="{F4927384-55DD-47F6-996C-A0212E226422}" type="presParOf" srcId="{E9A94C81-1A2E-4827-A652-30DEDD93D1C9}" destId="{8CE7B92C-D53A-4AFC-B7DD-184606474A6C}" srcOrd="1" destOrd="0" presId="urn:microsoft.com/office/officeart/2008/layout/VerticalAccentList"/>
    <dgm:cxn modelId="{92BC8E21-7FAA-4A33-AFFC-55EFBBE2B543}" type="presParOf" srcId="{8CE7B92C-D53A-4AFC-B7DD-184606474A6C}" destId="{19C82ABE-AB54-433E-A760-AE2B80F56FFB}" srcOrd="0" destOrd="0" presId="urn:microsoft.com/office/officeart/2008/layout/VerticalAccentList"/>
    <dgm:cxn modelId="{73DE5B7E-B26A-4559-90EC-ED309EB76161}" type="presParOf" srcId="{8CE7B92C-D53A-4AFC-B7DD-184606474A6C}" destId="{E1A36D9A-7EA6-4245-B3D1-4026F3817F21}" srcOrd="1" destOrd="0" presId="urn:microsoft.com/office/officeart/2008/layout/VerticalAccentList"/>
    <dgm:cxn modelId="{7C2FD516-18B7-44B4-BDAD-DF3C7D5E0F05}" type="presParOf" srcId="{8CE7B92C-D53A-4AFC-B7DD-184606474A6C}" destId="{E041B3BB-74F9-4160-A382-1E69B91E7016}" srcOrd="2" destOrd="0" presId="urn:microsoft.com/office/officeart/2008/layout/VerticalAccentList"/>
    <dgm:cxn modelId="{DCC1C7DC-B346-4A13-A22E-758A47C4675A}" type="presParOf" srcId="{8CE7B92C-D53A-4AFC-B7DD-184606474A6C}" destId="{C2444598-40D2-4680-A3EA-C43B5F771291}" srcOrd="3" destOrd="0" presId="urn:microsoft.com/office/officeart/2008/layout/VerticalAccentList"/>
    <dgm:cxn modelId="{DAF7CA8F-CE80-4414-AFB8-49CB49BC2284}" type="presParOf" srcId="{8CE7B92C-D53A-4AFC-B7DD-184606474A6C}" destId="{91F457E0-ACBE-41A9-A5F7-5686E18E9AF0}" srcOrd="4" destOrd="0" presId="urn:microsoft.com/office/officeart/2008/layout/VerticalAccentList"/>
    <dgm:cxn modelId="{63F8D51F-810F-4579-866F-F5164927BCF1}" type="presParOf" srcId="{8CE7B92C-D53A-4AFC-B7DD-184606474A6C}" destId="{801F9984-D220-47E4-BC76-463DE5B2ECE3}" srcOrd="5" destOrd="0" presId="urn:microsoft.com/office/officeart/2008/layout/VerticalAccentList"/>
    <dgm:cxn modelId="{51A129A6-E0EE-4BD7-9930-580DA10D1D80}" type="presParOf" srcId="{8CE7B92C-D53A-4AFC-B7DD-184606474A6C}" destId="{6DB3C365-1AE8-4766-AF71-CAA4B63F1265}" srcOrd="6" destOrd="0" presId="urn:microsoft.com/office/officeart/2008/layout/VerticalAccentList"/>
    <dgm:cxn modelId="{70571FA6-66C2-4F65-B686-8735CC344B38}" type="presParOf" srcId="{E9A94C81-1A2E-4827-A652-30DEDD93D1C9}" destId="{5F17044D-1BAB-4299-AB97-886287BADABA}" srcOrd="2" destOrd="0" presId="urn:microsoft.com/office/officeart/2008/layout/VerticalAccentList"/>
    <dgm:cxn modelId="{05E3B993-8977-4698-8ECB-9D9FB3E810D9}" type="presParOf" srcId="{E9A94C81-1A2E-4827-A652-30DEDD93D1C9}" destId="{D28A0003-8C4F-4926-99DF-CAEA39621976}" srcOrd="3" destOrd="0" presId="urn:microsoft.com/office/officeart/2008/layout/VerticalAccentList"/>
    <dgm:cxn modelId="{E1210205-E458-44D0-A75E-D6143B51BDFD}" type="presParOf" srcId="{D28A0003-8C4F-4926-99DF-CAEA39621976}" destId="{F390B579-4415-418A-AF5E-1DA77854A03A}" srcOrd="0" destOrd="0" presId="urn:microsoft.com/office/officeart/2008/layout/VerticalAccentList"/>
    <dgm:cxn modelId="{5B44CC3D-83B6-4434-9CBB-D98292B88465}" type="presParOf" srcId="{E9A94C81-1A2E-4827-A652-30DEDD93D1C9}" destId="{33D2004D-95FA-49E0-A7E0-E9A2F310B4E2}" srcOrd="4" destOrd="0" presId="urn:microsoft.com/office/officeart/2008/layout/VerticalAccentList"/>
    <dgm:cxn modelId="{5EF4D0A0-62B3-4FCF-A0BC-CFB899D3CE8A}" type="presParOf" srcId="{33D2004D-95FA-49E0-A7E0-E9A2F310B4E2}" destId="{3297BB28-0894-4DFF-8808-1926C27F0CDD}" srcOrd="0" destOrd="0" presId="urn:microsoft.com/office/officeart/2008/layout/VerticalAccentList"/>
    <dgm:cxn modelId="{3CA01DEE-8D34-4BDB-803B-5E0EFC06FEB2}" type="presParOf" srcId="{33D2004D-95FA-49E0-A7E0-E9A2F310B4E2}" destId="{FC00920E-63BA-446E-95BA-9FD3CDE20D65}" srcOrd="1" destOrd="0" presId="urn:microsoft.com/office/officeart/2008/layout/VerticalAccentList"/>
    <dgm:cxn modelId="{47A39431-C459-4C98-B7EF-4C24468BF535}" type="presParOf" srcId="{33D2004D-95FA-49E0-A7E0-E9A2F310B4E2}" destId="{77E925D8-2FC0-4037-A0BB-BC6018F66791}" srcOrd="2" destOrd="0" presId="urn:microsoft.com/office/officeart/2008/layout/VerticalAccentList"/>
    <dgm:cxn modelId="{FCD87006-C70D-4718-9A3C-5F0F288D8C9B}" type="presParOf" srcId="{33D2004D-95FA-49E0-A7E0-E9A2F310B4E2}" destId="{23FAA0FB-4711-4147-B5F2-854125D8C935}" srcOrd="3" destOrd="0" presId="urn:microsoft.com/office/officeart/2008/layout/VerticalAccentList"/>
    <dgm:cxn modelId="{28A2CAC8-0510-447B-A493-4CF2919D29BB}" type="presParOf" srcId="{33D2004D-95FA-49E0-A7E0-E9A2F310B4E2}" destId="{12B8D9FA-A5CA-4F10-A38F-6B0351FE8A66}" srcOrd="4" destOrd="0" presId="urn:microsoft.com/office/officeart/2008/layout/VerticalAccentList"/>
    <dgm:cxn modelId="{E679270B-4142-4253-930B-63AD5663C2A7}" type="presParOf" srcId="{33D2004D-95FA-49E0-A7E0-E9A2F310B4E2}" destId="{8EDBD6BF-2FBB-4772-A969-9C07B49C5642}" srcOrd="5" destOrd="0" presId="urn:microsoft.com/office/officeart/2008/layout/VerticalAccentList"/>
    <dgm:cxn modelId="{95461F46-11CF-40B9-BF59-3E11EBE664F7}" type="presParOf" srcId="{33D2004D-95FA-49E0-A7E0-E9A2F310B4E2}" destId="{01C7CD94-C68C-43A8-921D-10ADA9EB386F}" srcOrd="6" destOrd="0" presId="urn:microsoft.com/office/officeart/2008/layout/VerticalAccentList"/>
    <dgm:cxn modelId="{3E3305A1-956F-4577-9644-0E3D984B2E27}" type="presParOf" srcId="{E9A94C81-1A2E-4827-A652-30DEDD93D1C9}" destId="{FC8CA69A-10F8-4431-9442-8E8DAEBC6FCF}" srcOrd="5" destOrd="0" presId="urn:microsoft.com/office/officeart/2008/layout/VerticalAccentList"/>
    <dgm:cxn modelId="{8EC8B49B-7BD5-48DE-A429-D70477CA8B0E}" type="presParOf" srcId="{E9A94C81-1A2E-4827-A652-30DEDD93D1C9}" destId="{126DCE42-CCFF-4F13-A85D-BF7CAAE7854E}" srcOrd="6" destOrd="0" presId="urn:microsoft.com/office/officeart/2008/layout/VerticalAccentList"/>
    <dgm:cxn modelId="{2A2730E5-8B2F-4BB0-B6F2-A40EBD2F9C70}" type="presParOf" srcId="{126DCE42-CCFF-4F13-A85D-BF7CAAE7854E}" destId="{9D65EAE8-449F-4418-A1DA-D9F6A83791E0}" srcOrd="0" destOrd="0" presId="urn:microsoft.com/office/officeart/2008/layout/VerticalAccentList"/>
    <dgm:cxn modelId="{E41E98B3-85A8-4834-A1E3-071E2E4C3C0E}" type="presParOf" srcId="{E9A94C81-1A2E-4827-A652-30DEDD93D1C9}" destId="{7129F13C-5A70-493E-BAA5-073AFF9A4F86}" srcOrd="7" destOrd="0" presId="urn:microsoft.com/office/officeart/2008/layout/VerticalAccentList"/>
    <dgm:cxn modelId="{B3AD4379-7521-49F9-B89C-B4A5F53B622D}" type="presParOf" srcId="{7129F13C-5A70-493E-BAA5-073AFF9A4F86}" destId="{71F4AFB7-F9B9-4854-AB77-F61D9A11E050}" srcOrd="0" destOrd="0" presId="urn:microsoft.com/office/officeart/2008/layout/VerticalAccentList"/>
    <dgm:cxn modelId="{0FE5C0ED-9905-48D9-96B4-20F301ABFDFF}" type="presParOf" srcId="{7129F13C-5A70-493E-BAA5-073AFF9A4F86}" destId="{3999F946-B282-4467-8609-C9487F0CE2E0}" srcOrd="1" destOrd="0" presId="urn:microsoft.com/office/officeart/2008/layout/VerticalAccentList"/>
    <dgm:cxn modelId="{A85D8989-81B5-4B3B-AF36-6B26658044B6}" type="presParOf" srcId="{7129F13C-5A70-493E-BAA5-073AFF9A4F86}" destId="{C7761AF1-8278-4EFA-BBBF-1F0C394C8983}" srcOrd="2" destOrd="0" presId="urn:microsoft.com/office/officeart/2008/layout/VerticalAccentList"/>
    <dgm:cxn modelId="{ECA13D65-767C-4EA2-BB0C-172892C5AB99}" type="presParOf" srcId="{7129F13C-5A70-493E-BAA5-073AFF9A4F86}" destId="{232EE54D-B637-4849-AD45-B461D4ADC9C1}" srcOrd="3" destOrd="0" presId="urn:microsoft.com/office/officeart/2008/layout/VerticalAccentList"/>
    <dgm:cxn modelId="{BA4DED71-AE41-4D0C-B717-456EF5B889DC}" type="presParOf" srcId="{7129F13C-5A70-493E-BAA5-073AFF9A4F86}" destId="{C57FA668-917F-44FF-AF2D-A9F732800EA3}" srcOrd="4" destOrd="0" presId="urn:microsoft.com/office/officeart/2008/layout/VerticalAccentList"/>
    <dgm:cxn modelId="{D8010FD9-0CF8-4004-9173-B9D45BEBAF67}" type="presParOf" srcId="{7129F13C-5A70-493E-BAA5-073AFF9A4F86}" destId="{958FBCB3-0230-46FE-9C3D-0AEB03F56FDE}" srcOrd="5" destOrd="0" presId="urn:microsoft.com/office/officeart/2008/layout/VerticalAccentList"/>
    <dgm:cxn modelId="{AAD8CAD7-2E44-4FF2-8CF5-7D9D1601E245}" type="presParOf" srcId="{7129F13C-5A70-493E-BAA5-073AFF9A4F86}" destId="{A738AC0D-DC32-458C-9B34-C21E04DD6697}" srcOrd="6" destOrd="0" presId="urn:microsoft.com/office/officeart/2008/layout/VerticalAccentList"/>
    <dgm:cxn modelId="{3FA18184-065F-4542-9359-D2F6CFABFEFC}" type="presParOf" srcId="{E9A94C81-1A2E-4827-A652-30DEDD93D1C9}" destId="{D57D5B18-6F11-4871-A613-65C5EBCAAD2C}" srcOrd="8" destOrd="0" presId="urn:microsoft.com/office/officeart/2008/layout/VerticalAccentList"/>
    <dgm:cxn modelId="{82DE5658-A077-4A3C-83BF-C92D332D9D97}" type="presParOf" srcId="{E9A94C81-1A2E-4827-A652-30DEDD93D1C9}" destId="{B190CF79-7C6C-402B-BBA7-1E2AC79F5810}" srcOrd="9" destOrd="0" presId="urn:microsoft.com/office/officeart/2008/layout/VerticalAccentList"/>
    <dgm:cxn modelId="{ADEBB354-7F5C-43B5-9128-9B06DFA9DA37}" type="presParOf" srcId="{B190CF79-7C6C-402B-BBA7-1E2AC79F5810}" destId="{C7782F5B-5C3B-41A8-841F-CFFDDE36F3D6}" srcOrd="0" destOrd="0" presId="urn:microsoft.com/office/officeart/2008/layout/VerticalAccentList"/>
    <dgm:cxn modelId="{70C3C7E0-440B-4AD8-B91D-D57FAA965E5C}" type="presParOf" srcId="{E9A94C81-1A2E-4827-A652-30DEDD93D1C9}" destId="{A77C2A1D-8D3B-4417-9988-EAB15D8C4B89}" srcOrd="10" destOrd="0" presId="urn:microsoft.com/office/officeart/2008/layout/VerticalAccentList"/>
    <dgm:cxn modelId="{93B9A4B2-9605-43CE-9E9C-16677600D201}" type="presParOf" srcId="{A77C2A1D-8D3B-4417-9988-EAB15D8C4B89}" destId="{2AB342E6-5710-426C-ACD0-C4A3221DDE06}" srcOrd="0" destOrd="0" presId="urn:microsoft.com/office/officeart/2008/layout/VerticalAccentList"/>
    <dgm:cxn modelId="{E9E4D843-C109-4F2E-A978-014B76DBBEDD}" type="presParOf" srcId="{A77C2A1D-8D3B-4417-9988-EAB15D8C4B89}" destId="{6C20B795-B529-47FB-8DE6-2E950D65936B}" srcOrd="1" destOrd="0" presId="urn:microsoft.com/office/officeart/2008/layout/VerticalAccentList"/>
    <dgm:cxn modelId="{566C49E9-0CA9-4DA4-B101-67A2BCD7CCE1}" type="presParOf" srcId="{A77C2A1D-8D3B-4417-9988-EAB15D8C4B89}" destId="{BC74CFF1-B8B6-47FD-84DC-3D723C71C3DE}" srcOrd="2" destOrd="0" presId="urn:microsoft.com/office/officeart/2008/layout/VerticalAccentList"/>
    <dgm:cxn modelId="{5E102515-18C2-4B7D-A5FD-AEF5798B00D8}" type="presParOf" srcId="{A77C2A1D-8D3B-4417-9988-EAB15D8C4B89}" destId="{10DD8ED0-A417-46D2-8FCF-49AF8621797E}" srcOrd="3" destOrd="0" presId="urn:microsoft.com/office/officeart/2008/layout/VerticalAccentList"/>
    <dgm:cxn modelId="{961F3D9F-CF98-441C-890F-F073029781BB}" type="presParOf" srcId="{A77C2A1D-8D3B-4417-9988-EAB15D8C4B89}" destId="{40E9F44E-E4DB-48D5-9094-E3A09CBA7127}" srcOrd="4" destOrd="0" presId="urn:microsoft.com/office/officeart/2008/layout/VerticalAccentList"/>
    <dgm:cxn modelId="{2448DB35-E714-494A-9772-43FA97E9F20C}" type="presParOf" srcId="{A77C2A1D-8D3B-4417-9988-EAB15D8C4B89}" destId="{E14FF72F-0EC9-48CB-A3C9-F5128387F690}" srcOrd="5" destOrd="0" presId="urn:microsoft.com/office/officeart/2008/layout/VerticalAccentList"/>
    <dgm:cxn modelId="{E9778BD8-A3FD-425D-AD49-646604CBFA72}" type="presParOf" srcId="{A77C2A1D-8D3B-4417-9988-EAB15D8C4B89}" destId="{5BA07B10-5C07-4A97-ABA9-E3526C60C18B}" srcOrd="6" destOrd="0" presId="urn:microsoft.com/office/officeart/2008/layout/VerticalAccent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B228C97-E67C-4308-AFB2-3311E105C34D}" type="doc">
      <dgm:prSet loTypeId="urn:microsoft.com/office/officeart/2005/8/layout/vProcess5" loCatId="process" qsTypeId="urn:microsoft.com/office/officeart/2005/8/quickstyle/simple1" qsCatId="simple" csTypeId="urn:microsoft.com/office/officeart/2005/8/colors/accent1_2" csCatId="accent1" phldr="1"/>
      <dgm:spPr/>
      <dgm:t>
        <a:bodyPr/>
        <a:lstStyle/>
        <a:p>
          <a:endParaRPr lang="en-MY"/>
        </a:p>
      </dgm:t>
    </dgm:pt>
    <dgm:pt modelId="{77093D71-F9E5-462E-AD45-CF3664BA2DE6}">
      <dgm:prSet phldrT="[Text]" custT="1"/>
      <dgm:spPr>
        <a:solidFill>
          <a:schemeClr val="accent4">
            <a:lumMod val="60000"/>
            <a:lumOff val="40000"/>
          </a:schemeClr>
        </a:solidFill>
        <a:ln>
          <a:solidFill>
            <a:schemeClr val="accent6">
              <a:lumMod val="50000"/>
            </a:schemeClr>
          </a:solidFill>
        </a:ln>
      </dgm:spPr>
      <dgm:t>
        <a:bodyPr/>
        <a:lstStyle/>
        <a:p>
          <a:pPr algn="r"/>
          <a:r>
            <a:rPr lang="en-MY" sz="6000" dirty="0">
              <a:solidFill>
                <a:srgbClr val="FF0000"/>
              </a:solidFill>
              <a:latin typeface="Tahoma" panose="020B0604030504040204" pitchFamily="34" charset="0"/>
              <a:ea typeface="Tahoma" panose="020B0604030504040204" pitchFamily="34" charset="0"/>
              <a:cs typeface="Tahoma" panose="020B0604030504040204" pitchFamily="34" charset="0"/>
            </a:rPr>
            <a:t>PENGELASAN</a:t>
          </a:r>
        </a:p>
      </dgm:t>
    </dgm:pt>
    <dgm:pt modelId="{FAD5D74A-94DA-4F22-8B64-8543A62AD795}" type="parTrans" cxnId="{6BE19F59-7A16-44BF-AF92-ACFAE9E53E99}">
      <dgm:prSet/>
      <dgm:spPr/>
      <dgm:t>
        <a:bodyPr/>
        <a:lstStyle/>
        <a:p>
          <a:endParaRPr lang="en-MY"/>
        </a:p>
      </dgm:t>
    </dgm:pt>
    <dgm:pt modelId="{F7C8C776-9DCD-44FC-B364-3778636AA053}" type="sibTrans" cxnId="{6BE19F59-7A16-44BF-AF92-ACFAE9E53E99}">
      <dgm:prSet/>
      <dgm:spPr>
        <a:solidFill>
          <a:srgbClr val="FF0000">
            <a:alpha val="90000"/>
          </a:srgbClr>
        </a:solidFill>
      </dgm:spPr>
      <dgm:t>
        <a:bodyPr/>
        <a:lstStyle/>
        <a:p>
          <a:endParaRPr lang="en-MY"/>
        </a:p>
      </dgm:t>
    </dgm:pt>
    <dgm:pt modelId="{B2DE6AAB-441A-4C9D-A725-562D54AF18B7}">
      <dgm:prSet custT="1"/>
      <dgm:spPr>
        <a:solidFill>
          <a:schemeClr val="accent3">
            <a:lumMod val="60000"/>
            <a:lumOff val="40000"/>
          </a:schemeClr>
        </a:solidFill>
        <a:ln>
          <a:solidFill>
            <a:srgbClr val="7030A0"/>
          </a:solidFill>
        </a:ln>
      </dgm:spPr>
      <dgm:t>
        <a:bodyPr/>
        <a:lstStyle/>
        <a:p>
          <a:pPr algn="just"/>
          <a:r>
            <a:rPr lang="ms-MY" sz="2400" dirty="0">
              <a:solidFill>
                <a:schemeClr val="tx1"/>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Apa-apa suratan, maklumat dan bahan rasmi boleh dikelaskan sebagai </a:t>
          </a:r>
          <a:r>
            <a:rPr lang="ms-MY" sz="2400" dirty="0">
              <a:solidFill>
                <a:srgbClr val="C00000"/>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‘Rahsia Besar’</a:t>
          </a:r>
          <a:r>
            <a:rPr lang="ms-MY" sz="2400" dirty="0">
              <a:solidFill>
                <a:schemeClr val="tx1"/>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 </a:t>
          </a:r>
          <a:r>
            <a:rPr lang="ms-MY" sz="2400" dirty="0">
              <a:solidFill>
                <a:srgbClr val="C00000"/>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‘Rahsia’</a:t>
          </a:r>
          <a:r>
            <a:rPr lang="ms-MY" sz="2400" dirty="0">
              <a:solidFill>
                <a:schemeClr val="tx1"/>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a:t>
          </a:r>
          <a:r>
            <a:rPr lang="ms-MY" sz="2400" dirty="0">
              <a:solidFill>
                <a:srgbClr val="C00000"/>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 ‘Sulit’ </a:t>
          </a:r>
          <a:r>
            <a:rPr lang="ms-MY" sz="2400" dirty="0">
              <a:solidFill>
                <a:schemeClr val="tx1"/>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atau </a:t>
          </a:r>
          <a:r>
            <a:rPr lang="ms-MY" sz="2400" dirty="0">
              <a:solidFill>
                <a:srgbClr val="C00000"/>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‘Terhad’ </a:t>
          </a:r>
          <a:r>
            <a:rPr lang="ms-MY" sz="2400" dirty="0">
              <a:solidFill>
                <a:schemeClr val="tx1"/>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oleh seorang Menteri, Menteri Besar, Ketua Menteri atau pegawai awam yang dilantik di bawah seksyen 2B Akta 88.  </a:t>
          </a:r>
          <a:endParaRPr lang="en-MY" sz="2400" dirty="0">
            <a:solidFill>
              <a:schemeClr val="tx1"/>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endParaRPr>
        </a:p>
      </dgm:t>
    </dgm:pt>
    <dgm:pt modelId="{0FD77DE5-158E-46E0-A5C0-4612972AE8B8}" type="parTrans" cxnId="{B9DD3044-7774-4373-9B13-D8971E0F6218}">
      <dgm:prSet/>
      <dgm:spPr/>
      <dgm:t>
        <a:bodyPr/>
        <a:lstStyle/>
        <a:p>
          <a:endParaRPr lang="en-MY"/>
        </a:p>
      </dgm:t>
    </dgm:pt>
    <dgm:pt modelId="{EB9C0D32-6E91-42DB-B6EC-632A3E9674C7}" type="sibTrans" cxnId="{B9DD3044-7774-4373-9B13-D8971E0F6218}">
      <dgm:prSet/>
      <dgm:spPr/>
      <dgm:t>
        <a:bodyPr/>
        <a:lstStyle/>
        <a:p>
          <a:endParaRPr lang="en-MY"/>
        </a:p>
      </dgm:t>
    </dgm:pt>
    <dgm:pt modelId="{2715B887-EDB7-4444-A566-1A4C64DA9EDD}" type="pres">
      <dgm:prSet presAssocID="{0B228C97-E67C-4308-AFB2-3311E105C34D}" presName="outerComposite" presStyleCnt="0">
        <dgm:presLayoutVars>
          <dgm:chMax val="5"/>
          <dgm:dir/>
          <dgm:resizeHandles val="exact"/>
        </dgm:presLayoutVars>
      </dgm:prSet>
      <dgm:spPr/>
      <dgm:t>
        <a:bodyPr/>
        <a:lstStyle/>
        <a:p>
          <a:endParaRPr lang="en-MY"/>
        </a:p>
      </dgm:t>
    </dgm:pt>
    <dgm:pt modelId="{1C20CC36-5E1F-4F76-91AB-875B593A5CAC}" type="pres">
      <dgm:prSet presAssocID="{0B228C97-E67C-4308-AFB2-3311E105C34D}" presName="dummyMaxCanvas" presStyleCnt="0">
        <dgm:presLayoutVars/>
      </dgm:prSet>
      <dgm:spPr/>
    </dgm:pt>
    <dgm:pt modelId="{4829B0E2-D05F-4532-8B06-8EFAEE865A4B}" type="pres">
      <dgm:prSet presAssocID="{0B228C97-E67C-4308-AFB2-3311E105C34D}" presName="TwoNodes_1" presStyleLbl="node1" presStyleIdx="0" presStyleCnt="2" custScaleY="96878" custLinFactNeighborX="4561" custLinFactNeighborY="-1561">
        <dgm:presLayoutVars>
          <dgm:bulletEnabled val="1"/>
        </dgm:presLayoutVars>
      </dgm:prSet>
      <dgm:spPr/>
      <dgm:t>
        <a:bodyPr/>
        <a:lstStyle/>
        <a:p>
          <a:endParaRPr lang="en-MY"/>
        </a:p>
      </dgm:t>
    </dgm:pt>
    <dgm:pt modelId="{FDA9DEFD-8FBA-4F1F-95ED-F6809FA8D8B5}" type="pres">
      <dgm:prSet presAssocID="{0B228C97-E67C-4308-AFB2-3311E105C34D}" presName="TwoNodes_2" presStyleLbl="node1" presStyleIdx="1" presStyleCnt="2" custScaleX="117647" custScaleY="88286" custLinFactNeighborX="-2425" custLinFactNeighborY="-5742">
        <dgm:presLayoutVars>
          <dgm:bulletEnabled val="1"/>
        </dgm:presLayoutVars>
      </dgm:prSet>
      <dgm:spPr/>
      <dgm:t>
        <a:bodyPr/>
        <a:lstStyle/>
        <a:p>
          <a:endParaRPr lang="en-MY"/>
        </a:p>
      </dgm:t>
    </dgm:pt>
    <dgm:pt modelId="{8CC8437B-69D6-46EB-85F9-20D78CCA8CC1}" type="pres">
      <dgm:prSet presAssocID="{0B228C97-E67C-4308-AFB2-3311E105C34D}" presName="TwoConn_1-2" presStyleLbl="fgAccFollowNode1" presStyleIdx="0" presStyleCnt="1">
        <dgm:presLayoutVars>
          <dgm:bulletEnabled val="1"/>
        </dgm:presLayoutVars>
      </dgm:prSet>
      <dgm:spPr/>
      <dgm:t>
        <a:bodyPr/>
        <a:lstStyle/>
        <a:p>
          <a:endParaRPr lang="en-MY"/>
        </a:p>
      </dgm:t>
    </dgm:pt>
    <dgm:pt modelId="{CAD59B13-BE79-4543-A7C1-CD214E0FA021}" type="pres">
      <dgm:prSet presAssocID="{0B228C97-E67C-4308-AFB2-3311E105C34D}" presName="TwoNodes_1_text" presStyleLbl="node1" presStyleIdx="1" presStyleCnt="2">
        <dgm:presLayoutVars>
          <dgm:bulletEnabled val="1"/>
        </dgm:presLayoutVars>
      </dgm:prSet>
      <dgm:spPr/>
      <dgm:t>
        <a:bodyPr/>
        <a:lstStyle/>
        <a:p>
          <a:endParaRPr lang="en-MY"/>
        </a:p>
      </dgm:t>
    </dgm:pt>
    <dgm:pt modelId="{C2C6C949-4113-498F-9D2A-9C7DDA25B749}" type="pres">
      <dgm:prSet presAssocID="{0B228C97-E67C-4308-AFB2-3311E105C34D}" presName="TwoNodes_2_text" presStyleLbl="node1" presStyleIdx="1" presStyleCnt="2">
        <dgm:presLayoutVars>
          <dgm:bulletEnabled val="1"/>
        </dgm:presLayoutVars>
      </dgm:prSet>
      <dgm:spPr/>
      <dgm:t>
        <a:bodyPr/>
        <a:lstStyle/>
        <a:p>
          <a:endParaRPr lang="en-MY"/>
        </a:p>
      </dgm:t>
    </dgm:pt>
  </dgm:ptLst>
  <dgm:cxnLst>
    <dgm:cxn modelId="{E8259AE1-86FF-4E1D-831C-E654BA02BABC}" type="presOf" srcId="{F7C8C776-9DCD-44FC-B364-3778636AA053}" destId="{8CC8437B-69D6-46EB-85F9-20D78CCA8CC1}" srcOrd="0" destOrd="0" presId="urn:microsoft.com/office/officeart/2005/8/layout/vProcess5"/>
    <dgm:cxn modelId="{B9DD3044-7774-4373-9B13-D8971E0F6218}" srcId="{0B228C97-E67C-4308-AFB2-3311E105C34D}" destId="{B2DE6AAB-441A-4C9D-A725-562D54AF18B7}" srcOrd="1" destOrd="0" parTransId="{0FD77DE5-158E-46E0-A5C0-4612972AE8B8}" sibTransId="{EB9C0D32-6E91-42DB-B6EC-632A3E9674C7}"/>
    <dgm:cxn modelId="{F72E45B1-B7F4-47F2-A549-5F7C0C387FB6}" type="presOf" srcId="{77093D71-F9E5-462E-AD45-CF3664BA2DE6}" destId="{CAD59B13-BE79-4543-A7C1-CD214E0FA021}" srcOrd="1" destOrd="0" presId="urn:microsoft.com/office/officeart/2005/8/layout/vProcess5"/>
    <dgm:cxn modelId="{45E80DCB-DA11-4F96-AA7A-8E5ECC1C0B41}" type="presOf" srcId="{B2DE6AAB-441A-4C9D-A725-562D54AF18B7}" destId="{FDA9DEFD-8FBA-4F1F-95ED-F6809FA8D8B5}" srcOrd="0" destOrd="0" presId="urn:microsoft.com/office/officeart/2005/8/layout/vProcess5"/>
    <dgm:cxn modelId="{6BE19F59-7A16-44BF-AF92-ACFAE9E53E99}" srcId="{0B228C97-E67C-4308-AFB2-3311E105C34D}" destId="{77093D71-F9E5-462E-AD45-CF3664BA2DE6}" srcOrd="0" destOrd="0" parTransId="{FAD5D74A-94DA-4F22-8B64-8543A62AD795}" sibTransId="{F7C8C776-9DCD-44FC-B364-3778636AA053}"/>
    <dgm:cxn modelId="{BA5888B1-0C82-4C61-B755-39CE30A85BE5}" type="presOf" srcId="{0B228C97-E67C-4308-AFB2-3311E105C34D}" destId="{2715B887-EDB7-4444-A566-1A4C64DA9EDD}" srcOrd="0" destOrd="0" presId="urn:microsoft.com/office/officeart/2005/8/layout/vProcess5"/>
    <dgm:cxn modelId="{6356DE89-DBFD-413B-A497-CBEC975674FD}" type="presOf" srcId="{77093D71-F9E5-462E-AD45-CF3664BA2DE6}" destId="{4829B0E2-D05F-4532-8B06-8EFAEE865A4B}" srcOrd="0" destOrd="0" presId="urn:microsoft.com/office/officeart/2005/8/layout/vProcess5"/>
    <dgm:cxn modelId="{331D550D-DBF0-4482-B45C-DEB5C1E0360D}" type="presOf" srcId="{B2DE6AAB-441A-4C9D-A725-562D54AF18B7}" destId="{C2C6C949-4113-498F-9D2A-9C7DDA25B749}" srcOrd="1" destOrd="0" presId="urn:microsoft.com/office/officeart/2005/8/layout/vProcess5"/>
    <dgm:cxn modelId="{433B32C0-68D0-4ED7-B767-095C9F34885B}" type="presParOf" srcId="{2715B887-EDB7-4444-A566-1A4C64DA9EDD}" destId="{1C20CC36-5E1F-4F76-91AB-875B593A5CAC}" srcOrd="0" destOrd="0" presId="urn:microsoft.com/office/officeart/2005/8/layout/vProcess5"/>
    <dgm:cxn modelId="{7BBD7D1C-4E6C-4B88-8247-EC7317F96E04}" type="presParOf" srcId="{2715B887-EDB7-4444-A566-1A4C64DA9EDD}" destId="{4829B0E2-D05F-4532-8B06-8EFAEE865A4B}" srcOrd="1" destOrd="0" presId="urn:microsoft.com/office/officeart/2005/8/layout/vProcess5"/>
    <dgm:cxn modelId="{41105B43-E1C2-4D3B-B329-65773D3858BA}" type="presParOf" srcId="{2715B887-EDB7-4444-A566-1A4C64DA9EDD}" destId="{FDA9DEFD-8FBA-4F1F-95ED-F6809FA8D8B5}" srcOrd="2" destOrd="0" presId="urn:microsoft.com/office/officeart/2005/8/layout/vProcess5"/>
    <dgm:cxn modelId="{FB838F09-1FD8-4E9C-AB5C-42129580F852}" type="presParOf" srcId="{2715B887-EDB7-4444-A566-1A4C64DA9EDD}" destId="{8CC8437B-69D6-46EB-85F9-20D78CCA8CC1}" srcOrd="3" destOrd="0" presId="urn:microsoft.com/office/officeart/2005/8/layout/vProcess5"/>
    <dgm:cxn modelId="{F08D935B-14FF-4DA8-BF63-6DFD2D22A5C1}" type="presParOf" srcId="{2715B887-EDB7-4444-A566-1A4C64DA9EDD}" destId="{CAD59B13-BE79-4543-A7C1-CD214E0FA021}" srcOrd="4" destOrd="0" presId="urn:microsoft.com/office/officeart/2005/8/layout/vProcess5"/>
    <dgm:cxn modelId="{DCCD3C07-E334-4F89-A77E-87E8A57BE592}" type="presParOf" srcId="{2715B887-EDB7-4444-A566-1A4C64DA9EDD}" destId="{C2C6C949-4113-498F-9D2A-9C7DDA25B749}" srcOrd="5"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1E66E6C-BDE0-4DD0-90A8-A839DC9F59FF}" type="doc">
      <dgm:prSet loTypeId="urn:microsoft.com/office/officeart/2005/8/layout/vProcess5" loCatId="process" qsTypeId="urn:microsoft.com/office/officeart/2005/8/quickstyle/simple1" qsCatId="simple" csTypeId="urn:microsoft.com/office/officeart/2005/8/colors/colorful3" csCatId="colorful" phldr="1"/>
      <dgm:spPr/>
      <dgm:t>
        <a:bodyPr/>
        <a:lstStyle/>
        <a:p>
          <a:endParaRPr lang="en-MY"/>
        </a:p>
      </dgm:t>
    </dgm:pt>
    <dgm:pt modelId="{06BEB9DB-5E00-4B25-B307-75E0AA94EC41}">
      <dgm:prSet custT="1"/>
      <dgm:spPr/>
      <dgm:t>
        <a:bodyPr/>
        <a:lstStyle/>
        <a:p>
          <a:r>
            <a:rPr lang="ms-MY" sz="2800" dirty="0">
              <a:latin typeface="Tahoma" panose="020B0604030504040204" pitchFamily="34" charset="0"/>
              <a:ea typeface="Tahoma" panose="020B0604030504040204" pitchFamily="34" charset="0"/>
              <a:cs typeface="Tahoma" panose="020B0604030504040204" pitchFamily="34" charset="0"/>
            </a:rPr>
            <a:t>Suratan, maklumat dan bahan rasmi adalah milik Jabatan sendiri;</a:t>
          </a:r>
        </a:p>
      </dgm:t>
    </dgm:pt>
    <dgm:pt modelId="{BE8BD8FF-7C98-4E48-A1D0-A28CEE23C0B9}" type="parTrans" cxnId="{A7B4A409-69C2-4E41-A870-645CBE193F99}">
      <dgm:prSet/>
      <dgm:spPr/>
      <dgm:t>
        <a:bodyPr/>
        <a:lstStyle/>
        <a:p>
          <a:endParaRPr lang="en-MY"/>
        </a:p>
      </dgm:t>
    </dgm:pt>
    <dgm:pt modelId="{902BD354-3474-408D-B812-8AE6708CDEFB}" type="sibTrans" cxnId="{A7B4A409-69C2-4E41-A870-645CBE193F99}">
      <dgm:prSet/>
      <dgm:spPr/>
      <dgm:t>
        <a:bodyPr/>
        <a:lstStyle/>
        <a:p>
          <a:endParaRPr lang="en-MY"/>
        </a:p>
      </dgm:t>
    </dgm:pt>
    <dgm:pt modelId="{82233705-1450-4D64-8F43-D758663455C6}">
      <dgm:prSet custT="1"/>
      <dgm:spPr/>
      <dgm:t>
        <a:bodyPr/>
        <a:lstStyle/>
        <a:p>
          <a:r>
            <a:rPr lang="ms-MY" sz="2400" dirty="0">
              <a:latin typeface="Tahoma" panose="020B0604030504040204" pitchFamily="34" charset="0"/>
              <a:ea typeface="Tahoma" panose="020B0604030504040204" pitchFamily="34" charset="0"/>
              <a:cs typeface="Tahoma" panose="020B0604030504040204" pitchFamily="34" charset="0"/>
            </a:rPr>
            <a:t>Pengelasan dibuat oleh seorang Menteri, Menteri Besar, Ketua Menteri atau pegawai awam yang dilantik untuk mengelaskan apa-apa suratan rasmi, maklumat dan bahan di bawah </a:t>
          </a:r>
          <a:r>
            <a:rPr lang="ms-MY" sz="2400" dirty="0" smtClean="0">
              <a:solidFill>
                <a:schemeClr val="tx2"/>
              </a:solidFill>
              <a:latin typeface="Tahoma" panose="020B0604030504040204" pitchFamily="34" charset="0"/>
              <a:ea typeface="Tahoma" panose="020B0604030504040204" pitchFamily="34" charset="0"/>
              <a:cs typeface="Tahoma" panose="020B0604030504040204" pitchFamily="34" charset="0"/>
            </a:rPr>
            <a:t>Seksyen </a:t>
          </a:r>
          <a:r>
            <a:rPr lang="ms-MY" sz="2400" dirty="0">
              <a:solidFill>
                <a:schemeClr val="tx2"/>
              </a:solidFill>
              <a:latin typeface="Tahoma" panose="020B0604030504040204" pitchFamily="34" charset="0"/>
              <a:ea typeface="Tahoma" panose="020B0604030504040204" pitchFamily="34" charset="0"/>
              <a:cs typeface="Tahoma" panose="020B0604030504040204" pitchFamily="34" charset="0"/>
            </a:rPr>
            <a:t>2B Akta 88</a:t>
          </a:r>
          <a:r>
            <a:rPr lang="ms-MY" sz="2400" dirty="0">
              <a:latin typeface="Tahoma" panose="020B0604030504040204" pitchFamily="34" charset="0"/>
              <a:ea typeface="Tahoma" panose="020B0604030504040204" pitchFamily="34" charset="0"/>
              <a:cs typeface="Tahoma" panose="020B0604030504040204" pitchFamily="34" charset="0"/>
            </a:rPr>
            <a:t>;</a:t>
          </a:r>
        </a:p>
      </dgm:t>
    </dgm:pt>
    <dgm:pt modelId="{DD122868-4EFB-42AF-9EA9-C0596F3FA04A}" type="parTrans" cxnId="{BA2AA16B-48CE-4102-A96F-0F992A08446A}">
      <dgm:prSet/>
      <dgm:spPr/>
      <dgm:t>
        <a:bodyPr/>
        <a:lstStyle/>
        <a:p>
          <a:endParaRPr lang="en-MY"/>
        </a:p>
      </dgm:t>
    </dgm:pt>
    <dgm:pt modelId="{81FC948C-8DA3-4286-87D3-24195DCBA67F}" type="sibTrans" cxnId="{BA2AA16B-48CE-4102-A96F-0F992A08446A}">
      <dgm:prSet/>
      <dgm:spPr/>
      <dgm:t>
        <a:bodyPr/>
        <a:lstStyle/>
        <a:p>
          <a:endParaRPr lang="en-MY"/>
        </a:p>
      </dgm:t>
    </dgm:pt>
    <dgm:pt modelId="{135C6CE9-210D-4CE6-8B22-8E4970475690}">
      <dgm:prSet/>
      <dgm:spPr/>
      <dgm:t>
        <a:bodyPr/>
        <a:lstStyle/>
        <a:p>
          <a:r>
            <a:rPr lang="ms-MY" dirty="0">
              <a:latin typeface="Tahoma" panose="020B0604030504040204" pitchFamily="34" charset="0"/>
              <a:ea typeface="Tahoma" panose="020B0604030504040204" pitchFamily="34" charset="0"/>
              <a:cs typeface="Tahoma" panose="020B0604030504040204" pitchFamily="34" charset="0"/>
            </a:rPr>
            <a:t>Pengelasan</a:t>
          </a:r>
          <a:r>
            <a:rPr lang="fi-FI" dirty="0">
              <a:latin typeface="Tahoma" panose="020B0604030504040204" pitchFamily="34" charset="0"/>
              <a:ea typeface="Tahoma" panose="020B0604030504040204" pitchFamily="34" charset="0"/>
              <a:cs typeface="Tahoma" panose="020B0604030504040204" pitchFamily="34" charset="0"/>
            </a:rPr>
            <a:t> dibuat mengikut ketetapan dalam Arahan ini;</a:t>
          </a:r>
          <a:endParaRPr lang="en-MY" dirty="0">
            <a:latin typeface="Tahoma" panose="020B0604030504040204" pitchFamily="34" charset="0"/>
            <a:ea typeface="Tahoma" panose="020B0604030504040204" pitchFamily="34" charset="0"/>
            <a:cs typeface="Tahoma" panose="020B0604030504040204" pitchFamily="34" charset="0"/>
          </a:endParaRPr>
        </a:p>
      </dgm:t>
    </dgm:pt>
    <dgm:pt modelId="{A0C382E9-AE00-4D9E-BEF5-90631C036731}" type="parTrans" cxnId="{AD12534C-3DFA-4945-B651-C7CE20C0C554}">
      <dgm:prSet/>
      <dgm:spPr/>
      <dgm:t>
        <a:bodyPr/>
        <a:lstStyle/>
        <a:p>
          <a:endParaRPr lang="en-MY"/>
        </a:p>
      </dgm:t>
    </dgm:pt>
    <dgm:pt modelId="{5E849905-23F4-4856-9293-90E332949FE5}" type="sibTrans" cxnId="{AD12534C-3DFA-4945-B651-C7CE20C0C554}">
      <dgm:prSet/>
      <dgm:spPr/>
      <dgm:t>
        <a:bodyPr/>
        <a:lstStyle/>
        <a:p>
          <a:endParaRPr lang="en-MY"/>
        </a:p>
      </dgm:t>
    </dgm:pt>
    <dgm:pt modelId="{0F5E706B-9C6A-4100-B1A5-239ADF88ED92}">
      <dgm:prSet/>
      <dgm:spPr/>
      <dgm:t>
        <a:bodyPr/>
        <a:lstStyle/>
        <a:p>
          <a:r>
            <a:rPr lang="ms-MY" dirty="0">
              <a:latin typeface="Tahoma" panose="020B0604030504040204" pitchFamily="34" charset="0"/>
              <a:ea typeface="Tahoma" panose="020B0604030504040204" pitchFamily="34" charset="0"/>
              <a:cs typeface="Tahoma" panose="020B0604030504040204" pitchFamily="34" charset="0"/>
            </a:rPr>
            <a:t>Peraturan mengelaskan suratan, maklumat dan bahan rasmi adalah seperti berikut:</a:t>
          </a:r>
        </a:p>
      </dgm:t>
    </dgm:pt>
    <dgm:pt modelId="{F75BEE64-D6C7-4E7C-878A-81303501BD70}" type="parTrans" cxnId="{20CF084A-9E2C-4149-BF64-47389721621F}">
      <dgm:prSet/>
      <dgm:spPr/>
      <dgm:t>
        <a:bodyPr/>
        <a:lstStyle/>
        <a:p>
          <a:endParaRPr lang="en-MY"/>
        </a:p>
      </dgm:t>
    </dgm:pt>
    <dgm:pt modelId="{03C9782A-06A8-4F46-8B96-6214393F34CA}" type="sibTrans" cxnId="{20CF084A-9E2C-4149-BF64-47389721621F}">
      <dgm:prSet/>
      <dgm:spPr/>
      <dgm:t>
        <a:bodyPr/>
        <a:lstStyle/>
        <a:p>
          <a:endParaRPr lang="en-MY"/>
        </a:p>
      </dgm:t>
    </dgm:pt>
    <dgm:pt modelId="{C7743D44-A058-4638-AC33-189C1CF69CAB}" type="pres">
      <dgm:prSet presAssocID="{01E66E6C-BDE0-4DD0-90A8-A839DC9F59FF}" presName="outerComposite" presStyleCnt="0">
        <dgm:presLayoutVars>
          <dgm:chMax val="5"/>
          <dgm:dir/>
          <dgm:resizeHandles val="exact"/>
        </dgm:presLayoutVars>
      </dgm:prSet>
      <dgm:spPr/>
      <dgm:t>
        <a:bodyPr/>
        <a:lstStyle/>
        <a:p>
          <a:endParaRPr lang="en-MY"/>
        </a:p>
      </dgm:t>
    </dgm:pt>
    <dgm:pt modelId="{DE318357-6C65-4D1B-AD09-EEA64887F80E}" type="pres">
      <dgm:prSet presAssocID="{01E66E6C-BDE0-4DD0-90A8-A839DC9F59FF}" presName="dummyMaxCanvas" presStyleCnt="0">
        <dgm:presLayoutVars/>
      </dgm:prSet>
      <dgm:spPr/>
    </dgm:pt>
    <dgm:pt modelId="{91FED1F0-7B3C-4A38-940B-51C26C733FB7}" type="pres">
      <dgm:prSet presAssocID="{01E66E6C-BDE0-4DD0-90A8-A839DC9F59FF}" presName="FourNodes_1" presStyleLbl="node1" presStyleIdx="0" presStyleCnt="4" custLinFactNeighborX="797" custLinFactNeighborY="-13413">
        <dgm:presLayoutVars>
          <dgm:bulletEnabled val="1"/>
        </dgm:presLayoutVars>
      </dgm:prSet>
      <dgm:spPr/>
      <dgm:t>
        <a:bodyPr/>
        <a:lstStyle/>
        <a:p>
          <a:endParaRPr lang="en-MY"/>
        </a:p>
      </dgm:t>
    </dgm:pt>
    <dgm:pt modelId="{BD0DA0CD-CFC4-4A88-99AF-1DCEDC32D5AB}" type="pres">
      <dgm:prSet presAssocID="{01E66E6C-BDE0-4DD0-90A8-A839DC9F59FF}" presName="FourNodes_2" presStyleLbl="node1" presStyleIdx="1" presStyleCnt="4" custScaleX="110138" custLinFactNeighborX="100" custLinFactNeighborY="-6796">
        <dgm:presLayoutVars>
          <dgm:bulletEnabled val="1"/>
        </dgm:presLayoutVars>
      </dgm:prSet>
      <dgm:spPr/>
      <dgm:t>
        <a:bodyPr/>
        <a:lstStyle/>
        <a:p>
          <a:endParaRPr lang="en-MY"/>
        </a:p>
      </dgm:t>
    </dgm:pt>
    <dgm:pt modelId="{4BA9AEBE-1F0E-46BD-BBD6-47D473B8DDF0}" type="pres">
      <dgm:prSet presAssocID="{01E66E6C-BDE0-4DD0-90A8-A839DC9F59FF}" presName="FourNodes_3" presStyleLbl="node1" presStyleIdx="2" presStyleCnt="4" custScaleX="123233" custScaleY="126233" custLinFactNeighborX="165" custLinFactNeighborY="-4878">
        <dgm:presLayoutVars>
          <dgm:bulletEnabled val="1"/>
        </dgm:presLayoutVars>
      </dgm:prSet>
      <dgm:spPr/>
      <dgm:t>
        <a:bodyPr/>
        <a:lstStyle/>
        <a:p>
          <a:endParaRPr lang="en-MY"/>
        </a:p>
      </dgm:t>
    </dgm:pt>
    <dgm:pt modelId="{A207C729-F1C8-4FFF-BA88-CE9100BCB292}" type="pres">
      <dgm:prSet presAssocID="{01E66E6C-BDE0-4DD0-90A8-A839DC9F59FF}" presName="FourNodes_4" presStyleLbl="node1" presStyleIdx="3" presStyleCnt="4" custScaleX="113626">
        <dgm:presLayoutVars>
          <dgm:bulletEnabled val="1"/>
        </dgm:presLayoutVars>
      </dgm:prSet>
      <dgm:spPr/>
      <dgm:t>
        <a:bodyPr/>
        <a:lstStyle/>
        <a:p>
          <a:endParaRPr lang="en-MY"/>
        </a:p>
      </dgm:t>
    </dgm:pt>
    <dgm:pt modelId="{BEDFF87D-7010-4CD0-99A9-8859FFF0F8CC}" type="pres">
      <dgm:prSet presAssocID="{01E66E6C-BDE0-4DD0-90A8-A839DC9F59FF}" presName="FourConn_1-2" presStyleLbl="fgAccFollowNode1" presStyleIdx="0" presStyleCnt="3">
        <dgm:presLayoutVars>
          <dgm:bulletEnabled val="1"/>
        </dgm:presLayoutVars>
      </dgm:prSet>
      <dgm:spPr/>
      <dgm:t>
        <a:bodyPr/>
        <a:lstStyle/>
        <a:p>
          <a:endParaRPr lang="en-MY"/>
        </a:p>
      </dgm:t>
    </dgm:pt>
    <dgm:pt modelId="{E8661505-4D8E-4EAE-9C78-A817C753D727}" type="pres">
      <dgm:prSet presAssocID="{01E66E6C-BDE0-4DD0-90A8-A839DC9F59FF}" presName="FourConn_2-3" presStyleLbl="fgAccFollowNode1" presStyleIdx="1" presStyleCnt="3">
        <dgm:presLayoutVars>
          <dgm:bulletEnabled val="1"/>
        </dgm:presLayoutVars>
      </dgm:prSet>
      <dgm:spPr/>
      <dgm:t>
        <a:bodyPr/>
        <a:lstStyle/>
        <a:p>
          <a:endParaRPr lang="en-MY"/>
        </a:p>
      </dgm:t>
    </dgm:pt>
    <dgm:pt modelId="{0DDC5E50-60B0-4D4F-800D-AFDA4CCA3734}" type="pres">
      <dgm:prSet presAssocID="{01E66E6C-BDE0-4DD0-90A8-A839DC9F59FF}" presName="FourConn_3-4" presStyleLbl="fgAccFollowNode1" presStyleIdx="2" presStyleCnt="3">
        <dgm:presLayoutVars>
          <dgm:bulletEnabled val="1"/>
        </dgm:presLayoutVars>
      </dgm:prSet>
      <dgm:spPr/>
      <dgm:t>
        <a:bodyPr/>
        <a:lstStyle/>
        <a:p>
          <a:endParaRPr lang="en-MY"/>
        </a:p>
      </dgm:t>
    </dgm:pt>
    <dgm:pt modelId="{04915D5C-686D-46ED-9021-727315F98F40}" type="pres">
      <dgm:prSet presAssocID="{01E66E6C-BDE0-4DD0-90A8-A839DC9F59FF}" presName="FourNodes_1_text" presStyleLbl="node1" presStyleIdx="3" presStyleCnt="4">
        <dgm:presLayoutVars>
          <dgm:bulletEnabled val="1"/>
        </dgm:presLayoutVars>
      </dgm:prSet>
      <dgm:spPr/>
      <dgm:t>
        <a:bodyPr/>
        <a:lstStyle/>
        <a:p>
          <a:endParaRPr lang="en-MY"/>
        </a:p>
      </dgm:t>
    </dgm:pt>
    <dgm:pt modelId="{8C16485B-EE4B-44C3-B3C1-3135B718C185}" type="pres">
      <dgm:prSet presAssocID="{01E66E6C-BDE0-4DD0-90A8-A839DC9F59FF}" presName="FourNodes_2_text" presStyleLbl="node1" presStyleIdx="3" presStyleCnt="4">
        <dgm:presLayoutVars>
          <dgm:bulletEnabled val="1"/>
        </dgm:presLayoutVars>
      </dgm:prSet>
      <dgm:spPr/>
      <dgm:t>
        <a:bodyPr/>
        <a:lstStyle/>
        <a:p>
          <a:endParaRPr lang="en-MY"/>
        </a:p>
      </dgm:t>
    </dgm:pt>
    <dgm:pt modelId="{647A4234-8D52-4D0B-A40C-0CCDD4968A35}" type="pres">
      <dgm:prSet presAssocID="{01E66E6C-BDE0-4DD0-90A8-A839DC9F59FF}" presName="FourNodes_3_text" presStyleLbl="node1" presStyleIdx="3" presStyleCnt="4">
        <dgm:presLayoutVars>
          <dgm:bulletEnabled val="1"/>
        </dgm:presLayoutVars>
      </dgm:prSet>
      <dgm:spPr/>
      <dgm:t>
        <a:bodyPr/>
        <a:lstStyle/>
        <a:p>
          <a:endParaRPr lang="en-MY"/>
        </a:p>
      </dgm:t>
    </dgm:pt>
    <dgm:pt modelId="{2C8D996F-163C-4B24-9ECC-393C95E4BB10}" type="pres">
      <dgm:prSet presAssocID="{01E66E6C-BDE0-4DD0-90A8-A839DC9F59FF}" presName="FourNodes_4_text" presStyleLbl="node1" presStyleIdx="3" presStyleCnt="4">
        <dgm:presLayoutVars>
          <dgm:bulletEnabled val="1"/>
        </dgm:presLayoutVars>
      </dgm:prSet>
      <dgm:spPr/>
      <dgm:t>
        <a:bodyPr/>
        <a:lstStyle/>
        <a:p>
          <a:endParaRPr lang="en-MY"/>
        </a:p>
      </dgm:t>
    </dgm:pt>
  </dgm:ptLst>
  <dgm:cxnLst>
    <dgm:cxn modelId="{74CF16C2-C13D-4087-8B0D-658292BB0A1D}" type="presOf" srcId="{01E66E6C-BDE0-4DD0-90A8-A839DC9F59FF}" destId="{C7743D44-A058-4638-AC33-189C1CF69CAB}" srcOrd="0" destOrd="0" presId="urn:microsoft.com/office/officeart/2005/8/layout/vProcess5"/>
    <dgm:cxn modelId="{E5732376-7948-43AA-B71B-595340B9D95D}" type="presOf" srcId="{135C6CE9-210D-4CE6-8B22-8E4970475690}" destId="{A207C729-F1C8-4FFF-BA88-CE9100BCB292}" srcOrd="0" destOrd="0" presId="urn:microsoft.com/office/officeart/2005/8/layout/vProcess5"/>
    <dgm:cxn modelId="{EC9A82D0-C716-4074-8F21-EC61CD7E97AD}" type="presOf" srcId="{82233705-1450-4D64-8F43-D758663455C6}" destId="{4BA9AEBE-1F0E-46BD-BBD6-47D473B8DDF0}" srcOrd="0" destOrd="0" presId="urn:microsoft.com/office/officeart/2005/8/layout/vProcess5"/>
    <dgm:cxn modelId="{A7B4A409-69C2-4E41-A870-645CBE193F99}" srcId="{01E66E6C-BDE0-4DD0-90A8-A839DC9F59FF}" destId="{06BEB9DB-5E00-4B25-B307-75E0AA94EC41}" srcOrd="1" destOrd="0" parTransId="{BE8BD8FF-7C98-4E48-A1D0-A28CEE23C0B9}" sibTransId="{902BD354-3474-408D-B812-8AE6708CDEFB}"/>
    <dgm:cxn modelId="{BA2AA16B-48CE-4102-A96F-0F992A08446A}" srcId="{01E66E6C-BDE0-4DD0-90A8-A839DC9F59FF}" destId="{82233705-1450-4D64-8F43-D758663455C6}" srcOrd="2" destOrd="0" parTransId="{DD122868-4EFB-42AF-9EA9-C0596F3FA04A}" sibTransId="{81FC948C-8DA3-4286-87D3-24195DCBA67F}"/>
    <dgm:cxn modelId="{DC029704-EFD4-4584-A6B8-A65AABE3A64C}" type="presOf" srcId="{0F5E706B-9C6A-4100-B1A5-239ADF88ED92}" destId="{04915D5C-686D-46ED-9021-727315F98F40}" srcOrd="1" destOrd="0" presId="urn:microsoft.com/office/officeart/2005/8/layout/vProcess5"/>
    <dgm:cxn modelId="{005DBB94-D61D-40AA-B481-B62DA7937684}" type="presOf" srcId="{82233705-1450-4D64-8F43-D758663455C6}" destId="{647A4234-8D52-4D0B-A40C-0CCDD4968A35}" srcOrd="1" destOrd="0" presId="urn:microsoft.com/office/officeart/2005/8/layout/vProcess5"/>
    <dgm:cxn modelId="{AD12534C-3DFA-4945-B651-C7CE20C0C554}" srcId="{01E66E6C-BDE0-4DD0-90A8-A839DC9F59FF}" destId="{135C6CE9-210D-4CE6-8B22-8E4970475690}" srcOrd="3" destOrd="0" parTransId="{A0C382E9-AE00-4D9E-BEF5-90631C036731}" sibTransId="{5E849905-23F4-4856-9293-90E332949FE5}"/>
    <dgm:cxn modelId="{16467F29-7698-4CB2-B844-6FBD9B964437}" type="presOf" srcId="{81FC948C-8DA3-4286-87D3-24195DCBA67F}" destId="{0DDC5E50-60B0-4D4F-800D-AFDA4CCA3734}" srcOrd="0" destOrd="0" presId="urn:microsoft.com/office/officeart/2005/8/layout/vProcess5"/>
    <dgm:cxn modelId="{C8C7FD2C-DA7E-48CC-A229-9BCC53329129}" type="presOf" srcId="{03C9782A-06A8-4F46-8B96-6214393F34CA}" destId="{BEDFF87D-7010-4CD0-99A9-8859FFF0F8CC}" srcOrd="0" destOrd="0" presId="urn:microsoft.com/office/officeart/2005/8/layout/vProcess5"/>
    <dgm:cxn modelId="{DC7CEDAB-D7DC-4FA5-AF35-277E3E869021}" type="presOf" srcId="{0F5E706B-9C6A-4100-B1A5-239ADF88ED92}" destId="{91FED1F0-7B3C-4A38-940B-51C26C733FB7}" srcOrd="0" destOrd="0" presId="urn:microsoft.com/office/officeart/2005/8/layout/vProcess5"/>
    <dgm:cxn modelId="{20CF084A-9E2C-4149-BF64-47389721621F}" srcId="{01E66E6C-BDE0-4DD0-90A8-A839DC9F59FF}" destId="{0F5E706B-9C6A-4100-B1A5-239ADF88ED92}" srcOrd="0" destOrd="0" parTransId="{F75BEE64-D6C7-4E7C-878A-81303501BD70}" sibTransId="{03C9782A-06A8-4F46-8B96-6214393F34CA}"/>
    <dgm:cxn modelId="{A945B837-9F77-4635-AE83-0686767002E8}" type="presOf" srcId="{06BEB9DB-5E00-4B25-B307-75E0AA94EC41}" destId="{BD0DA0CD-CFC4-4A88-99AF-1DCEDC32D5AB}" srcOrd="0" destOrd="0" presId="urn:microsoft.com/office/officeart/2005/8/layout/vProcess5"/>
    <dgm:cxn modelId="{204EB8AE-F9A0-4107-ACCF-11E1EB473AEC}" type="presOf" srcId="{902BD354-3474-408D-B812-8AE6708CDEFB}" destId="{E8661505-4D8E-4EAE-9C78-A817C753D727}" srcOrd="0" destOrd="0" presId="urn:microsoft.com/office/officeart/2005/8/layout/vProcess5"/>
    <dgm:cxn modelId="{288091DE-FCB8-4570-B694-1E1BF25095B1}" type="presOf" srcId="{06BEB9DB-5E00-4B25-B307-75E0AA94EC41}" destId="{8C16485B-EE4B-44C3-B3C1-3135B718C185}" srcOrd="1" destOrd="0" presId="urn:microsoft.com/office/officeart/2005/8/layout/vProcess5"/>
    <dgm:cxn modelId="{CEDFEEEF-5B7F-46CD-A557-BB2FFCC9C167}" type="presOf" srcId="{135C6CE9-210D-4CE6-8B22-8E4970475690}" destId="{2C8D996F-163C-4B24-9ECC-393C95E4BB10}" srcOrd="1" destOrd="0" presId="urn:microsoft.com/office/officeart/2005/8/layout/vProcess5"/>
    <dgm:cxn modelId="{FF080E59-C60E-4C86-BB08-3D613D5A7FF2}" type="presParOf" srcId="{C7743D44-A058-4638-AC33-189C1CF69CAB}" destId="{DE318357-6C65-4D1B-AD09-EEA64887F80E}" srcOrd="0" destOrd="0" presId="urn:microsoft.com/office/officeart/2005/8/layout/vProcess5"/>
    <dgm:cxn modelId="{1820DC08-F287-4E53-89F0-D72C10D75A28}" type="presParOf" srcId="{C7743D44-A058-4638-AC33-189C1CF69CAB}" destId="{91FED1F0-7B3C-4A38-940B-51C26C733FB7}" srcOrd="1" destOrd="0" presId="urn:microsoft.com/office/officeart/2005/8/layout/vProcess5"/>
    <dgm:cxn modelId="{635E8368-2830-4BD9-8B11-60A90CC36AB8}" type="presParOf" srcId="{C7743D44-A058-4638-AC33-189C1CF69CAB}" destId="{BD0DA0CD-CFC4-4A88-99AF-1DCEDC32D5AB}" srcOrd="2" destOrd="0" presId="urn:microsoft.com/office/officeart/2005/8/layout/vProcess5"/>
    <dgm:cxn modelId="{614B2FCB-3463-4CAC-ACD2-9ACD61E95E55}" type="presParOf" srcId="{C7743D44-A058-4638-AC33-189C1CF69CAB}" destId="{4BA9AEBE-1F0E-46BD-BBD6-47D473B8DDF0}" srcOrd="3" destOrd="0" presId="urn:microsoft.com/office/officeart/2005/8/layout/vProcess5"/>
    <dgm:cxn modelId="{CADF4F31-0237-4DF0-BC10-06AB11AFEF8D}" type="presParOf" srcId="{C7743D44-A058-4638-AC33-189C1CF69CAB}" destId="{A207C729-F1C8-4FFF-BA88-CE9100BCB292}" srcOrd="4" destOrd="0" presId="urn:microsoft.com/office/officeart/2005/8/layout/vProcess5"/>
    <dgm:cxn modelId="{30F995F6-7D44-4574-924F-C8E0DE2691DE}" type="presParOf" srcId="{C7743D44-A058-4638-AC33-189C1CF69CAB}" destId="{BEDFF87D-7010-4CD0-99A9-8859FFF0F8CC}" srcOrd="5" destOrd="0" presId="urn:microsoft.com/office/officeart/2005/8/layout/vProcess5"/>
    <dgm:cxn modelId="{E919BDB8-DD40-4E6C-B456-E0F5B62D9AF7}" type="presParOf" srcId="{C7743D44-A058-4638-AC33-189C1CF69CAB}" destId="{E8661505-4D8E-4EAE-9C78-A817C753D727}" srcOrd="6" destOrd="0" presId="urn:microsoft.com/office/officeart/2005/8/layout/vProcess5"/>
    <dgm:cxn modelId="{C255951A-285E-42A8-8C17-D0ECC409F557}" type="presParOf" srcId="{C7743D44-A058-4638-AC33-189C1CF69CAB}" destId="{0DDC5E50-60B0-4D4F-800D-AFDA4CCA3734}" srcOrd="7" destOrd="0" presId="urn:microsoft.com/office/officeart/2005/8/layout/vProcess5"/>
    <dgm:cxn modelId="{8773A168-12FB-4EB6-B19A-DFA587A6A198}" type="presParOf" srcId="{C7743D44-A058-4638-AC33-189C1CF69CAB}" destId="{04915D5C-686D-46ED-9021-727315F98F40}" srcOrd="8" destOrd="0" presId="urn:microsoft.com/office/officeart/2005/8/layout/vProcess5"/>
    <dgm:cxn modelId="{09F94B51-2C79-466A-8024-75C456A84251}" type="presParOf" srcId="{C7743D44-A058-4638-AC33-189C1CF69CAB}" destId="{8C16485B-EE4B-44C3-B3C1-3135B718C185}" srcOrd="9" destOrd="0" presId="urn:microsoft.com/office/officeart/2005/8/layout/vProcess5"/>
    <dgm:cxn modelId="{BAA50EC0-7840-456A-836E-62A506684894}" type="presParOf" srcId="{C7743D44-A058-4638-AC33-189C1CF69CAB}" destId="{647A4234-8D52-4D0B-A40C-0CCDD4968A35}" srcOrd="10" destOrd="0" presId="urn:microsoft.com/office/officeart/2005/8/layout/vProcess5"/>
    <dgm:cxn modelId="{D3FF5A55-2BE3-4368-8CAA-9BEEF06631C3}" type="presParOf" srcId="{C7743D44-A058-4638-AC33-189C1CF69CAB}" destId="{2C8D996F-163C-4B24-9ECC-393C95E4BB10}" srcOrd="11"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01E66E6C-BDE0-4DD0-90A8-A839DC9F59FF}" type="doc">
      <dgm:prSet loTypeId="urn:microsoft.com/office/officeart/2005/8/layout/vProcess5" loCatId="process" qsTypeId="urn:microsoft.com/office/officeart/2005/8/quickstyle/simple1" qsCatId="simple" csTypeId="urn:microsoft.com/office/officeart/2005/8/colors/colorful3" csCatId="colorful" phldr="1"/>
      <dgm:spPr/>
      <dgm:t>
        <a:bodyPr/>
        <a:lstStyle/>
        <a:p>
          <a:endParaRPr lang="en-MY"/>
        </a:p>
      </dgm:t>
    </dgm:pt>
    <dgm:pt modelId="{06BEB9DB-5E00-4B25-B307-75E0AA94EC41}">
      <dgm:prSet custT="1"/>
      <dgm:spPr/>
      <dgm:t>
        <a:bodyPr/>
        <a:lstStyle/>
        <a:p>
          <a:r>
            <a:rPr lang="fi-FI" sz="2400" dirty="0">
              <a:latin typeface="Tahoma" panose="020B0604030504040204" pitchFamily="34" charset="0"/>
              <a:ea typeface="Tahoma" panose="020B0604030504040204" pitchFamily="34" charset="0"/>
              <a:cs typeface="Tahoma" panose="020B0604030504040204" pitchFamily="34" charset="0"/>
            </a:rPr>
            <a:t>Pemula perlu membuat penilaian risiko ke atas suratan, maklumat dan bahan rasmi yang dikelaskan;</a:t>
          </a:r>
          <a:endParaRPr lang="ms-MY" sz="2400" dirty="0">
            <a:latin typeface="Tahoma" panose="020B0604030504040204" pitchFamily="34" charset="0"/>
            <a:ea typeface="Tahoma" panose="020B0604030504040204" pitchFamily="34" charset="0"/>
            <a:cs typeface="Tahoma" panose="020B0604030504040204" pitchFamily="34" charset="0"/>
          </a:endParaRPr>
        </a:p>
      </dgm:t>
    </dgm:pt>
    <dgm:pt modelId="{BE8BD8FF-7C98-4E48-A1D0-A28CEE23C0B9}" type="parTrans" cxnId="{A7B4A409-69C2-4E41-A870-645CBE193F99}">
      <dgm:prSet/>
      <dgm:spPr/>
      <dgm:t>
        <a:bodyPr/>
        <a:lstStyle/>
        <a:p>
          <a:endParaRPr lang="en-MY"/>
        </a:p>
      </dgm:t>
    </dgm:pt>
    <dgm:pt modelId="{902BD354-3474-408D-B812-8AE6708CDEFB}" type="sibTrans" cxnId="{A7B4A409-69C2-4E41-A870-645CBE193F99}">
      <dgm:prSet/>
      <dgm:spPr/>
      <dgm:t>
        <a:bodyPr/>
        <a:lstStyle/>
        <a:p>
          <a:endParaRPr lang="en-MY"/>
        </a:p>
      </dgm:t>
    </dgm:pt>
    <dgm:pt modelId="{82233705-1450-4D64-8F43-D758663455C6}">
      <dgm:prSet custT="1"/>
      <dgm:spPr/>
      <dgm:t>
        <a:bodyPr/>
        <a:lstStyle/>
        <a:p>
          <a:r>
            <a:rPr lang="fi-FI" sz="2400" dirty="0">
              <a:latin typeface="Tahoma" panose="020B0604030504040204" pitchFamily="34" charset="0"/>
              <a:ea typeface="Tahoma" panose="020B0604030504040204" pitchFamily="34" charset="0"/>
              <a:cs typeface="Tahoma" panose="020B0604030504040204" pitchFamily="34" charset="0"/>
            </a:rPr>
            <a:t>Pegawai Pengelas hendaklah merekodkan perkara-perkara dalam Jadual di dalam Buku Daftar Suratan Rahsia Rasmi Di Bawah Jadual Akta Rahsia Rasmi 1972 Dan Berhubungan Dengannya; dan</a:t>
          </a:r>
          <a:endParaRPr lang="ms-MY" sz="2400" dirty="0">
            <a:latin typeface="Tahoma" panose="020B0604030504040204" pitchFamily="34" charset="0"/>
            <a:ea typeface="Tahoma" panose="020B0604030504040204" pitchFamily="34" charset="0"/>
            <a:cs typeface="Tahoma" panose="020B0604030504040204" pitchFamily="34" charset="0"/>
          </a:endParaRPr>
        </a:p>
      </dgm:t>
    </dgm:pt>
    <dgm:pt modelId="{DD122868-4EFB-42AF-9EA9-C0596F3FA04A}" type="parTrans" cxnId="{BA2AA16B-48CE-4102-A96F-0F992A08446A}">
      <dgm:prSet/>
      <dgm:spPr/>
      <dgm:t>
        <a:bodyPr/>
        <a:lstStyle/>
        <a:p>
          <a:endParaRPr lang="en-MY"/>
        </a:p>
      </dgm:t>
    </dgm:pt>
    <dgm:pt modelId="{81FC948C-8DA3-4286-87D3-24195DCBA67F}" type="sibTrans" cxnId="{BA2AA16B-48CE-4102-A96F-0F992A08446A}">
      <dgm:prSet/>
      <dgm:spPr/>
      <dgm:t>
        <a:bodyPr/>
        <a:lstStyle/>
        <a:p>
          <a:endParaRPr lang="en-MY"/>
        </a:p>
      </dgm:t>
    </dgm:pt>
    <dgm:pt modelId="{135C6CE9-210D-4CE6-8B22-8E4970475690}">
      <dgm:prSet/>
      <dgm:spPr/>
      <dgm:t>
        <a:bodyPr/>
        <a:lstStyle/>
        <a:p>
          <a:r>
            <a:rPr lang="fi-FI" dirty="0">
              <a:latin typeface="Tahoma" panose="020B0604030504040204" pitchFamily="34" charset="0"/>
              <a:ea typeface="Tahoma" panose="020B0604030504040204" pitchFamily="34" charset="0"/>
              <a:cs typeface="Tahoma" panose="020B0604030504040204" pitchFamily="34" charset="0"/>
            </a:rPr>
            <a:t>Pegawai Pengelas hendaklah merekodkan perkara-perkara luar Jadual dan menandatangani Buku Daftar Suratan Rahsia Rasmi Di Luar Jadual Akta Rahsia Rasmi 1972 Dan Berhubungan Dengannya Yang Dikelaskan.</a:t>
          </a:r>
          <a:endParaRPr lang="en-MY" dirty="0">
            <a:latin typeface="Tahoma" panose="020B0604030504040204" pitchFamily="34" charset="0"/>
            <a:ea typeface="Tahoma" panose="020B0604030504040204" pitchFamily="34" charset="0"/>
            <a:cs typeface="Tahoma" panose="020B0604030504040204" pitchFamily="34" charset="0"/>
          </a:endParaRPr>
        </a:p>
      </dgm:t>
    </dgm:pt>
    <dgm:pt modelId="{A0C382E9-AE00-4D9E-BEF5-90631C036731}" type="parTrans" cxnId="{AD12534C-3DFA-4945-B651-C7CE20C0C554}">
      <dgm:prSet/>
      <dgm:spPr/>
      <dgm:t>
        <a:bodyPr/>
        <a:lstStyle/>
        <a:p>
          <a:endParaRPr lang="en-MY"/>
        </a:p>
      </dgm:t>
    </dgm:pt>
    <dgm:pt modelId="{5E849905-23F4-4856-9293-90E332949FE5}" type="sibTrans" cxnId="{AD12534C-3DFA-4945-B651-C7CE20C0C554}">
      <dgm:prSet/>
      <dgm:spPr/>
      <dgm:t>
        <a:bodyPr/>
        <a:lstStyle/>
        <a:p>
          <a:endParaRPr lang="en-MY"/>
        </a:p>
      </dgm:t>
    </dgm:pt>
    <dgm:pt modelId="{C7743D44-A058-4638-AC33-189C1CF69CAB}" type="pres">
      <dgm:prSet presAssocID="{01E66E6C-BDE0-4DD0-90A8-A839DC9F59FF}" presName="outerComposite" presStyleCnt="0">
        <dgm:presLayoutVars>
          <dgm:chMax val="5"/>
          <dgm:dir/>
          <dgm:resizeHandles val="exact"/>
        </dgm:presLayoutVars>
      </dgm:prSet>
      <dgm:spPr/>
      <dgm:t>
        <a:bodyPr/>
        <a:lstStyle/>
        <a:p>
          <a:endParaRPr lang="en-MY"/>
        </a:p>
      </dgm:t>
    </dgm:pt>
    <dgm:pt modelId="{DE318357-6C65-4D1B-AD09-EEA64887F80E}" type="pres">
      <dgm:prSet presAssocID="{01E66E6C-BDE0-4DD0-90A8-A839DC9F59FF}" presName="dummyMaxCanvas" presStyleCnt="0">
        <dgm:presLayoutVars/>
      </dgm:prSet>
      <dgm:spPr/>
    </dgm:pt>
    <dgm:pt modelId="{D228979A-6111-4937-A942-DEAE86083632}" type="pres">
      <dgm:prSet presAssocID="{01E66E6C-BDE0-4DD0-90A8-A839DC9F59FF}" presName="ThreeNodes_1" presStyleLbl="node1" presStyleIdx="0" presStyleCnt="3">
        <dgm:presLayoutVars>
          <dgm:bulletEnabled val="1"/>
        </dgm:presLayoutVars>
      </dgm:prSet>
      <dgm:spPr/>
      <dgm:t>
        <a:bodyPr/>
        <a:lstStyle/>
        <a:p>
          <a:endParaRPr lang="en-MY"/>
        </a:p>
      </dgm:t>
    </dgm:pt>
    <dgm:pt modelId="{3BDB2321-BC30-4E67-827D-7B5C1221C3D6}" type="pres">
      <dgm:prSet presAssocID="{01E66E6C-BDE0-4DD0-90A8-A839DC9F59FF}" presName="ThreeNodes_2" presStyleLbl="node1" presStyleIdx="1" presStyleCnt="3" custScaleY="109402">
        <dgm:presLayoutVars>
          <dgm:bulletEnabled val="1"/>
        </dgm:presLayoutVars>
      </dgm:prSet>
      <dgm:spPr/>
      <dgm:t>
        <a:bodyPr/>
        <a:lstStyle/>
        <a:p>
          <a:endParaRPr lang="en-MY"/>
        </a:p>
      </dgm:t>
    </dgm:pt>
    <dgm:pt modelId="{12764B86-69CF-4A6D-95AE-4B30D3DE1DE8}" type="pres">
      <dgm:prSet presAssocID="{01E66E6C-BDE0-4DD0-90A8-A839DC9F59FF}" presName="ThreeNodes_3" presStyleLbl="node1" presStyleIdx="2" presStyleCnt="3">
        <dgm:presLayoutVars>
          <dgm:bulletEnabled val="1"/>
        </dgm:presLayoutVars>
      </dgm:prSet>
      <dgm:spPr/>
      <dgm:t>
        <a:bodyPr/>
        <a:lstStyle/>
        <a:p>
          <a:endParaRPr lang="en-MY"/>
        </a:p>
      </dgm:t>
    </dgm:pt>
    <dgm:pt modelId="{66B74952-405B-4EE5-B54D-F5F1AB802884}" type="pres">
      <dgm:prSet presAssocID="{01E66E6C-BDE0-4DD0-90A8-A839DC9F59FF}" presName="ThreeConn_1-2" presStyleLbl="fgAccFollowNode1" presStyleIdx="0" presStyleCnt="2">
        <dgm:presLayoutVars>
          <dgm:bulletEnabled val="1"/>
        </dgm:presLayoutVars>
      </dgm:prSet>
      <dgm:spPr/>
      <dgm:t>
        <a:bodyPr/>
        <a:lstStyle/>
        <a:p>
          <a:endParaRPr lang="en-MY"/>
        </a:p>
      </dgm:t>
    </dgm:pt>
    <dgm:pt modelId="{DF9F4E7F-7898-4CCB-80E3-D3022D5C68D9}" type="pres">
      <dgm:prSet presAssocID="{01E66E6C-BDE0-4DD0-90A8-A839DC9F59FF}" presName="ThreeConn_2-3" presStyleLbl="fgAccFollowNode1" presStyleIdx="1" presStyleCnt="2">
        <dgm:presLayoutVars>
          <dgm:bulletEnabled val="1"/>
        </dgm:presLayoutVars>
      </dgm:prSet>
      <dgm:spPr/>
      <dgm:t>
        <a:bodyPr/>
        <a:lstStyle/>
        <a:p>
          <a:endParaRPr lang="en-MY"/>
        </a:p>
      </dgm:t>
    </dgm:pt>
    <dgm:pt modelId="{DD61A33D-54B4-44D3-85DD-2E165CDD049C}" type="pres">
      <dgm:prSet presAssocID="{01E66E6C-BDE0-4DD0-90A8-A839DC9F59FF}" presName="ThreeNodes_1_text" presStyleLbl="node1" presStyleIdx="2" presStyleCnt="3">
        <dgm:presLayoutVars>
          <dgm:bulletEnabled val="1"/>
        </dgm:presLayoutVars>
      </dgm:prSet>
      <dgm:spPr/>
      <dgm:t>
        <a:bodyPr/>
        <a:lstStyle/>
        <a:p>
          <a:endParaRPr lang="en-MY"/>
        </a:p>
      </dgm:t>
    </dgm:pt>
    <dgm:pt modelId="{01211A88-CBAC-4041-BB85-48F819967F1E}" type="pres">
      <dgm:prSet presAssocID="{01E66E6C-BDE0-4DD0-90A8-A839DC9F59FF}" presName="ThreeNodes_2_text" presStyleLbl="node1" presStyleIdx="2" presStyleCnt="3">
        <dgm:presLayoutVars>
          <dgm:bulletEnabled val="1"/>
        </dgm:presLayoutVars>
      </dgm:prSet>
      <dgm:spPr/>
      <dgm:t>
        <a:bodyPr/>
        <a:lstStyle/>
        <a:p>
          <a:endParaRPr lang="en-MY"/>
        </a:p>
      </dgm:t>
    </dgm:pt>
    <dgm:pt modelId="{A25FDBCA-6EBD-4E07-8CFE-D5ED037F3854}" type="pres">
      <dgm:prSet presAssocID="{01E66E6C-BDE0-4DD0-90A8-A839DC9F59FF}" presName="ThreeNodes_3_text" presStyleLbl="node1" presStyleIdx="2" presStyleCnt="3">
        <dgm:presLayoutVars>
          <dgm:bulletEnabled val="1"/>
        </dgm:presLayoutVars>
      </dgm:prSet>
      <dgm:spPr/>
      <dgm:t>
        <a:bodyPr/>
        <a:lstStyle/>
        <a:p>
          <a:endParaRPr lang="en-MY"/>
        </a:p>
      </dgm:t>
    </dgm:pt>
  </dgm:ptLst>
  <dgm:cxnLst>
    <dgm:cxn modelId="{35F71BDE-B0CB-41F1-9F86-E2F87EE4C8B9}" type="presOf" srcId="{135C6CE9-210D-4CE6-8B22-8E4970475690}" destId="{12764B86-69CF-4A6D-95AE-4B30D3DE1DE8}" srcOrd="0" destOrd="0" presId="urn:microsoft.com/office/officeart/2005/8/layout/vProcess5"/>
    <dgm:cxn modelId="{7ED2690B-DCE6-46C3-A554-A1FEC05715D6}" type="presOf" srcId="{135C6CE9-210D-4CE6-8B22-8E4970475690}" destId="{A25FDBCA-6EBD-4E07-8CFE-D5ED037F3854}" srcOrd="1" destOrd="0" presId="urn:microsoft.com/office/officeart/2005/8/layout/vProcess5"/>
    <dgm:cxn modelId="{AD12534C-3DFA-4945-B651-C7CE20C0C554}" srcId="{01E66E6C-BDE0-4DD0-90A8-A839DC9F59FF}" destId="{135C6CE9-210D-4CE6-8B22-8E4970475690}" srcOrd="2" destOrd="0" parTransId="{A0C382E9-AE00-4D9E-BEF5-90631C036731}" sibTransId="{5E849905-23F4-4856-9293-90E332949FE5}"/>
    <dgm:cxn modelId="{131DAC89-B21D-4198-A5DD-74F69B244720}" type="presOf" srcId="{81FC948C-8DA3-4286-87D3-24195DCBA67F}" destId="{DF9F4E7F-7898-4CCB-80E3-D3022D5C68D9}" srcOrd="0" destOrd="0" presId="urn:microsoft.com/office/officeart/2005/8/layout/vProcess5"/>
    <dgm:cxn modelId="{A7B4A409-69C2-4E41-A870-645CBE193F99}" srcId="{01E66E6C-BDE0-4DD0-90A8-A839DC9F59FF}" destId="{06BEB9DB-5E00-4B25-B307-75E0AA94EC41}" srcOrd="0" destOrd="0" parTransId="{BE8BD8FF-7C98-4E48-A1D0-A28CEE23C0B9}" sibTransId="{902BD354-3474-408D-B812-8AE6708CDEFB}"/>
    <dgm:cxn modelId="{11F7274A-39B9-47F8-B170-75AF4559421C}" type="presOf" srcId="{06BEB9DB-5E00-4B25-B307-75E0AA94EC41}" destId="{D228979A-6111-4937-A942-DEAE86083632}" srcOrd="0" destOrd="0" presId="urn:microsoft.com/office/officeart/2005/8/layout/vProcess5"/>
    <dgm:cxn modelId="{6DC01109-22CF-4298-AA43-FDA72119EA10}" type="presOf" srcId="{82233705-1450-4D64-8F43-D758663455C6}" destId="{3BDB2321-BC30-4E67-827D-7B5C1221C3D6}" srcOrd="0" destOrd="0" presId="urn:microsoft.com/office/officeart/2005/8/layout/vProcess5"/>
    <dgm:cxn modelId="{BA2AA16B-48CE-4102-A96F-0F992A08446A}" srcId="{01E66E6C-BDE0-4DD0-90A8-A839DC9F59FF}" destId="{82233705-1450-4D64-8F43-D758663455C6}" srcOrd="1" destOrd="0" parTransId="{DD122868-4EFB-42AF-9EA9-C0596F3FA04A}" sibTransId="{81FC948C-8DA3-4286-87D3-24195DCBA67F}"/>
    <dgm:cxn modelId="{00E35392-56EB-477E-9BDD-E37B92751D58}" type="presOf" srcId="{06BEB9DB-5E00-4B25-B307-75E0AA94EC41}" destId="{DD61A33D-54B4-44D3-85DD-2E165CDD049C}" srcOrd="1" destOrd="0" presId="urn:microsoft.com/office/officeart/2005/8/layout/vProcess5"/>
    <dgm:cxn modelId="{2E39520A-C1F5-457E-9DD9-F888BAACFAFA}" type="presOf" srcId="{82233705-1450-4D64-8F43-D758663455C6}" destId="{01211A88-CBAC-4041-BB85-48F819967F1E}" srcOrd="1" destOrd="0" presId="urn:microsoft.com/office/officeart/2005/8/layout/vProcess5"/>
    <dgm:cxn modelId="{74CF16C2-C13D-4087-8B0D-658292BB0A1D}" type="presOf" srcId="{01E66E6C-BDE0-4DD0-90A8-A839DC9F59FF}" destId="{C7743D44-A058-4638-AC33-189C1CF69CAB}" srcOrd="0" destOrd="0" presId="urn:microsoft.com/office/officeart/2005/8/layout/vProcess5"/>
    <dgm:cxn modelId="{98E396A6-EB35-45F2-8529-74E7971FBBE3}" type="presOf" srcId="{902BD354-3474-408D-B812-8AE6708CDEFB}" destId="{66B74952-405B-4EE5-B54D-F5F1AB802884}" srcOrd="0" destOrd="0" presId="urn:microsoft.com/office/officeart/2005/8/layout/vProcess5"/>
    <dgm:cxn modelId="{FF080E59-C60E-4C86-BB08-3D613D5A7FF2}" type="presParOf" srcId="{C7743D44-A058-4638-AC33-189C1CF69CAB}" destId="{DE318357-6C65-4D1B-AD09-EEA64887F80E}" srcOrd="0" destOrd="0" presId="urn:microsoft.com/office/officeart/2005/8/layout/vProcess5"/>
    <dgm:cxn modelId="{1F400088-E000-4120-8258-AF8FBBD1E8DB}" type="presParOf" srcId="{C7743D44-A058-4638-AC33-189C1CF69CAB}" destId="{D228979A-6111-4937-A942-DEAE86083632}" srcOrd="1" destOrd="0" presId="urn:microsoft.com/office/officeart/2005/8/layout/vProcess5"/>
    <dgm:cxn modelId="{170E96BD-E45B-40E9-9378-F8C7E884366F}" type="presParOf" srcId="{C7743D44-A058-4638-AC33-189C1CF69CAB}" destId="{3BDB2321-BC30-4E67-827D-7B5C1221C3D6}" srcOrd="2" destOrd="0" presId="urn:microsoft.com/office/officeart/2005/8/layout/vProcess5"/>
    <dgm:cxn modelId="{27207381-9630-47E2-9C8A-FA83826FEB7F}" type="presParOf" srcId="{C7743D44-A058-4638-AC33-189C1CF69CAB}" destId="{12764B86-69CF-4A6D-95AE-4B30D3DE1DE8}" srcOrd="3" destOrd="0" presId="urn:microsoft.com/office/officeart/2005/8/layout/vProcess5"/>
    <dgm:cxn modelId="{61249F02-02F8-4C9F-9F49-E7D4800BE952}" type="presParOf" srcId="{C7743D44-A058-4638-AC33-189C1CF69CAB}" destId="{66B74952-405B-4EE5-B54D-F5F1AB802884}" srcOrd="4" destOrd="0" presId="urn:microsoft.com/office/officeart/2005/8/layout/vProcess5"/>
    <dgm:cxn modelId="{5A1491CD-61F0-4411-93A4-5A51B7F4DFBB}" type="presParOf" srcId="{C7743D44-A058-4638-AC33-189C1CF69CAB}" destId="{DF9F4E7F-7898-4CCB-80E3-D3022D5C68D9}" srcOrd="5" destOrd="0" presId="urn:microsoft.com/office/officeart/2005/8/layout/vProcess5"/>
    <dgm:cxn modelId="{C5738C07-1525-40D3-B815-B5E59DD91EDE}" type="presParOf" srcId="{C7743D44-A058-4638-AC33-189C1CF69CAB}" destId="{DD61A33D-54B4-44D3-85DD-2E165CDD049C}" srcOrd="6" destOrd="0" presId="urn:microsoft.com/office/officeart/2005/8/layout/vProcess5"/>
    <dgm:cxn modelId="{52C4E293-EB98-4760-8CA7-21CC25ABF995}" type="presParOf" srcId="{C7743D44-A058-4638-AC33-189C1CF69CAB}" destId="{01211A88-CBAC-4041-BB85-48F819967F1E}" srcOrd="7" destOrd="0" presId="urn:microsoft.com/office/officeart/2005/8/layout/vProcess5"/>
    <dgm:cxn modelId="{E2286DA3-13E7-4572-B2D1-3F2E36E66BDF}" type="presParOf" srcId="{C7743D44-A058-4638-AC33-189C1CF69CAB}" destId="{A25FDBCA-6EBD-4E07-8CFE-D5ED037F3854}" srcOrd="8"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96019470-F6A9-4BFF-93E4-E27B29605837}" type="doc">
      <dgm:prSet loTypeId="urn:diagrams.loki3.com/BracketList" loCatId="list" qsTypeId="urn:microsoft.com/office/officeart/2005/8/quickstyle/simple1" qsCatId="simple" csTypeId="urn:microsoft.com/office/officeart/2005/8/colors/accent1_2" csCatId="accent1" phldr="1"/>
      <dgm:spPr/>
      <dgm:t>
        <a:bodyPr/>
        <a:lstStyle/>
        <a:p>
          <a:endParaRPr lang="en-MY"/>
        </a:p>
      </dgm:t>
    </dgm:pt>
    <dgm:pt modelId="{C9020164-93F8-430E-BFF3-F4191A163A11}">
      <dgm:prSet phldrT="[Text]" custT="1"/>
      <dgm:spPr/>
      <dgm:t>
        <a:bodyPr/>
        <a:lstStyle/>
        <a:p>
          <a:pPr algn="ctr"/>
          <a:r>
            <a:rPr lang="en-MY" sz="2400" b="1" dirty="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PENGELASAN SEMULA</a:t>
          </a:r>
        </a:p>
      </dgm:t>
    </dgm:pt>
    <dgm:pt modelId="{87C76D45-AF30-47B1-9FF2-6FC05EEAB10E}" type="parTrans" cxnId="{215F926B-86B1-4399-A1D7-01D4F01AF386}">
      <dgm:prSet/>
      <dgm:spPr/>
      <dgm:t>
        <a:bodyPr/>
        <a:lstStyle/>
        <a:p>
          <a:endParaRPr lang="en-MY"/>
        </a:p>
      </dgm:t>
    </dgm:pt>
    <dgm:pt modelId="{820593D4-923B-4075-B640-81DA7CFA367A}" type="sibTrans" cxnId="{215F926B-86B1-4399-A1D7-01D4F01AF386}">
      <dgm:prSet/>
      <dgm:spPr/>
      <dgm:t>
        <a:bodyPr/>
        <a:lstStyle/>
        <a:p>
          <a:endParaRPr lang="en-MY"/>
        </a:p>
      </dgm:t>
    </dgm:pt>
    <dgm:pt modelId="{74D987A6-8D63-4118-88AD-E8422B3541AD}">
      <dgm:prSet phldrT="[Text]"/>
      <dgm:spPr>
        <a:solidFill>
          <a:schemeClr val="accent1">
            <a:lumMod val="75000"/>
          </a:schemeClr>
        </a:solidFill>
      </dgm:spPr>
      <dgm:t>
        <a:bodyPr/>
        <a:lstStyle/>
        <a:p>
          <a:pPr algn="just">
            <a:buNone/>
          </a:pPr>
          <a:r>
            <a:rPr lang="ms-MY" b="1" dirty="0">
              <a:solidFill>
                <a:schemeClr val="bg1"/>
              </a:solidFill>
              <a:latin typeface="Tahoma" panose="020B0604030504040204" pitchFamily="34" charset="0"/>
              <a:ea typeface="Tahoma" panose="020B0604030504040204" pitchFamily="34" charset="0"/>
              <a:cs typeface="Tahoma" panose="020B0604030504040204" pitchFamily="34" charset="0"/>
            </a:rPr>
            <a:t>Pengelasan semula apa-apa rahsia rasmi boleh dilaksanakan pada bila-bila masa oleh Menteri atau pegawai awam yang dipertanggungkan dengan apa-apa tanggungjawab tentang mana-mana kementerian, jabatan atau mana-mana perkhidmatan awam atau Menteri Besar atau Ketua Menteri sesuatu Negeri atau ketua pegawai yang menjaga hal ehwal pentadbiran sesuatu Negeri mengikut seksyen 2C Akta 88, atau mana-mana orang yang diturunkan kuasa oleh Menteri mengikut seksyen 5 Akta Perwakilan Kuasa 1956 [Akta 358]. Selepas pengelasan semula tersebut, rahsia rasmi itu hendaklah terhenti menjadi rahsia rasmi.</a:t>
          </a:r>
          <a:endParaRPr lang="en-MY" dirty="0">
            <a:solidFill>
              <a:schemeClr val="bg1"/>
            </a:solidFill>
          </a:endParaRPr>
        </a:p>
      </dgm:t>
    </dgm:pt>
    <dgm:pt modelId="{B4941D53-BC05-4432-9667-B84023384D36}" type="parTrans" cxnId="{E0D41D8E-442A-41C9-9D12-DE500702F53C}">
      <dgm:prSet/>
      <dgm:spPr/>
      <dgm:t>
        <a:bodyPr/>
        <a:lstStyle/>
        <a:p>
          <a:endParaRPr lang="en-MY"/>
        </a:p>
      </dgm:t>
    </dgm:pt>
    <dgm:pt modelId="{2185381F-26C0-4C25-99A7-FF95E7042102}" type="sibTrans" cxnId="{E0D41D8E-442A-41C9-9D12-DE500702F53C}">
      <dgm:prSet/>
      <dgm:spPr/>
      <dgm:t>
        <a:bodyPr/>
        <a:lstStyle/>
        <a:p>
          <a:endParaRPr lang="en-MY"/>
        </a:p>
      </dgm:t>
    </dgm:pt>
    <dgm:pt modelId="{5E0630E4-A6A9-49A2-A8C7-FD3842F1F6A3}" type="pres">
      <dgm:prSet presAssocID="{96019470-F6A9-4BFF-93E4-E27B29605837}" presName="Name0" presStyleCnt="0">
        <dgm:presLayoutVars>
          <dgm:dir/>
          <dgm:animLvl val="lvl"/>
          <dgm:resizeHandles val="exact"/>
        </dgm:presLayoutVars>
      </dgm:prSet>
      <dgm:spPr/>
      <dgm:t>
        <a:bodyPr/>
        <a:lstStyle/>
        <a:p>
          <a:endParaRPr lang="en-MY"/>
        </a:p>
      </dgm:t>
    </dgm:pt>
    <dgm:pt modelId="{7EE596A2-B9C3-4669-A686-0B70AB60197D}" type="pres">
      <dgm:prSet presAssocID="{C9020164-93F8-430E-BFF3-F4191A163A11}" presName="linNode" presStyleCnt="0"/>
      <dgm:spPr/>
    </dgm:pt>
    <dgm:pt modelId="{C619B065-84F1-438F-94A3-2DD2E4B36A40}" type="pres">
      <dgm:prSet presAssocID="{C9020164-93F8-430E-BFF3-F4191A163A11}" presName="parTx" presStyleLbl="revTx" presStyleIdx="0" presStyleCnt="1" custScaleY="259384">
        <dgm:presLayoutVars>
          <dgm:chMax val="1"/>
          <dgm:bulletEnabled val="1"/>
        </dgm:presLayoutVars>
      </dgm:prSet>
      <dgm:spPr/>
      <dgm:t>
        <a:bodyPr/>
        <a:lstStyle/>
        <a:p>
          <a:endParaRPr lang="en-MY"/>
        </a:p>
      </dgm:t>
    </dgm:pt>
    <dgm:pt modelId="{7CA74D61-50FF-40B0-A0CC-206E1CD5E8A1}" type="pres">
      <dgm:prSet presAssocID="{C9020164-93F8-430E-BFF3-F4191A163A11}" presName="bracket" presStyleLbl="parChTrans1D1" presStyleIdx="0" presStyleCnt="1"/>
      <dgm:spPr/>
    </dgm:pt>
    <dgm:pt modelId="{71C3A912-7D03-4308-A904-B6B6F7615FF7}" type="pres">
      <dgm:prSet presAssocID="{C9020164-93F8-430E-BFF3-F4191A163A11}" presName="spH" presStyleCnt="0"/>
      <dgm:spPr/>
    </dgm:pt>
    <dgm:pt modelId="{D0E058B1-5628-45BC-A5C0-25DCBEB0DFEA}" type="pres">
      <dgm:prSet presAssocID="{C9020164-93F8-430E-BFF3-F4191A163A11}" presName="desTx" presStyleLbl="node1" presStyleIdx="0" presStyleCnt="1" custScaleX="114485" custLinFactNeighborX="-6799" custLinFactNeighborY="-541">
        <dgm:presLayoutVars>
          <dgm:bulletEnabled val="1"/>
        </dgm:presLayoutVars>
      </dgm:prSet>
      <dgm:spPr/>
      <dgm:t>
        <a:bodyPr/>
        <a:lstStyle/>
        <a:p>
          <a:endParaRPr lang="en-MY"/>
        </a:p>
      </dgm:t>
    </dgm:pt>
  </dgm:ptLst>
  <dgm:cxnLst>
    <dgm:cxn modelId="{E0D41D8E-442A-41C9-9D12-DE500702F53C}" srcId="{C9020164-93F8-430E-BFF3-F4191A163A11}" destId="{74D987A6-8D63-4118-88AD-E8422B3541AD}" srcOrd="0" destOrd="0" parTransId="{B4941D53-BC05-4432-9667-B84023384D36}" sibTransId="{2185381F-26C0-4C25-99A7-FF95E7042102}"/>
    <dgm:cxn modelId="{11270F0B-3474-4582-8F80-3F7E790E807D}" type="presOf" srcId="{C9020164-93F8-430E-BFF3-F4191A163A11}" destId="{C619B065-84F1-438F-94A3-2DD2E4B36A40}" srcOrd="0" destOrd="0" presId="urn:diagrams.loki3.com/BracketList"/>
    <dgm:cxn modelId="{215F926B-86B1-4399-A1D7-01D4F01AF386}" srcId="{96019470-F6A9-4BFF-93E4-E27B29605837}" destId="{C9020164-93F8-430E-BFF3-F4191A163A11}" srcOrd="0" destOrd="0" parTransId="{87C76D45-AF30-47B1-9FF2-6FC05EEAB10E}" sibTransId="{820593D4-923B-4075-B640-81DA7CFA367A}"/>
    <dgm:cxn modelId="{F5C9FCF7-F903-4267-AB7F-E8037B1BAC11}" type="presOf" srcId="{96019470-F6A9-4BFF-93E4-E27B29605837}" destId="{5E0630E4-A6A9-49A2-A8C7-FD3842F1F6A3}" srcOrd="0" destOrd="0" presId="urn:diagrams.loki3.com/BracketList"/>
    <dgm:cxn modelId="{A2D458F7-75B0-4E44-97A3-755D290051DB}" type="presOf" srcId="{74D987A6-8D63-4118-88AD-E8422B3541AD}" destId="{D0E058B1-5628-45BC-A5C0-25DCBEB0DFEA}" srcOrd="0" destOrd="0" presId="urn:diagrams.loki3.com/BracketList"/>
    <dgm:cxn modelId="{B40C46B2-462E-42BA-8A4C-65A432E0B068}" type="presParOf" srcId="{5E0630E4-A6A9-49A2-A8C7-FD3842F1F6A3}" destId="{7EE596A2-B9C3-4669-A686-0B70AB60197D}" srcOrd="0" destOrd="0" presId="urn:diagrams.loki3.com/BracketList"/>
    <dgm:cxn modelId="{BA303C44-4EDF-482A-9DA9-9EF09024EC21}" type="presParOf" srcId="{7EE596A2-B9C3-4669-A686-0B70AB60197D}" destId="{C619B065-84F1-438F-94A3-2DD2E4B36A40}" srcOrd="0" destOrd="0" presId="urn:diagrams.loki3.com/BracketList"/>
    <dgm:cxn modelId="{4608DE63-54D8-44B2-96D0-3E878ABEE186}" type="presParOf" srcId="{7EE596A2-B9C3-4669-A686-0B70AB60197D}" destId="{7CA74D61-50FF-40B0-A0CC-206E1CD5E8A1}" srcOrd="1" destOrd="0" presId="urn:diagrams.loki3.com/BracketList"/>
    <dgm:cxn modelId="{17649D61-2F39-40F5-87A6-330ABCA9C0C5}" type="presParOf" srcId="{7EE596A2-B9C3-4669-A686-0B70AB60197D}" destId="{71C3A912-7D03-4308-A904-B6B6F7615FF7}" srcOrd="2" destOrd="0" presId="urn:diagrams.loki3.com/BracketList"/>
    <dgm:cxn modelId="{504717B5-1E82-4649-A908-F73D49A342C7}" type="presParOf" srcId="{7EE596A2-B9C3-4669-A686-0B70AB60197D}" destId="{D0E058B1-5628-45BC-A5C0-25DCBEB0DFEA}" srcOrd="3" destOrd="0" presId="urn:diagrams.loki3.com/BracketList"/>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620DF68C-F062-4681-B947-C29A85DEC02A}"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0EAA7FB4-1BD9-4891-8A02-DA7434774DFD}">
      <dgm:prSet phldrT="[Text]" custT="1"/>
      <dgm:spPr>
        <a:solidFill>
          <a:schemeClr val="accent1">
            <a:lumMod val="50000"/>
          </a:schemeClr>
        </a:solidFill>
      </dgm:spPr>
      <dgm:t>
        <a:bodyPr/>
        <a:lstStyle/>
        <a:p>
          <a:r>
            <a:rPr lang="en-US" sz="2000" dirty="0">
              <a:latin typeface="Tahoma" panose="020B0604030504040204" pitchFamily="34" charset="0"/>
              <a:ea typeface="Tahoma" panose="020B0604030504040204" pitchFamily="34" charset="0"/>
              <a:cs typeface="Tahoma" panose="020B0604030504040204" pitchFamily="34" charset="0"/>
            </a:rPr>
            <a:t>PERINGKAT KESELAMATAN HENDAKLAH DITANDA  DENGAN HURUF CERAI ATAU DICAP HURUF BESAR TIDAK KURANG DARIPADA 7 MM</a:t>
          </a:r>
        </a:p>
      </dgm:t>
    </dgm:pt>
    <dgm:pt modelId="{CB0E7793-1B98-455A-8B7D-43CC7E2FFC21}" type="parTrans" cxnId="{B5EFEC5D-1638-4508-ABA2-77EDA4F91166}">
      <dgm:prSet/>
      <dgm:spPr/>
      <dgm:t>
        <a:bodyPr/>
        <a:lstStyle/>
        <a:p>
          <a:endParaRPr lang="en-US"/>
        </a:p>
      </dgm:t>
    </dgm:pt>
    <dgm:pt modelId="{DE271B53-281D-470B-9FF5-BDB58FEB51A1}" type="sibTrans" cxnId="{B5EFEC5D-1638-4508-ABA2-77EDA4F91166}">
      <dgm:prSet/>
      <dgm:spPr/>
      <dgm:t>
        <a:bodyPr/>
        <a:lstStyle/>
        <a:p>
          <a:endParaRPr lang="en-US"/>
        </a:p>
      </dgm:t>
    </dgm:pt>
    <dgm:pt modelId="{C57F8C99-CFC6-44D6-A783-01785AA2F78B}">
      <dgm:prSet phldrT="[Text]" custT="1"/>
      <dgm:spPr>
        <a:solidFill>
          <a:srgbClr val="00B0F0">
            <a:alpha val="90000"/>
          </a:srgbClr>
        </a:solidFill>
      </dgm:spPr>
      <dgm:t>
        <a:bodyPr/>
        <a:lstStyle/>
        <a:p>
          <a:r>
            <a:rPr lang="ms-MY" sz="2400" b="1" dirty="0">
              <a:latin typeface="Tahoma" panose="020B0604030504040204" pitchFamily="34" charset="0"/>
              <a:ea typeface="Tahoma" panose="020B0604030504040204" pitchFamily="34" charset="0"/>
              <a:cs typeface="Tahoma" panose="020B0604030504040204" pitchFamily="34" charset="0"/>
            </a:rPr>
            <a:t>sebelah luar kulit hadapan dan belakang, </a:t>
          </a:r>
          <a:endParaRPr lang="en-US" sz="2400" dirty="0"/>
        </a:p>
      </dgm:t>
    </dgm:pt>
    <dgm:pt modelId="{03925B7D-375F-4C5B-83EE-AE1B4FB072C0}" type="parTrans" cxnId="{54000ABC-524D-45A3-81E9-D53B455DF6D4}">
      <dgm:prSet/>
      <dgm:spPr/>
      <dgm:t>
        <a:bodyPr/>
        <a:lstStyle/>
        <a:p>
          <a:endParaRPr lang="en-US"/>
        </a:p>
      </dgm:t>
    </dgm:pt>
    <dgm:pt modelId="{394F16B4-D22C-4A22-B1AA-E24958E13C13}" type="sibTrans" cxnId="{54000ABC-524D-45A3-81E9-D53B455DF6D4}">
      <dgm:prSet/>
      <dgm:spPr/>
      <dgm:t>
        <a:bodyPr/>
        <a:lstStyle/>
        <a:p>
          <a:endParaRPr lang="en-US"/>
        </a:p>
      </dgm:t>
    </dgm:pt>
    <dgm:pt modelId="{883ED173-FB53-446F-8E41-8BD1204389C1}">
      <dgm:prSet custT="1"/>
      <dgm:spPr>
        <a:solidFill>
          <a:srgbClr val="00B0F0">
            <a:alpha val="90000"/>
          </a:srgbClr>
        </a:solidFill>
      </dgm:spPr>
      <dgm:t>
        <a:bodyPr/>
        <a:lstStyle/>
        <a:p>
          <a:r>
            <a:rPr lang="ms-MY" sz="2400" b="1" dirty="0">
              <a:latin typeface="Tahoma" panose="020B0604030504040204" pitchFamily="34" charset="0"/>
              <a:ea typeface="Tahoma" panose="020B0604030504040204" pitchFamily="34" charset="0"/>
              <a:cs typeface="Tahoma" panose="020B0604030504040204" pitchFamily="34" charset="0"/>
            </a:rPr>
            <a:t>muka tajuk </a:t>
          </a:r>
        </a:p>
      </dgm:t>
    </dgm:pt>
    <dgm:pt modelId="{8F36D453-C384-4707-8E2C-30E68BBAC4DC}" type="parTrans" cxnId="{2FEC34A9-8BD1-4C25-B16C-04E42771B747}">
      <dgm:prSet/>
      <dgm:spPr/>
      <dgm:t>
        <a:bodyPr/>
        <a:lstStyle/>
        <a:p>
          <a:endParaRPr lang="en-US"/>
        </a:p>
      </dgm:t>
    </dgm:pt>
    <dgm:pt modelId="{1B64F189-61F7-4AF4-BAE4-69415D9E7C73}" type="sibTrans" cxnId="{2FEC34A9-8BD1-4C25-B16C-04E42771B747}">
      <dgm:prSet/>
      <dgm:spPr/>
      <dgm:t>
        <a:bodyPr/>
        <a:lstStyle/>
        <a:p>
          <a:endParaRPr lang="en-US"/>
        </a:p>
      </dgm:t>
    </dgm:pt>
    <dgm:pt modelId="{9B46427D-C050-48BF-985B-01CE96391DD5}">
      <dgm:prSet custT="1"/>
      <dgm:spPr>
        <a:solidFill>
          <a:srgbClr val="00B0F0">
            <a:alpha val="90000"/>
          </a:srgbClr>
        </a:solidFill>
      </dgm:spPr>
      <dgm:t>
        <a:bodyPr/>
        <a:lstStyle/>
        <a:p>
          <a:r>
            <a:rPr lang="ms-MY" sz="2400" b="1">
              <a:latin typeface="Tahoma" panose="020B0604030504040204" pitchFamily="34" charset="0"/>
              <a:ea typeface="Tahoma" panose="020B0604030504040204" pitchFamily="34" charset="0"/>
              <a:cs typeface="Tahoma" panose="020B0604030504040204" pitchFamily="34" charset="0"/>
            </a:rPr>
            <a:t>muka surat pertama </a:t>
          </a:r>
          <a:endParaRPr lang="ms-MY" sz="2400" b="1" dirty="0">
            <a:latin typeface="Tahoma" panose="020B0604030504040204" pitchFamily="34" charset="0"/>
            <a:ea typeface="Tahoma" panose="020B0604030504040204" pitchFamily="34" charset="0"/>
            <a:cs typeface="Tahoma" panose="020B0604030504040204" pitchFamily="34" charset="0"/>
          </a:endParaRPr>
        </a:p>
      </dgm:t>
    </dgm:pt>
    <dgm:pt modelId="{4D9E4A97-35CF-4201-B54F-8088C8D857AD}" type="parTrans" cxnId="{BEBE850E-0042-4ADA-8EE4-F02AFA16E8C6}">
      <dgm:prSet/>
      <dgm:spPr/>
      <dgm:t>
        <a:bodyPr/>
        <a:lstStyle/>
        <a:p>
          <a:endParaRPr lang="en-US"/>
        </a:p>
      </dgm:t>
    </dgm:pt>
    <dgm:pt modelId="{DC3FCD50-A055-400F-BF5F-5F553F29ABE2}" type="sibTrans" cxnId="{BEBE850E-0042-4ADA-8EE4-F02AFA16E8C6}">
      <dgm:prSet/>
      <dgm:spPr/>
      <dgm:t>
        <a:bodyPr/>
        <a:lstStyle/>
        <a:p>
          <a:endParaRPr lang="en-US"/>
        </a:p>
      </dgm:t>
    </dgm:pt>
    <dgm:pt modelId="{7075C6B3-B1B1-444C-8943-327058C14439}">
      <dgm:prSet custT="1"/>
      <dgm:spPr>
        <a:solidFill>
          <a:srgbClr val="00B0F0">
            <a:alpha val="90000"/>
          </a:srgbClr>
        </a:solidFill>
      </dgm:spPr>
      <dgm:t>
        <a:bodyPr/>
        <a:lstStyle/>
        <a:p>
          <a:r>
            <a:rPr lang="ms-MY" sz="2400" b="1" dirty="0">
              <a:latin typeface="Tahoma" panose="020B0604030504040204" pitchFamily="34" charset="0"/>
              <a:ea typeface="Tahoma" panose="020B0604030504040204" pitchFamily="34" charset="0"/>
              <a:cs typeface="Tahoma" panose="020B0604030504040204" pitchFamily="34" charset="0"/>
            </a:rPr>
            <a:t>muka surat penghabisan </a:t>
          </a:r>
        </a:p>
      </dgm:t>
    </dgm:pt>
    <dgm:pt modelId="{22952A19-7C1B-47B1-9D07-240C4DB40C0B}" type="parTrans" cxnId="{38799C65-EE78-4F6C-B568-8D70CB3A2B12}">
      <dgm:prSet/>
      <dgm:spPr/>
      <dgm:t>
        <a:bodyPr/>
        <a:lstStyle/>
        <a:p>
          <a:endParaRPr lang="en-US"/>
        </a:p>
      </dgm:t>
    </dgm:pt>
    <dgm:pt modelId="{1F15DCEA-1F9C-4D81-86F4-0DC009158834}" type="sibTrans" cxnId="{38799C65-EE78-4F6C-B568-8D70CB3A2B12}">
      <dgm:prSet/>
      <dgm:spPr/>
      <dgm:t>
        <a:bodyPr/>
        <a:lstStyle/>
        <a:p>
          <a:endParaRPr lang="en-US"/>
        </a:p>
      </dgm:t>
    </dgm:pt>
    <dgm:pt modelId="{2348F880-7179-41B4-B1A3-CD2B4041104F}">
      <dgm:prSet/>
      <dgm:spPr>
        <a:solidFill>
          <a:srgbClr val="0070C0"/>
        </a:solidFill>
      </dgm:spPr>
      <dgm:t>
        <a:bodyPr/>
        <a:lstStyle/>
        <a:p>
          <a:r>
            <a:rPr lang="ms-MY" b="1" dirty="0">
              <a:latin typeface="Tahoma" panose="020B0604030504040204" pitchFamily="34" charset="0"/>
              <a:ea typeface="Tahoma" panose="020B0604030504040204" pitchFamily="34" charset="0"/>
              <a:cs typeface="Tahoma" panose="020B0604030504040204" pitchFamily="34" charset="0"/>
            </a:rPr>
            <a:t>Peringkat keselamatan hendaklah juga ditanda dengan huruf cerai atau dicap dengan huruf besar di penjuru kiri sebelah atas dan di penjuru kanan sebelah bawah di setiap muka yang mengandung perkara bertulis, bercetak atau bercap.</a:t>
          </a:r>
        </a:p>
      </dgm:t>
    </dgm:pt>
    <dgm:pt modelId="{89C2987F-C76F-43BA-AA26-E897568E5F7B}" type="parTrans" cxnId="{4261C034-7AE6-4E52-A14E-C169B7097151}">
      <dgm:prSet/>
      <dgm:spPr/>
      <dgm:t>
        <a:bodyPr/>
        <a:lstStyle/>
        <a:p>
          <a:endParaRPr lang="en-US"/>
        </a:p>
      </dgm:t>
    </dgm:pt>
    <dgm:pt modelId="{FE954F02-6725-4D33-AE94-AA7AEB399E03}" type="sibTrans" cxnId="{4261C034-7AE6-4E52-A14E-C169B7097151}">
      <dgm:prSet/>
      <dgm:spPr/>
      <dgm:t>
        <a:bodyPr/>
        <a:lstStyle/>
        <a:p>
          <a:endParaRPr lang="en-US"/>
        </a:p>
      </dgm:t>
    </dgm:pt>
    <dgm:pt modelId="{FF2CD5C0-48D3-4649-96DB-D3B8C7DCFDA1}" type="pres">
      <dgm:prSet presAssocID="{620DF68C-F062-4681-B947-C29A85DEC02A}" presName="Name0" presStyleCnt="0">
        <dgm:presLayoutVars>
          <dgm:dir/>
          <dgm:animLvl val="lvl"/>
          <dgm:resizeHandles val="exact"/>
        </dgm:presLayoutVars>
      </dgm:prSet>
      <dgm:spPr/>
      <dgm:t>
        <a:bodyPr/>
        <a:lstStyle/>
        <a:p>
          <a:endParaRPr lang="en-MY"/>
        </a:p>
      </dgm:t>
    </dgm:pt>
    <dgm:pt modelId="{E05D5FA5-1D54-484A-90D4-1CAFE1C06C28}" type="pres">
      <dgm:prSet presAssocID="{0EAA7FB4-1BD9-4891-8A02-DA7434774DFD}" presName="linNode" presStyleCnt="0"/>
      <dgm:spPr/>
    </dgm:pt>
    <dgm:pt modelId="{4F3999F9-7DAE-41C9-B5DF-9D08C304757A}" type="pres">
      <dgm:prSet presAssocID="{0EAA7FB4-1BD9-4891-8A02-DA7434774DFD}" presName="parentText" presStyleLbl="node1" presStyleIdx="0" presStyleCnt="2" custScaleX="132937" custScaleY="633008" custLinFactNeighborX="-34" custLinFactNeighborY="-18488">
        <dgm:presLayoutVars>
          <dgm:chMax val="1"/>
          <dgm:bulletEnabled val="1"/>
        </dgm:presLayoutVars>
      </dgm:prSet>
      <dgm:spPr/>
      <dgm:t>
        <a:bodyPr/>
        <a:lstStyle/>
        <a:p>
          <a:endParaRPr lang="en-MY"/>
        </a:p>
      </dgm:t>
    </dgm:pt>
    <dgm:pt modelId="{C03345E7-8F75-4B0C-AC41-E2DC5796E97C}" type="pres">
      <dgm:prSet presAssocID="{0EAA7FB4-1BD9-4891-8A02-DA7434774DFD}" presName="descendantText" presStyleLbl="alignAccFollowNode1" presStyleIdx="0" presStyleCnt="1" custScaleX="112948" custScaleY="715932" custLinFactNeighborX="78323" custLinFactNeighborY="-6108">
        <dgm:presLayoutVars>
          <dgm:bulletEnabled val="1"/>
        </dgm:presLayoutVars>
      </dgm:prSet>
      <dgm:spPr/>
      <dgm:t>
        <a:bodyPr/>
        <a:lstStyle/>
        <a:p>
          <a:endParaRPr lang="en-MY"/>
        </a:p>
      </dgm:t>
    </dgm:pt>
    <dgm:pt modelId="{6174BE24-B5DE-44A1-923D-5ED1198EB956}" type="pres">
      <dgm:prSet presAssocID="{DE271B53-281D-470B-9FF5-BDB58FEB51A1}" presName="sp" presStyleCnt="0"/>
      <dgm:spPr/>
    </dgm:pt>
    <dgm:pt modelId="{BA8F60D3-0413-4898-A5CB-0833C952483B}" type="pres">
      <dgm:prSet presAssocID="{2348F880-7179-41B4-B1A3-CD2B4041104F}" presName="linNode" presStyleCnt="0"/>
      <dgm:spPr/>
    </dgm:pt>
    <dgm:pt modelId="{EFB2567E-4E41-4CB7-8B35-97F58732C891}" type="pres">
      <dgm:prSet presAssocID="{2348F880-7179-41B4-B1A3-CD2B4041104F}" presName="parentText" presStyleLbl="node1" presStyleIdx="1" presStyleCnt="2" custScaleX="277778" custScaleY="364332">
        <dgm:presLayoutVars>
          <dgm:chMax val="1"/>
          <dgm:bulletEnabled val="1"/>
        </dgm:presLayoutVars>
      </dgm:prSet>
      <dgm:spPr/>
      <dgm:t>
        <a:bodyPr/>
        <a:lstStyle/>
        <a:p>
          <a:endParaRPr lang="en-MY"/>
        </a:p>
      </dgm:t>
    </dgm:pt>
  </dgm:ptLst>
  <dgm:cxnLst>
    <dgm:cxn modelId="{6A36E9EE-1771-4A0C-8FBC-DE977CAC54C0}" type="presOf" srcId="{9B46427D-C050-48BF-985B-01CE96391DD5}" destId="{C03345E7-8F75-4B0C-AC41-E2DC5796E97C}" srcOrd="0" destOrd="2" presId="urn:microsoft.com/office/officeart/2005/8/layout/vList5"/>
    <dgm:cxn modelId="{4261C034-7AE6-4E52-A14E-C169B7097151}" srcId="{620DF68C-F062-4681-B947-C29A85DEC02A}" destId="{2348F880-7179-41B4-B1A3-CD2B4041104F}" srcOrd="1" destOrd="0" parTransId="{89C2987F-C76F-43BA-AA26-E897568E5F7B}" sibTransId="{FE954F02-6725-4D33-AE94-AA7AEB399E03}"/>
    <dgm:cxn modelId="{1ABBF8B4-8C72-4FA9-81B0-16C3AD65D748}" type="presOf" srcId="{2348F880-7179-41B4-B1A3-CD2B4041104F}" destId="{EFB2567E-4E41-4CB7-8B35-97F58732C891}" srcOrd="0" destOrd="0" presId="urn:microsoft.com/office/officeart/2005/8/layout/vList5"/>
    <dgm:cxn modelId="{50A9D767-A5E5-4AFE-AB82-D6E69DD20FDF}" type="presOf" srcId="{C57F8C99-CFC6-44D6-A783-01785AA2F78B}" destId="{C03345E7-8F75-4B0C-AC41-E2DC5796E97C}" srcOrd="0" destOrd="0" presId="urn:microsoft.com/office/officeart/2005/8/layout/vList5"/>
    <dgm:cxn modelId="{54000ABC-524D-45A3-81E9-D53B455DF6D4}" srcId="{0EAA7FB4-1BD9-4891-8A02-DA7434774DFD}" destId="{C57F8C99-CFC6-44D6-A783-01785AA2F78B}" srcOrd="0" destOrd="0" parTransId="{03925B7D-375F-4C5B-83EE-AE1B4FB072C0}" sibTransId="{394F16B4-D22C-4A22-B1AA-E24958E13C13}"/>
    <dgm:cxn modelId="{5AA2EC59-E748-4087-B2A0-A9AE10E76200}" type="presOf" srcId="{7075C6B3-B1B1-444C-8943-327058C14439}" destId="{C03345E7-8F75-4B0C-AC41-E2DC5796E97C}" srcOrd="0" destOrd="3" presId="urn:microsoft.com/office/officeart/2005/8/layout/vList5"/>
    <dgm:cxn modelId="{BEBE850E-0042-4ADA-8EE4-F02AFA16E8C6}" srcId="{0EAA7FB4-1BD9-4891-8A02-DA7434774DFD}" destId="{9B46427D-C050-48BF-985B-01CE96391DD5}" srcOrd="2" destOrd="0" parTransId="{4D9E4A97-35CF-4201-B54F-8088C8D857AD}" sibTransId="{DC3FCD50-A055-400F-BF5F-5F553F29ABE2}"/>
    <dgm:cxn modelId="{2FEC34A9-8BD1-4C25-B16C-04E42771B747}" srcId="{0EAA7FB4-1BD9-4891-8A02-DA7434774DFD}" destId="{883ED173-FB53-446F-8E41-8BD1204389C1}" srcOrd="1" destOrd="0" parTransId="{8F36D453-C384-4707-8E2C-30E68BBAC4DC}" sibTransId="{1B64F189-61F7-4AF4-BAE4-69415D9E7C73}"/>
    <dgm:cxn modelId="{B5EFEC5D-1638-4508-ABA2-77EDA4F91166}" srcId="{620DF68C-F062-4681-B947-C29A85DEC02A}" destId="{0EAA7FB4-1BD9-4891-8A02-DA7434774DFD}" srcOrd="0" destOrd="0" parTransId="{CB0E7793-1B98-455A-8B7D-43CC7E2FFC21}" sibTransId="{DE271B53-281D-470B-9FF5-BDB58FEB51A1}"/>
    <dgm:cxn modelId="{FB9FC4FC-1837-4857-86C6-3F3F52DD68DA}" type="presOf" srcId="{620DF68C-F062-4681-B947-C29A85DEC02A}" destId="{FF2CD5C0-48D3-4649-96DB-D3B8C7DCFDA1}" srcOrd="0" destOrd="0" presId="urn:microsoft.com/office/officeart/2005/8/layout/vList5"/>
    <dgm:cxn modelId="{45E92474-1003-4420-BE64-5D672029E7AF}" type="presOf" srcId="{0EAA7FB4-1BD9-4891-8A02-DA7434774DFD}" destId="{4F3999F9-7DAE-41C9-B5DF-9D08C304757A}" srcOrd="0" destOrd="0" presId="urn:microsoft.com/office/officeart/2005/8/layout/vList5"/>
    <dgm:cxn modelId="{38799C65-EE78-4F6C-B568-8D70CB3A2B12}" srcId="{0EAA7FB4-1BD9-4891-8A02-DA7434774DFD}" destId="{7075C6B3-B1B1-444C-8943-327058C14439}" srcOrd="3" destOrd="0" parTransId="{22952A19-7C1B-47B1-9D07-240C4DB40C0B}" sibTransId="{1F15DCEA-1F9C-4D81-86F4-0DC009158834}"/>
    <dgm:cxn modelId="{64D98AA2-D6E3-460A-BFC6-383CAC897A16}" type="presOf" srcId="{883ED173-FB53-446F-8E41-8BD1204389C1}" destId="{C03345E7-8F75-4B0C-AC41-E2DC5796E97C}" srcOrd="0" destOrd="1" presId="urn:microsoft.com/office/officeart/2005/8/layout/vList5"/>
    <dgm:cxn modelId="{5498D433-4776-4567-8351-7D7D2A51F846}" type="presParOf" srcId="{FF2CD5C0-48D3-4649-96DB-D3B8C7DCFDA1}" destId="{E05D5FA5-1D54-484A-90D4-1CAFE1C06C28}" srcOrd="0" destOrd="0" presId="urn:microsoft.com/office/officeart/2005/8/layout/vList5"/>
    <dgm:cxn modelId="{4D068971-6E3E-433D-B6FC-2A4F58304B25}" type="presParOf" srcId="{E05D5FA5-1D54-484A-90D4-1CAFE1C06C28}" destId="{4F3999F9-7DAE-41C9-B5DF-9D08C304757A}" srcOrd="0" destOrd="0" presId="urn:microsoft.com/office/officeart/2005/8/layout/vList5"/>
    <dgm:cxn modelId="{22D184DF-D139-43E7-9344-832EA2B56DC0}" type="presParOf" srcId="{E05D5FA5-1D54-484A-90D4-1CAFE1C06C28}" destId="{C03345E7-8F75-4B0C-AC41-E2DC5796E97C}" srcOrd="1" destOrd="0" presId="urn:microsoft.com/office/officeart/2005/8/layout/vList5"/>
    <dgm:cxn modelId="{68FC16B9-F0D2-4638-AD9B-BC79D1E076B5}" type="presParOf" srcId="{FF2CD5C0-48D3-4649-96DB-D3B8C7DCFDA1}" destId="{6174BE24-B5DE-44A1-923D-5ED1198EB956}" srcOrd="1" destOrd="0" presId="urn:microsoft.com/office/officeart/2005/8/layout/vList5"/>
    <dgm:cxn modelId="{BB94A973-8629-4F38-AF76-E62ED927F29E}" type="presParOf" srcId="{FF2CD5C0-48D3-4649-96DB-D3B8C7DCFDA1}" destId="{BA8F60D3-0413-4898-A5CB-0833C952483B}" srcOrd="2" destOrd="0" presId="urn:microsoft.com/office/officeart/2005/8/layout/vList5"/>
    <dgm:cxn modelId="{2DC8CEB4-B592-4D9E-B9ED-BA5F3C723A0C}" type="presParOf" srcId="{BA8F60D3-0413-4898-A5CB-0833C952483B}" destId="{EFB2567E-4E41-4CB7-8B35-97F58732C891}" srcOrd="0"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96019470-F6A9-4BFF-93E4-E27B29605837}" type="doc">
      <dgm:prSet loTypeId="urn:diagrams.loki3.com/BracketList" loCatId="list" qsTypeId="urn:microsoft.com/office/officeart/2005/8/quickstyle/simple1" qsCatId="simple" csTypeId="urn:microsoft.com/office/officeart/2005/8/colors/accent1_2" csCatId="accent1" phldr="1"/>
      <dgm:spPr/>
      <dgm:t>
        <a:bodyPr/>
        <a:lstStyle/>
        <a:p>
          <a:endParaRPr lang="en-MY"/>
        </a:p>
      </dgm:t>
    </dgm:pt>
    <dgm:pt modelId="{C9020164-93F8-430E-BFF3-F4191A163A11}">
      <dgm:prSet phldrT="[Text]" custT="1"/>
      <dgm:spPr/>
      <dgm:t>
        <a:bodyPr/>
        <a:lstStyle/>
        <a:p>
          <a:pPr algn="ctr"/>
          <a:r>
            <a:rPr lang="nb-NO" sz="2800" b="1" dirty="0">
              <a:solidFill>
                <a:srgbClr val="C00000"/>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RAHSIA RASMI YANG TIDAK KEKAL TERJILID</a:t>
          </a:r>
          <a:endParaRPr lang="en-MY" sz="2800" b="1" dirty="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endParaRPr>
        </a:p>
      </dgm:t>
    </dgm:pt>
    <dgm:pt modelId="{87C76D45-AF30-47B1-9FF2-6FC05EEAB10E}" type="parTrans" cxnId="{215F926B-86B1-4399-A1D7-01D4F01AF386}">
      <dgm:prSet/>
      <dgm:spPr/>
      <dgm:t>
        <a:bodyPr/>
        <a:lstStyle/>
        <a:p>
          <a:endParaRPr lang="en-MY"/>
        </a:p>
      </dgm:t>
    </dgm:pt>
    <dgm:pt modelId="{820593D4-923B-4075-B640-81DA7CFA367A}" type="sibTrans" cxnId="{215F926B-86B1-4399-A1D7-01D4F01AF386}">
      <dgm:prSet/>
      <dgm:spPr/>
      <dgm:t>
        <a:bodyPr/>
        <a:lstStyle/>
        <a:p>
          <a:endParaRPr lang="en-MY"/>
        </a:p>
      </dgm:t>
    </dgm:pt>
    <dgm:pt modelId="{74D987A6-8D63-4118-88AD-E8422B3541AD}">
      <dgm:prSet phldrT="[Text]" custT="1"/>
      <dgm:spPr>
        <a:solidFill>
          <a:srgbClr val="FF0000"/>
        </a:solidFill>
      </dgm:spPr>
      <dgm:t>
        <a:bodyPr/>
        <a:lstStyle/>
        <a:p>
          <a:pPr algn="just">
            <a:buNone/>
          </a:pPr>
          <a:r>
            <a:rPr lang="nb-NO" sz="3200" dirty="0">
              <a:latin typeface="Tahoma" panose="020B0604030504040204" pitchFamily="34" charset="0"/>
              <a:ea typeface="Tahoma" panose="020B0604030504040204" pitchFamily="34" charset="0"/>
              <a:cs typeface="Tahoma" panose="020B0604030504040204" pitchFamily="34" charset="0"/>
            </a:rPr>
            <a:t>Peringkat keselamatan hendaklah ditandakan sebagai rahsia rasmi yang tidak kekal terjilid dengan dicap, ditaip atau ditulis dengan huruf besar di penjuru kiri sebelah atas dan di penjuru kanan sebelah bawah tiap-tiap muka surat yang mengandung perkara bertulis, bercetak atau berca</a:t>
          </a:r>
          <a:r>
            <a:rPr lang="nb-NO" sz="3900" dirty="0"/>
            <a:t>p.</a:t>
          </a:r>
          <a:endParaRPr lang="en-MY" sz="3900" dirty="0">
            <a:solidFill>
              <a:schemeClr val="bg1"/>
            </a:solidFill>
          </a:endParaRPr>
        </a:p>
      </dgm:t>
    </dgm:pt>
    <dgm:pt modelId="{B4941D53-BC05-4432-9667-B84023384D36}" type="parTrans" cxnId="{E0D41D8E-442A-41C9-9D12-DE500702F53C}">
      <dgm:prSet/>
      <dgm:spPr/>
      <dgm:t>
        <a:bodyPr/>
        <a:lstStyle/>
        <a:p>
          <a:endParaRPr lang="en-MY"/>
        </a:p>
      </dgm:t>
    </dgm:pt>
    <dgm:pt modelId="{2185381F-26C0-4C25-99A7-FF95E7042102}" type="sibTrans" cxnId="{E0D41D8E-442A-41C9-9D12-DE500702F53C}">
      <dgm:prSet/>
      <dgm:spPr/>
      <dgm:t>
        <a:bodyPr/>
        <a:lstStyle/>
        <a:p>
          <a:endParaRPr lang="en-MY"/>
        </a:p>
      </dgm:t>
    </dgm:pt>
    <dgm:pt modelId="{5E0630E4-A6A9-49A2-A8C7-FD3842F1F6A3}" type="pres">
      <dgm:prSet presAssocID="{96019470-F6A9-4BFF-93E4-E27B29605837}" presName="Name0" presStyleCnt="0">
        <dgm:presLayoutVars>
          <dgm:dir/>
          <dgm:animLvl val="lvl"/>
          <dgm:resizeHandles val="exact"/>
        </dgm:presLayoutVars>
      </dgm:prSet>
      <dgm:spPr/>
      <dgm:t>
        <a:bodyPr/>
        <a:lstStyle/>
        <a:p>
          <a:endParaRPr lang="en-MY"/>
        </a:p>
      </dgm:t>
    </dgm:pt>
    <dgm:pt modelId="{7EE596A2-B9C3-4669-A686-0B70AB60197D}" type="pres">
      <dgm:prSet presAssocID="{C9020164-93F8-430E-BFF3-F4191A163A11}" presName="linNode" presStyleCnt="0"/>
      <dgm:spPr/>
    </dgm:pt>
    <dgm:pt modelId="{C619B065-84F1-438F-94A3-2DD2E4B36A40}" type="pres">
      <dgm:prSet presAssocID="{C9020164-93F8-430E-BFF3-F4191A163A11}" presName="parTx" presStyleLbl="revTx" presStyleIdx="0" presStyleCnt="1" custScaleY="259384">
        <dgm:presLayoutVars>
          <dgm:chMax val="1"/>
          <dgm:bulletEnabled val="1"/>
        </dgm:presLayoutVars>
      </dgm:prSet>
      <dgm:spPr/>
      <dgm:t>
        <a:bodyPr/>
        <a:lstStyle/>
        <a:p>
          <a:endParaRPr lang="en-MY"/>
        </a:p>
      </dgm:t>
    </dgm:pt>
    <dgm:pt modelId="{7CA74D61-50FF-40B0-A0CC-206E1CD5E8A1}" type="pres">
      <dgm:prSet presAssocID="{C9020164-93F8-430E-BFF3-F4191A163A11}" presName="bracket" presStyleLbl="parChTrans1D1" presStyleIdx="0" presStyleCnt="1"/>
      <dgm:spPr/>
    </dgm:pt>
    <dgm:pt modelId="{71C3A912-7D03-4308-A904-B6B6F7615FF7}" type="pres">
      <dgm:prSet presAssocID="{C9020164-93F8-430E-BFF3-F4191A163A11}" presName="spH" presStyleCnt="0"/>
      <dgm:spPr/>
    </dgm:pt>
    <dgm:pt modelId="{D0E058B1-5628-45BC-A5C0-25DCBEB0DFEA}" type="pres">
      <dgm:prSet presAssocID="{C9020164-93F8-430E-BFF3-F4191A163A11}" presName="desTx" presStyleLbl="node1" presStyleIdx="0" presStyleCnt="1" custScaleX="114485" custLinFactNeighborX="-6799" custLinFactNeighborY="-541">
        <dgm:presLayoutVars>
          <dgm:bulletEnabled val="1"/>
        </dgm:presLayoutVars>
      </dgm:prSet>
      <dgm:spPr/>
      <dgm:t>
        <a:bodyPr/>
        <a:lstStyle/>
        <a:p>
          <a:endParaRPr lang="en-MY"/>
        </a:p>
      </dgm:t>
    </dgm:pt>
  </dgm:ptLst>
  <dgm:cxnLst>
    <dgm:cxn modelId="{E0D41D8E-442A-41C9-9D12-DE500702F53C}" srcId="{C9020164-93F8-430E-BFF3-F4191A163A11}" destId="{74D987A6-8D63-4118-88AD-E8422B3541AD}" srcOrd="0" destOrd="0" parTransId="{B4941D53-BC05-4432-9667-B84023384D36}" sibTransId="{2185381F-26C0-4C25-99A7-FF95E7042102}"/>
    <dgm:cxn modelId="{11270F0B-3474-4582-8F80-3F7E790E807D}" type="presOf" srcId="{C9020164-93F8-430E-BFF3-F4191A163A11}" destId="{C619B065-84F1-438F-94A3-2DD2E4B36A40}" srcOrd="0" destOrd="0" presId="urn:diagrams.loki3.com/BracketList"/>
    <dgm:cxn modelId="{215F926B-86B1-4399-A1D7-01D4F01AF386}" srcId="{96019470-F6A9-4BFF-93E4-E27B29605837}" destId="{C9020164-93F8-430E-BFF3-F4191A163A11}" srcOrd="0" destOrd="0" parTransId="{87C76D45-AF30-47B1-9FF2-6FC05EEAB10E}" sibTransId="{820593D4-923B-4075-B640-81DA7CFA367A}"/>
    <dgm:cxn modelId="{F5C9FCF7-F903-4267-AB7F-E8037B1BAC11}" type="presOf" srcId="{96019470-F6A9-4BFF-93E4-E27B29605837}" destId="{5E0630E4-A6A9-49A2-A8C7-FD3842F1F6A3}" srcOrd="0" destOrd="0" presId="urn:diagrams.loki3.com/BracketList"/>
    <dgm:cxn modelId="{A2D458F7-75B0-4E44-97A3-755D290051DB}" type="presOf" srcId="{74D987A6-8D63-4118-88AD-E8422B3541AD}" destId="{D0E058B1-5628-45BC-A5C0-25DCBEB0DFEA}" srcOrd="0" destOrd="0" presId="urn:diagrams.loki3.com/BracketList"/>
    <dgm:cxn modelId="{B40C46B2-462E-42BA-8A4C-65A432E0B068}" type="presParOf" srcId="{5E0630E4-A6A9-49A2-A8C7-FD3842F1F6A3}" destId="{7EE596A2-B9C3-4669-A686-0B70AB60197D}" srcOrd="0" destOrd="0" presId="urn:diagrams.loki3.com/BracketList"/>
    <dgm:cxn modelId="{BA303C44-4EDF-482A-9DA9-9EF09024EC21}" type="presParOf" srcId="{7EE596A2-B9C3-4669-A686-0B70AB60197D}" destId="{C619B065-84F1-438F-94A3-2DD2E4B36A40}" srcOrd="0" destOrd="0" presId="urn:diagrams.loki3.com/BracketList"/>
    <dgm:cxn modelId="{4608DE63-54D8-44B2-96D0-3E878ABEE186}" type="presParOf" srcId="{7EE596A2-B9C3-4669-A686-0B70AB60197D}" destId="{7CA74D61-50FF-40B0-A0CC-206E1CD5E8A1}" srcOrd="1" destOrd="0" presId="urn:diagrams.loki3.com/BracketList"/>
    <dgm:cxn modelId="{17649D61-2F39-40F5-87A6-330ABCA9C0C5}" type="presParOf" srcId="{7EE596A2-B9C3-4669-A686-0B70AB60197D}" destId="{71C3A912-7D03-4308-A904-B6B6F7615FF7}" srcOrd="2" destOrd="0" presId="urn:diagrams.loki3.com/BracketList"/>
    <dgm:cxn modelId="{504717B5-1E82-4649-A908-F73D49A342C7}" type="presParOf" srcId="{7EE596A2-B9C3-4669-A686-0B70AB60197D}" destId="{D0E058B1-5628-45BC-A5C0-25DCBEB0DFEA}" srcOrd="3" destOrd="0" presId="urn:diagrams.loki3.com/BracketList"/>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D00FF78E-0605-4E77-9C94-1FCF69ADEA35}"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FFB72A5A-8AEF-42B1-B8AA-3688E969D2CA}">
      <dgm:prSet custT="1"/>
      <dgm:spPr>
        <a:solidFill>
          <a:schemeClr val="accent6">
            <a:lumMod val="50000"/>
          </a:schemeClr>
        </a:solidFill>
      </dgm:spPr>
      <dgm:t>
        <a:bodyPr/>
        <a:lstStyle/>
        <a:p>
          <a:r>
            <a:rPr lang="nb-NO" sz="2400" dirty="0">
              <a:latin typeface="Tahoma" panose="020B0604030504040204" pitchFamily="34" charset="0"/>
              <a:ea typeface="Tahoma" panose="020B0604030504040204" pitchFamily="34" charset="0"/>
              <a:cs typeface="Tahoma" panose="020B0604030504040204" pitchFamily="34" charset="0"/>
            </a:rPr>
            <a:t>Peringkat</a:t>
          </a:r>
          <a:r>
            <a:rPr lang="it-IT" sz="2400" dirty="0">
              <a:latin typeface="Tahoma" panose="020B0604030504040204" pitchFamily="34" charset="0"/>
              <a:ea typeface="Tahoma" panose="020B0604030504040204" pitchFamily="34" charset="0"/>
              <a:cs typeface="Tahoma" panose="020B0604030504040204" pitchFamily="34" charset="0"/>
            </a:rPr>
            <a:t> keselamatan fail terperingkat hendaklah ditandakan di sebelah luar kulit hadapan dan belakang.</a:t>
          </a:r>
        </a:p>
      </dgm:t>
    </dgm:pt>
    <dgm:pt modelId="{4DED3271-6DF2-4E22-B0EC-FCBB255B1356}" type="parTrans" cxnId="{2B5F3997-E8A7-4F3B-8593-68588744ADC7}">
      <dgm:prSet/>
      <dgm:spPr/>
      <dgm:t>
        <a:bodyPr/>
        <a:lstStyle/>
        <a:p>
          <a:endParaRPr lang="en-US"/>
        </a:p>
      </dgm:t>
    </dgm:pt>
    <dgm:pt modelId="{0A1078EB-D929-4553-9794-DF9ADA0B7D86}" type="sibTrans" cxnId="{2B5F3997-E8A7-4F3B-8593-68588744ADC7}">
      <dgm:prSet/>
      <dgm:spPr/>
      <dgm:t>
        <a:bodyPr/>
        <a:lstStyle/>
        <a:p>
          <a:endParaRPr lang="en-US"/>
        </a:p>
      </dgm:t>
    </dgm:pt>
    <dgm:pt modelId="{2B3D17C4-51EA-4BA9-B25C-BAEA31DFEB39}">
      <dgm:prSet custT="1"/>
      <dgm:spPr>
        <a:solidFill>
          <a:schemeClr val="accent6">
            <a:lumMod val="50000"/>
          </a:schemeClr>
        </a:solidFill>
      </dgm:spPr>
      <dgm:t>
        <a:bodyPr/>
        <a:lstStyle/>
        <a:p>
          <a:r>
            <a:rPr lang="it-IT" sz="2400" dirty="0">
              <a:latin typeface="Tahoma" panose="020B0604030504040204" pitchFamily="34" charset="0"/>
              <a:ea typeface="Tahoma" panose="020B0604030504040204" pitchFamily="34" charset="0"/>
              <a:cs typeface="Tahoma" panose="020B0604030504040204" pitchFamily="34" charset="0"/>
            </a:rPr>
            <a:t>Nombor rujukan fail hendaklah ditulis di sebelah luar kulit hadapan dan tajuknya dicatatkan di sebelah dalam kulit hadapan. </a:t>
          </a:r>
        </a:p>
      </dgm:t>
    </dgm:pt>
    <dgm:pt modelId="{49A2D87C-EE62-4644-B8EC-16F15BDEF876}" type="parTrans" cxnId="{FF786491-3140-4755-97F4-E5EDB60B8FCF}">
      <dgm:prSet/>
      <dgm:spPr/>
      <dgm:t>
        <a:bodyPr/>
        <a:lstStyle/>
        <a:p>
          <a:endParaRPr lang="en-US"/>
        </a:p>
      </dgm:t>
    </dgm:pt>
    <dgm:pt modelId="{A389296B-7DB5-4DBF-8274-750A2C9DAA3C}" type="sibTrans" cxnId="{FF786491-3140-4755-97F4-E5EDB60B8FCF}">
      <dgm:prSet/>
      <dgm:spPr/>
      <dgm:t>
        <a:bodyPr/>
        <a:lstStyle/>
        <a:p>
          <a:endParaRPr lang="en-US"/>
        </a:p>
      </dgm:t>
    </dgm:pt>
    <dgm:pt modelId="{8C2F309E-86F9-4ED3-B671-C3DDEF428C53}">
      <dgm:prSet custT="1"/>
      <dgm:spPr>
        <a:solidFill>
          <a:schemeClr val="accent6">
            <a:lumMod val="50000"/>
          </a:schemeClr>
        </a:solidFill>
      </dgm:spPr>
      <dgm:t>
        <a:bodyPr/>
        <a:lstStyle/>
        <a:p>
          <a:r>
            <a:rPr lang="it-IT" sz="2400" dirty="0">
              <a:latin typeface="Tahoma" panose="020B0604030504040204" pitchFamily="34" charset="0"/>
              <a:ea typeface="Tahoma" panose="020B0604030504040204" pitchFamily="34" charset="0"/>
              <a:cs typeface="Tahoma" panose="020B0604030504040204" pitchFamily="34" charset="0"/>
            </a:rPr>
            <a:t>Hanya tajuk fail </a:t>
          </a:r>
          <a:r>
            <a:rPr lang="it-IT" sz="2400" b="1" dirty="0">
              <a:latin typeface="Tahoma" panose="020B0604030504040204" pitchFamily="34" charset="0"/>
              <a:ea typeface="Tahoma" panose="020B0604030504040204" pitchFamily="34" charset="0"/>
              <a:cs typeface="Tahoma" panose="020B0604030504040204" pitchFamily="34" charset="0"/>
            </a:rPr>
            <a:t>‘Terhad’ </a:t>
          </a:r>
          <a:r>
            <a:rPr lang="it-IT" sz="2400" dirty="0">
              <a:latin typeface="Tahoma" panose="020B0604030504040204" pitchFamily="34" charset="0"/>
              <a:ea typeface="Tahoma" panose="020B0604030504040204" pitchFamily="34" charset="0"/>
              <a:cs typeface="Tahoma" panose="020B0604030504040204" pitchFamily="34" charset="0"/>
            </a:rPr>
            <a:t>sahaja boleh dicatatkan di sebelah luar kulit hadapan.</a:t>
          </a:r>
          <a:endParaRPr lang="en-MY" sz="2400" dirty="0">
            <a:latin typeface="Tahoma" panose="020B0604030504040204" pitchFamily="34" charset="0"/>
            <a:ea typeface="Tahoma" panose="020B0604030504040204" pitchFamily="34" charset="0"/>
            <a:cs typeface="Tahoma" panose="020B0604030504040204" pitchFamily="34" charset="0"/>
          </a:endParaRPr>
        </a:p>
      </dgm:t>
    </dgm:pt>
    <dgm:pt modelId="{7B0E5281-1566-4CEF-8BCA-2C895E52B77F}" type="parTrans" cxnId="{9689DBC5-2200-43CC-B6BD-23302D338CEE}">
      <dgm:prSet/>
      <dgm:spPr/>
      <dgm:t>
        <a:bodyPr/>
        <a:lstStyle/>
        <a:p>
          <a:endParaRPr lang="en-US"/>
        </a:p>
      </dgm:t>
    </dgm:pt>
    <dgm:pt modelId="{68234B79-0609-43C5-BDA9-A447C15A65E0}" type="sibTrans" cxnId="{9689DBC5-2200-43CC-B6BD-23302D338CEE}">
      <dgm:prSet/>
      <dgm:spPr/>
      <dgm:t>
        <a:bodyPr/>
        <a:lstStyle/>
        <a:p>
          <a:endParaRPr lang="en-US"/>
        </a:p>
      </dgm:t>
    </dgm:pt>
    <dgm:pt modelId="{AF3077F6-8BA6-4304-98C2-74FF03FCCB04}" type="pres">
      <dgm:prSet presAssocID="{D00FF78E-0605-4E77-9C94-1FCF69ADEA35}" presName="linear" presStyleCnt="0">
        <dgm:presLayoutVars>
          <dgm:dir/>
          <dgm:animLvl val="lvl"/>
          <dgm:resizeHandles val="exact"/>
        </dgm:presLayoutVars>
      </dgm:prSet>
      <dgm:spPr/>
      <dgm:t>
        <a:bodyPr/>
        <a:lstStyle/>
        <a:p>
          <a:endParaRPr lang="en-MY"/>
        </a:p>
      </dgm:t>
    </dgm:pt>
    <dgm:pt modelId="{60A05DCE-51A8-4BF4-9703-5B993BBC781F}" type="pres">
      <dgm:prSet presAssocID="{FFB72A5A-8AEF-42B1-B8AA-3688E969D2CA}" presName="parentLin" presStyleCnt="0"/>
      <dgm:spPr/>
    </dgm:pt>
    <dgm:pt modelId="{51CEC84E-8135-417D-8D2A-DFD465480888}" type="pres">
      <dgm:prSet presAssocID="{FFB72A5A-8AEF-42B1-B8AA-3688E969D2CA}" presName="parentLeftMargin" presStyleLbl="node1" presStyleIdx="0" presStyleCnt="3"/>
      <dgm:spPr/>
      <dgm:t>
        <a:bodyPr/>
        <a:lstStyle/>
        <a:p>
          <a:endParaRPr lang="en-MY"/>
        </a:p>
      </dgm:t>
    </dgm:pt>
    <dgm:pt modelId="{0F697206-8EE6-4644-95DE-E16DDEC2618C}" type="pres">
      <dgm:prSet presAssocID="{FFB72A5A-8AEF-42B1-B8AA-3688E969D2CA}" presName="parentText" presStyleLbl="node1" presStyleIdx="0" presStyleCnt="3" custScaleX="130531" custScaleY="538237">
        <dgm:presLayoutVars>
          <dgm:chMax val="0"/>
          <dgm:bulletEnabled val="1"/>
        </dgm:presLayoutVars>
      </dgm:prSet>
      <dgm:spPr/>
      <dgm:t>
        <a:bodyPr/>
        <a:lstStyle/>
        <a:p>
          <a:endParaRPr lang="en-MY"/>
        </a:p>
      </dgm:t>
    </dgm:pt>
    <dgm:pt modelId="{E4A47F5F-A7FF-457D-B31F-036BF5E37468}" type="pres">
      <dgm:prSet presAssocID="{FFB72A5A-8AEF-42B1-B8AA-3688E969D2CA}" presName="negativeSpace" presStyleCnt="0"/>
      <dgm:spPr/>
    </dgm:pt>
    <dgm:pt modelId="{F9D18745-FC53-478E-A6E0-08DA85960FAE}" type="pres">
      <dgm:prSet presAssocID="{FFB72A5A-8AEF-42B1-B8AA-3688E969D2CA}" presName="childText" presStyleLbl="conFgAcc1" presStyleIdx="0" presStyleCnt="3">
        <dgm:presLayoutVars>
          <dgm:bulletEnabled val="1"/>
        </dgm:presLayoutVars>
      </dgm:prSet>
      <dgm:spPr/>
    </dgm:pt>
    <dgm:pt modelId="{DB069DB8-AC4E-4C05-A0BB-92574CC83D68}" type="pres">
      <dgm:prSet presAssocID="{0A1078EB-D929-4553-9794-DF9ADA0B7D86}" presName="spaceBetweenRectangles" presStyleCnt="0"/>
      <dgm:spPr/>
    </dgm:pt>
    <dgm:pt modelId="{3DCBD7A2-208C-4AB2-8A52-861059A16C7E}" type="pres">
      <dgm:prSet presAssocID="{2B3D17C4-51EA-4BA9-B25C-BAEA31DFEB39}" presName="parentLin" presStyleCnt="0"/>
      <dgm:spPr/>
    </dgm:pt>
    <dgm:pt modelId="{E4720056-E2E6-42D1-AE5B-71458FE383DB}" type="pres">
      <dgm:prSet presAssocID="{2B3D17C4-51EA-4BA9-B25C-BAEA31DFEB39}" presName="parentLeftMargin" presStyleLbl="node1" presStyleIdx="0" presStyleCnt="3"/>
      <dgm:spPr/>
      <dgm:t>
        <a:bodyPr/>
        <a:lstStyle/>
        <a:p>
          <a:endParaRPr lang="en-MY"/>
        </a:p>
      </dgm:t>
    </dgm:pt>
    <dgm:pt modelId="{66333148-8865-426A-BE8F-62A4C619EFD1}" type="pres">
      <dgm:prSet presAssocID="{2B3D17C4-51EA-4BA9-B25C-BAEA31DFEB39}" presName="parentText" presStyleLbl="node1" presStyleIdx="1" presStyleCnt="3" custScaleX="131386" custScaleY="614009">
        <dgm:presLayoutVars>
          <dgm:chMax val="0"/>
          <dgm:bulletEnabled val="1"/>
        </dgm:presLayoutVars>
      </dgm:prSet>
      <dgm:spPr/>
      <dgm:t>
        <a:bodyPr/>
        <a:lstStyle/>
        <a:p>
          <a:endParaRPr lang="en-MY"/>
        </a:p>
      </dgm:t>
    </dgm:pt>
    <dgm:pt modelId="{60C374EE-382F-492B-B49F-BCEFF26ABFC9}" type="pres">
      <dgm:prSet presAssocID="{2B3D17C4-51EA-4BA9-B25C-BAEA31DFEB39}" presName="negativeSpace" presStyleCnt="0"/>
      <dgm:spPr/>
    </dgm:pt>
    <dgm:pt modelId="{DD991816-CEC3-4B4D-AD65-10B722327FAC}" type="pres">
      <dgm:prSet presAssocID="{2B3D17C4-51EA-4BA9-B25C-BAEA31DFEB39}" presName="childText" presStyleLbl="conFgAcc1" presStyleIdx="1" presStyleCnt="3">
        <dgm:presLayoutVars>
          <dgm:bulletEnabled val="1"/>
        </dgm:presLayoutVars>
      </dgm:prSet>
      <dgm:spPr/>
    </dgm:pt>
    <dgm:pt modelId="{49EE2804-4296-44D1-95F3-A6A2457554F2}" type="pres">
      <dgm:prSet presAssocID="{A389296B-7DB5-4DBF-8274-750A2C9DAA3C}" presName="spaceBetweenRectangles" presStyleCnt="0"/>
      <dgm:spPr/>
    </dgm:pt>
    <dgm:pt modelId="{3179BA0C-FAD7-4478-ADFC-0EC7D0E9FBFB}" type="pres">
      <dgm:prSet presAssocID="{8C2F309E-86F9-4ED3-B671-C3DDEF428C53}" presName="parentLin" presStyleCnt="0"/>
      <dgm:spPr/>
    </dgm:pt>
    <dgm:pt modelId="{C7EAED63-1DB8-490F-8D95-CD9DF287C73C}" type="pres">
      <dgm:prSet presAssocID="{8C2F309E-86F9-4ED3-B671-C3DDEF428C53}" presName="parentLeftMargin" presStyleLbl="node1" presStyleIdx="1" presStyleCnt="3"/>
      <dgm:spPr/>
      <dgm:t>
        <a:bodyPr/>
        <a:lstStyle/>
        <a:p>
          <a:endParaRPr lang="en-MY"/>
        </a:p>
      </dgm:t>
    </dgm:pt>
    <dgm:pt modelId="{0940A329-DC55-4C04-9A6F-DC0F612E2463}" type="pres">
      <dgm:prSet presAssocID="{8C2F309E-86F9-4ED3-B671-C3DDEF428C53}" presName="parentText" presStyleLbl="node1" presStyleIdx="2" presStyleCnt="3" custScaleX="131337" custScaleY="558770">
        <dgm:presLayoutVars>
          <dgm:chMax val="0"/>
          <dgm:bulletEnabled val="1"/>
        </dgm:presLayoutVars>
      </dgm:prSet>
      <dgm:spPr/>
      <dgm:t>
        <a:bodyPr/>
        <a:lstStyle/>
        <a:p>
          <a:endParaRPr lang="en-MY"/>
        </a:p>
      </dgm:t>
    </dgm:pt>
    <dgm:pt modelId="{1A49A169-890E-470F-A806-765675170612}" type="pres">
      <dgm:prSet presAssocID="{8C2F309E-86F9-4ED3-B671-C3DDEF428C53}" presName="negativeSpace" presStyleCnt="0"/>
      <dgm:spPr/>
    </dgm:pt>
    <dgm:pt modelId="{9CE3142E-4863-428D-A9D5-F7AA0D30EBB8}" type="pres">
      <dgm:prSet presAssocID="{8C2F309E-86F9-4ED3-B671-C3DDEF428C53}" presName="childText" presStyleLbl="conFgAcc1" presStyleIdx="2" presStyleCnt="3">
        <dgm:presLayoutVars>
          <dgm:bulletEnabled val="1"/>
        </dgm:presLayoutVars>
      </dgm:prSet>
      <dgm:spPr/>
    </dgm:pt>
  </dgm:ptLst>
  <dgm:cxnLst>
    <dgm:cxn modelId="{0D0DBD03-0B41-44CD-83EE-4313351DA14C}" type="presOf" srcId="{2B3D17C4-51EA-4BA9-B25C-BAEA31DFEB39}" destId="{66333148-8865-426A-BE8F-62A4C619EFD1}" srcOrd="1" destOrd="0" presId="urn:microsoft.com/office/officeart/2005/8/layout/list1"/>
    <dgm:cxn modelId="{9689DBC5-2200-43CC-B6BD-23302D338CEE}" srcId="{D00FF78E-0605-4E77-9C94-1FCF69ADEA35}" destId="{8C2F309E-86F9-4ED3-B671-C3DDEF428C53}" srcOrd="2" destOrd="0" parTransId="{7B0E5281-1566-4CEF-8BCA-2C895E52B77F}" sibTransId="{68234B79-0609-43C5-BDA9-A447C15A65E0}"/>
    <dgm:cxn modelId="{4DA940FC-B88A-4436-91CD-04F4F8AACCD4}" type="presOf" srcId="{D00FF78E-0605-4E77-9C94-1FCF69ADEA35}" destId="{AF3077F6-8BA6-4304-98C2-74FF03FCCB04}" srcOrd="0" destOrd="0" presId="urn:microsoft.com/office/officeart/2005/8/layout/list1"/>
    <dgm:cxn modelId="{C98BD39E-F192-4810-AF75-245EC5599471}" type="presOf" srcId="{8C2F309E-86F9-4ED3-B671-C3DDEF428C53}" destId="{0940A329-DC55-4C04-9A6F-DC0F612E2463}" srcOrd="1" destOrd="0" presId="urn:microsoft.com/office/officeart/2005/8/layout/list1"/>
    <dgm:cxn modelId="{FF786491-3140-4755-97F4-E5EDB60B8FCF}" srcId="{D00FF78E-0605-4E77-9C94-1FCF69ADEA35}" destId="{2B3D17C4-51EA-4BA9-B25C-BAEA31DFEB39}" srcOrd="1" destOrd="0" parTransId="{49A2D87C-EE62-4644-B8EC-16F15BDEF876}" sibTransId="{A389296B-7DB5-4DBF-8274-750A2C9DAA3C}"/>
    <dgm:cxn modelId="{4CC632C1-1946-4E60-BDA5-6AEF2344BF0F}" type="presOf" srcId="{8C2F309E-86F9-4ED3-B671-C3DDEF428C53}" destId="{C7EAED63-1DB8-490F-8D95-CD9DF287C73C}" srcOrd="0" destOrd="0" presId="urn:microsoft.com/office/officeart/2005/8/layout/list1"/>
    <dgm:cxn modelId="{65012BE0-D09D-4A07-AAF1-C3848CCBA826}" type="presOf" srcId="{2B3D17C4-51EA-4BA9-B25C-BAEA31DFEB39}" destId="{E4720056-E2E6-42D1-AE5B-71458FE383DB}" srcOrd="0" destOrd="0" presId="urn:microsoft.com/office/officeart/2005/8/layout/list1"/>
    <dgm:cxn modelId="{79BD9E52-8241-49E9-A182-0AD7ADC6E173}" type="presOf" srcId="{FFB72A5A-8AEF-42B1-B8AA-3688E969D2CA}" destId="{51CEC84E-8135-417D-8D2A-DFD465480888}" srcOrd="0" destOrd="0" presId="urn:microsoft.com/office/officeart/2005/8/layout/list1"/>
    <dgm:cxn modelId="{DE27C13A-E055-4613-9072-E1C27C4874BB}" type="presOf" srcId="{FFB72A5A-8AEF-42B1-B8AA-3688E969D2CA}" destId="{0F697206-8EE6-4644-95DE-E16DDEC2618C}" srcOrd="1" destOrd="0" presId="urn:microsoft.com/office/officeart/2005/8/layout/list1"/>
    <dgm:cxn modelId="{2B5F3997-E8A7-4F3B-8593-68588744ADC7}" srcId="{D00FF78E-0605-4E77-9C94-1FCF69ADEA35}" destId="{FFB72A5A-8AEF-42B1-B8AA-3688E969D2CA}" srcOrd="0" destOrd="0" parTransId="{4DED3271-6DF2-4E22-B0EC-FCBB255B1356}" sibTransId="{0A1078EB-D929-4553-9794-DF9ADA0B7D86}"/>
    <dgm:cxn modelId="{2C9788FD-BAD7-4AF2-A9A1-23845DE3E83F}" type="presParOf" srcId="{AF3077F6-8BA6-4304-98C2-74FF03FCCB04}" destId="{60A05DCE-51A8-4BF4-9703-5B993BBC781F}" srcOrd="0" destOrd="0" presId="urn:microsoft.com/office/officeart/2005/8/layout/list1"/>
    <dgm:cxn modelId="{3BEF3DCE-53CC-4714-AEB4-7F9B6A83DBE4}" type="presParOf" srcId="{60A05DCE-51A8-4BF4-9703-5B993BBC781F}" destId="{51CEC84E-8135-417D-8D2A-DFD465480888}" srcOrd="0" destOrd="0" presId="urn:microsoft.com/office/officeart/2005/8/layout/list1"/>
    <dgm:cxn modelId="{C3ADFA92-2458-4963-AF8C-ECE4EB556126}" type="presParOf" srcId="{60A05DCE-51A8-4BF4-9703-5B993BBC781F}" destId="{0F697206-8EE6-4644-95DE-E16DDEC2618C}" srcOrd="1" destOrd="0" presId="urn:microsoft.com/office/officeart/2005/8/layout/list1"/>
    <dgm:cxn modelId="{EE186D80-54D3-44D4-992D-2F5E8F19932A}" type="presParOf" srcId="{AF3077F6-8BA6-4304-98C2-74FF03FCCB04}" destId="{E4A47F5F-A7FF-457D-B31F-036BF5E37468}" srcOrd="1" destOrd="0" presId="urn:microsoft.com/office/officeart/2005/8/layout/list1"/>
    <dgm:cxn modelId="{84FAF0EB-BCD5-4927-A583-283D63FD6692}" type="presParOf" srcId="{AF3077F6-8BA6-4304-98C2-74FF03FCCB04}" destId="{F9D18745-FC53-478E-A6E0-08DA85960FAE}" srcOrd="2" destOrd="0" presId="urn:microsoft.com/office/officeart/2005/8/layout/list1"/>
    <dgm:cxn modelId="{98694430-1A82-4F2D-9925-770E7625BF65}" type="presParOf" srcId="{AF3077F6-8BA6-4304-98C2-74FF03FCCB04}" destId="{DB069DB8-AC4E-4C05-A0BB-92574CC83D68}" srcOrd="3" destOrd="0" presId="urn:microsoft.com/office/officeart/2005/8/layout/list1"/>
    <dgm:cxn modelId="{0F6A6B96-F565-4966-A45A-2B21686DB37B}" type="presParOf" srcId="{AF3077F6-8BA6-4304-98C2-74FF03FCCB04}" destId="{3DCBD7A2-208C-4AB2-8A52-861059A16C7E}" srcOrd="4" destOrd="0" presId="urn:microsoft.com/office/officeart/2005/8/layout/list1"/>
    <dgm:cxn modelId="{A26F5093-DD4F-409F-BB13-45A3FBA15F70}" type="presParOf" srcId="{3DCBD7A2-208C-4AB2-8A52-861059A16C7E}" destId="{E4720056-E2E6-42D1-AE5B-71458FE383DB}" srcOrd="0" destOrd="0" presId="urn:microsoft.com/office/officeart/2005/8/layout/list1"/>
    <dgm:cxn modelId="{5E6740F6-EA2E-430B-8D11-6AFF9437C97F}" type="presParOf" srcId="{3DCBD7A2-208C-4AB2-8A52-861059A16C7E}" destId="{66333148-8865-426A-BE8F-62A4C619EFD1}" srcOrd="1" destOrd="0" presId="urn:microsoft.com/office/officeart/2005/8/layout/list1"/>
    <dgm:cxn modelId="{BD215D25-402C-4A3D-86F5-40B4DDDAB353}" type="presParOf" srcId="{AF3077F6-8BA6-4304-98C2-74FF03FCCB04}" destId="{60C374EE-382F-492B-B49F-BCEFF26ABFC9}" srcOrd="5" destOrd="0" presId="urn:microsoft.com/office/officeart/2005/8/layout/list1"/>
    <dgm:cxn modelId="{3C2665CA-1B80-4901-B175-6FA22D63C78E}" type="presParOf" srcId="{AF3077F6-8BA6-4304-98C2-74FF03FCCB04}" destId="{DD991816-CEC3-4B4D-AD65-10B722327FAC}" srcOrd="6" destOrd="0" presId="urn:microsoft.com/office/officeart/2005/8/layout/list1"/>
    <dgm:cxn modelId="{F6182E9F-221B-440F-A602-AE17A8AD3459}" type="presParOf" srcId="{AF3077F6-8BA6-4304-98C2-74FF03FCCB04}" destId="{49EE2804-4296-44D1-95F3-A6A2457554F2}" srcOrd="7" destOrd="0" presId="urn:microsoft.com/office/officeart/2005/8/layout/list1"/>
    <dgm:cxn modelId="{48335733-16E9-4C67-809B-CF5A89624E44}" type="presParOf" srcId="{AF3077F6-8BA6-4304-98C2-74FF03FCCB04}" destId="{3179BA0C-FAD7-4478-ADFC-0EC7D0E9FBFB}" srcOrd="8" destOrd="0" presId="urn:microsoft.com/office/officeart/2005/8/layout/list1"/>
    <dgm:cxn modelId="{F99C99D7-35AB-4AE9-A085-CA97DB79DCDB}" type="presParOf" srcId="{3179BA0C-FAD7-4478-ADFC-0EC7D0E9FBFB}" destId="{C7EAED63-1DB8-490F-8D95-CD9DF287C73C}" srcOrd="0" destOrd="0" presId="urn:microsoft.com/office/officeart/2005/8/layout/list1"/>
    <dgm:cxn modelId="{E2EDF85E-8567-41E2-86D5-7E2C1BCCD1C9}" type="presParOf" srcId="{3179BA0C-FAD7-4478-ADFC-0EC7D0E9FBFB}" destId="{0940A329-DC55-4C04-9A6F-DC0F612E2463}" srcOrd="1" destOrd="0" presId="urn:microsoft.com/office/officeart/2005/8/layout/list1"/>
    <dgm:cxn modelId="{6EE592A3-214B-4775-9F7F-E4AF636CEB5F}" type="presParOf" srcId="{AF3077F6-8BA6-4304-98C2-74FF03FCCB04}" destId="{1A49A169-890E-470F-A806-765675170612}" srcOrd="9" destOrd="0" presId="urn:microsoft.com/office/officeart/2005/8/layout/list1"/>
    <dgm:cxn modelId="{8C9258DA-302D-4DC0-A878-05E2C180E892}" type="presParOf" srcId="{AF3077F6-8BA6-4304-98C2-74FF03FCCB04}" destId="{9CE3142E-4863-428D-A9D5-F7AA0D30EBB8}"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70B4E3E7-92BD-4BA3-8C93-826D98F65609}" type="doc">
      <dgm:prSet loTypeId="urn:microsoft.com/office/officeart/2011/layout/ThemePictureAlternatingAccent" loCatId="picture" qsTypeId="urn:microsoft.com/office/officeart/2005/8/quickstyle/simple1" qsCatId="simple" csTypeId="urn:microsoft.com/office/officeart/2005/8/colors/accent1_2" csCatId="accent1" phldr="1"/>
      <dgm:spPr/>
      <dgm:t>
        <a:bodyPr/>
        <a:lstStyle/>
        <a:p>
          <a:endParaRPr lang="en-US"/>
        </a:p>
      </dgm:t>
    </dgm:pt>
    <dgm:pt modelId="{EF85E227-2C46-46B0-8C25-15ED58A3377E}">
      <dgm:prSet phldrT="[Text]"/>
      <dgm:spPr/>
      <dgm:t>
        <a:bodyPr/>
        <a:lstStyle/>
        <a:p>
          <a:endParaRPr lang="en-US" dirty="0"/>
        </a:p>
      </dgm:t>
    </dgm:pt>
    <dgm:pt modelId="{7F9D886D-9CFA-4563-A162-D72A4054237D}" type="parTrans" cxnId="{A19CA0E6-55BD-4F0C-8CDC-0110F4AD5309}">
      <dgm:prSet/>
      <dgm:spPr/>
      <dgm:t>
        <a:bodyPr/>
        <a:lstStyle/>
        <a:p>
          <a:endParaRPr lang="en-US"/>
        </a:p>
      </dgm:t>
    </dgm:pt>
    <dgm:pt modelId="{1136A496-F399-4DBF-9A3B-5C59A41A4C20}" type="sibTrans" cxnId="{A19CA0E6-55BD-4F0C-8CDC-0110F4AD5309}">
      <dgm:prSet/>
      <dgm:spPr/>
      <dgm:t>
        <a:bodyPr/>
        <a:lstStyle/>
        <a:p>
          <a:endParaRPr lang="en-US"/>
        </a:p>
      </dgm:t>
    </dgm:pt>
    <dgm:pt modelId="{402BF6D5-BC22-4BEB-9027-2D822CD0A19A}" type="pres">
      <dgm:prSet presAssocID="{70B4E3E7-92BD-4BA3-8C93-826D98F65609}" presName="Name0" presStyleCnt="0">
        <dgm:presLayoutVars>
          <dgm:chMax val="9"/>
          <dgm:chPref val="9"/>
        </dgm:presLayoutVars>
      </dgm:prSet>
      <dgm:spPr/>
      <dgm:t>
        <a:bodyPr/>
        <a:lstStyle/>
        <a:p>
          <a:endParaRPr lang="en-MY"/>
        </a:p>
      </dgm:t>
    </dgm:pt>
    <dgm:pt modelId="{7F383395-A406-466B-9E8C-672150081A67}" type="pres">
      <dgm:prSet presAssocID="{EF85E227-2C46-46B0-8C25-15ED58A3377E}" presName="picture1" presStyleCnt="0"/>
      <dgm:spPr/>
    </dgm:pt>
    <dgm:pt modelId="{63E8F094-BB29-4F1C-8DE8-869308440306}" type="pres">
      <dgm:prSet presAssocID="{EF85E227-2C46-46B0-8C25-15ED58A3377E}" presName="picture" presStyleLbl="alignImgPlace1" presStyleIdx="0" presStyleCnt="1" custScaleY="200821" custLinFactNeighborX="-229" custLinFactNeighborY="-4000"/>
      <dgm:spPr>
        <a:prstGeom prst="round2SameRect">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t="-8000" b="-8000"/>
          </a:stretch>
        </a:blipFill>
        <a:ln>
          <a:noFill/>
        </a:ln>
      </dgm:spPr>
    </dgm:pt>
    <dgm:pt modelId="{BF7C867C-0ECC-4DC7-8F13-5617889C754B}" type="pres">
      <dgm:prSet presAssocID="{EF85E227-2C46-46B0-8C25-15ED58A3377E}" presName="parent1" presStyleLbl="node1" presStyleIdx="0" presStyleCnt="0">
        <dgm:presLayoutVars>
          <dgm:chMax val="0"/>
          <dgm:chPref val="0"/>
          <dgm:bulletEnabled val="1"/>
        </dgm:presLayoutVars>
      </dgm:prSet>
      <dgm:spPr/>
      <dgm:t>
        <a:bodyPr/>
        <a:lstStyle/>
        <a:p>
          <a:endParaRPr lang="en-MY"/>
        </a:p>
      </dgm:t>
    </dgm:pt>
  </dgm:ptLst>
  <dgm:cxnLst>
    <dgm:cxn modelId="{187ECEE0-EA8F-44BF-94C5-DACB5EB73141}" type="presOf" srcId="{EF85E227-2C46-46B0-8C25-15ED58A3377E}" destId="{BF7C867C-0ECC-4DC7-8F13-5617889C754B}" srcOrd="0" destOrd="0" presId="urn:microsoft.com/office/officeart/2011/layout/ThemePictureAlternatingAccent"/>
    <dgm:cxn modelId="{CDED585D-357B-4594-B6D0-DA5B51F31E0E}" type="presOf" srcId="{70B4E3E7-92BD-4BA3-8C93-826D98F65609}" destId="{402BF6D5-BC22-4BEB-9027-2D822CD0A19A}" srcOrd="0" destOrd="0" presId="urn:microsoft.com/office/officeart/2011/layout/ThemePictureAlternatingAccent"/>
    <dgm:cxn modelId="{A19CA0E6-55BD-4F0C-8CDC-0110F4AD5309}" srcId="{70B4E3E7-92BD-4BA3-8C93-826D98F65609}" destId="{EF85E227-2C46-46B0-8C25-15ED58A3377E}" srcOrd="0" destOrd="0" parTransId="{7F9D886D-9CFA-4563-A162-D72A4054237D}" sibTransId="{1136A496-F399-4DBF-9A3B-5C59A41A4C20}"/>
    <dgm:cxn modelId="{BE429901-2FE4-4D18-9710-D2753FF5CE67}" type="presParOf" srcId="{402BF6D5-BC22-4BEB-9027-2D822CD0A19A}" destId="{7F383395-A406-466B-9E8C-672150081A67}" srcOrd="0" destOrd="0" presId="urn:microsoft.com/office/officeart/2011/layout/ThemePictureAlternatingAccent"/>
    <dgm:cxn modelId="{6B7541AF-4AD0-42E3-8974-1CEE581025C1}" type="presParOf" srcId="{7F383395-A406-466B-9E8C-672150081A67}" destId="{63E8F094-BB29-4F1C-8DE8-869308440306}" srcOrd="0" destOrd="0" presId="urn:microsoft.com/office/officeart/2011/layout/ThemePictureAlternatingAccent"/>
    <dgm:cxn modelId="{500CA7B7-9EAE-476F-8F63-BF8623853B7E}" type="presParOf" srcId="{402BF6D5-BC22-4BEB-9027-2D822CD0A19A}" destId="{BF7C867C-0ECC-4DC7-8F13-5617889C754B}" srcOrd="1" destOrd="0" presId="urn:microsoft.com/office/officeart/2011/layout/ThemePictureAlternatingAccent"/>
  </dgm:cxnLst>
  <dgm:bg/>
  <dgm:whole>
    <a:ln>
      <a:noFill/>
    </a:ln>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70B4E3E7-92BD-4BA3-8C93-826D98F65609}" type="doc">
      <dgm:prSet loTypeId="urn:microsoft.com/office/officeart/2011/layout/ThemePictureAlternatingAccent" loCatId="picture" qsTypeId="urn:microsoft.com/office/officeart/2005/8/quickstyle/simple1" qsCatId="simple" csTypeId="urn:microsoft.com/office/officeart/2005/8/colors/accent1_2" csCatId="accent1" phldr="1"/>
      <dgm:spPr/>
      <dgm:t>
        <a:bodyPr/>
        <a:lstStyle/>
        <a:p>
          <a:endParaRPr lang="en-US"/>
        </a:p>
      </dgm:t>
    </dgm:pt>
    <dgm:pt modelId="{EF85E227-2C46-46B0-8C25-15ED58A3377E}">
      <dgm:prSet phldrT="[Text]"/>
      <dgm:spPr/>
      <dgm:t>
        <a:bodyPr/>
        <a:lstStyle/>
        <a:p>
          <a:endParaRPr lang="en-US" dirty="0"/>
        </a:p>
      </dgm:t>
    </dgm:pt>
    <dgm:pt modelId="{7F9D886D-9CFA-4563-A162-D72A4054237D}" type="parTrans" cxnId="{A19CA0E6-55BD-4F0C-8CDC-0110F4AD5309}">
      <dgm:prSet/>
      <dgm:spPr/>
      <dgm:t>
        <a:bodyPr/>
        <a:lstStyle/>
        <a:p>
          <a:endParaRPr lang="en-US"/>
        </a:p>
      </dgm:t>
    </dgm:pt>
    <dgm:pt modelId="{1136A496-F399-4DBF-9A3B-5C59A41A4C20}" type="sibTrans" cxnId="{A19CA0E6-55BD-4F0C-8CDC-0110F4AD5309}">
      <dgm:prSet/>
      <dgm:spPr/>
      <dgm:t>
        <a:bodyPr/>
        <a:lstStyle/>
        <a:p>
          <a:endParaRPr lang="en-US"/>
        </a:p>
      </dgm:t>
    </dgm:pt>
    <dgm:pt modelId="{402BF6D5-BC22-4BEB-9027-2D822CD0A19A}" type="pres">
      <dgm:prSet presAssocID="{70B4E3E7-92BD-4BA3-8C93-826D98F65609}" presName="Name0" presStyleCnt="0">
        <dgm:presLayoutVars>
          <dgm:chMax val="9"/>
          <dgm:chPref val="9"/>
        </dgm:presLayoutVars>
      </dgm:prSet>
      <dgm:spPr/>
      <dgm:t>
        <a:bodyPr/>
        <a:lstStyle/>
        <a:p>
          <a:endParaRPr lang="en-MY"/>
        </a:p>
      </dgm:t>
    </dgm:pt>
    <dgm:pt modelId="{7F383395-A406-466B-9E8C-672150081A67}" type="pres">
      <dgm:prSet presAssocID="{EF85E227-2C46-46B0-8C25-15ED58A3377E}" presName="picture1" presStyleCnt="0"/>
      <dgm:spPr/>
    </dgm:pt>
    <dgm:pt modelId="{63E8F094-BB29-4F1C-8DE8-869308440306}" type="pres">
      <dgm:prSet presAssocID="{EF85E227-2C46-46B0-8C25-15ED58A3377E}" presName="picture" presStyleLbl="alignImgPlace1" presStyleIdx="0" presStyleCnt="1" custScaleY="200821" custLinFactNeighborX="-229" custLinFactNeighborY="-4000"/>
      <dgm:spPr>
        <a:prstGeom prst="round2SameRect">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t="-5000" b="-5000"/>
          </a:stretch>
        </a:blipFill>
        <a:ln>
          <a:noFill/>
        </a:ln>
      </dgm:spPr>
    </dgm:pt>
    <dgm:pt modelId="{BF7C867C-0ECC-4DC7-8F13-5617889C754B}" type="pres">
      <dgm:prSet presAssocID="{EF85E227-2C46-46B0-8C25-15ED58A3377E}" presName="parent1" presStyleLbl="node1" presStyleIdx="0" presStyleCnt="0">
        <dgm:presLayoutVars>
          <dgm:chMax val="0"/>
          <dgm:chPref val="0"/>
          <dgm:bulletEnabled val="1"/>
        </dgm:presLayoutVars>
      </dgm:prSet>
      <dgm:spPr/>
      <dgm:t>
        <a:bodyPr/>
        <a:lstStyle/>
        <a:p>
          <a:endParaRPr lang="en-MY"/>
        </a:p>
      </dgm:t>
    </dgm:pt>
  </dgm:ptLst>
  <dgm:cxnLst>
    <dgm:cxn modelId="{804E1B74-9B89-4F75-8B63-C7A34AD0300C}" type="presOf" srcId="{EF85E227-2C46-46B0-8C25-15ED58A3377E}" destId="{BF7C867C-0ECC-4DC7-8F13-5617889C754B}" srcOrd="0" destOrd="0" presId="urn:microsoft.com/office/officeart/2011/layout/ThemePictureAlternatingAccent"/>
    <dgm:cxn modelId="{46B49B05-B5AB-4207-B992-CDB977FEF6C9}" type="presOf" srcId="{70B4E3E7-92BD-4BA3-8C93-826D98F65609}" destId="{402BF6D5-BC22-4BEB-9027-2D822CD0A19A}" srcOrd="0" destOrd="0" presId="urn:microsoft.com/office/officeart/2011/layout/ThemePictureAlternatingAccent"/>
    <dgm:cxn modelId="{A19CA0E6-55BD-4F0C-8CDC-0110F4AD5309}" srcId="{70B4E3E7-92BD-4BA3-8C93-826D98F65609}" destId="{EF85E227-2C46-46B0-8C25-15ED58A3377E}" srcOrd="0" destOrd="0" parTransId="{7F9D886D-9CFA-4563-A162-D72A4054237D}" sibTransId="{1136A496-F399-4DBF-9A3B-5C59A41A4C20}"/>
    <dgm:cxn modelId="{FD9D1F96-82EA-4F45-BAE7-F704FF5A5CED}" type="presParOf" srcId="{402BF6D5-BC22-4BEB-9027-2D822CD0A19A}" destId="{7F383395-A406-466B-9E8C-672150081A67}" srcOrd="0" destOrd="0" presId="urn:microsoft.com/office/officeart/2011/layout/ThemePictureAlternatingAccent"/>
    <dgm:cxn modelId="{C7133934-1A05-4193-8DDB-5124B30BDDE9}" type="presParOf" srcId="{7F383395-A406-466B-9E8C-672150081A67}" destId="{63E8F094-BB29-4F1C-8DE8-869308440306}" srcOrd="0" destOrd="0" presId="urn:microsoft.com/office/officeart/2011/layout/ThemePictureAlternatingAccent"/>
    <dgm:cxn modelId="{E1C32379-39BD-4843-B3A7-518BD5D07834}" type="presParOf" srcId="{402BF6D5-BC22-4BEB-9027-2D822CD0A19A}" destId="{BF7C867C-0ECC-4DC7-8F13-5617889C754B}" srcOrd="1" destOrd="0" presId="urn:microsoft.com/office/officeart/2011/layout/ThemePictureAlternatingAccent"/>
  </dgm:cxnLst>
  <dgm:bg/>
  <dgm:whole>
    <a:ln>
      <a:noFill/>
    </a:ln>
  </dgm:whole>
  <dgm:extLst>
    <a:ext uri="http://schemas.microsoft.com/office/drawing/2008/diagram">
      <dsp:dataModelExt xmlns:dsp="http://schemas.microsoft.com/office/drawing/2008/diagram" relId="rId11"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70B4E3E7-92BD-4BA3-8C93-826D98F65609}" type="doc">
      <dgm:prSet loTypeId="urn:microsoft.com/office/officeart/2011/layout/ThemePictureAlternatingAccent" loCatId="picture" qsTypeId="urn:microsoft.com/office/officeart/2005/8/quickstyle/simple1" qsCatId="simple" csTypeId="urn:microsoft.com/office/officeart/2005/8/colors/accent1_2" csCatId="accent1" phldr="1"/>
      <dgm:spPr/>
      <dgm:t>
        <a:bodyPr/>
        <a:lstStyle/>
        <a:p>
          <a:endParaRPr lang="en-US"/>
        </a:p>
      </dgm:t>
    </dgm:pt>
    <dgm:pt modelId="{EF85E227-2C46-46B0-8C25-15ED58A3377E}">
      <dgm:prSet phldrT="[Text]"/>
      <dgm:spPr/>
      <dgm:t>
        <a:bodyPr/>
        <a:lstStyle/>
        <a:p>
          <a:endParaRPr lang="en-US" dirty="0"/>
        </a:p>
      </dgm:t>
    </dgm:pt>
    <dgm:pt modelId="{7F9D886D-9CFA-4563-A162-D72A4054237D}" type="parTrans" cxnId="{A19CA0E6-55BD-4F0C-8CDC-0110F4AD5309}">
      <dgm:prSet/>
      <dgm:spPr/>
      <dgm:t>
        <a:bodyPr/>
        <a:lstStyle/>
        <a:p>
          <a:endParaRPr lang="en-US"/>
        </a:p>
      </dgm:t>
    </dgm:pt>
    <dgm:pt modelId="{1136A496-F399-4DBF-9A3B-5C59A41A4C20}" type="sibTrans" cxnId="{A19CA0E6-55BD-4F0C-8CDC-0110F4AD5309}">
      <dgm:prSet/>
      <dgm:spPr/>
      <dgm:t>
        <a:bodyPr/>
        <a:lstStyle/>
        <a:p>
          <a:endParaRPr lang="en-US"/>
        </a:p>
      </dgm:t>
    </dgm:pt>
    <dgm:pt modelId="{402BF6D5-BC22-4BEB-9027-2D822CD0A19A}" type="pres">
      <dgm:prSet presAssocID="{70B4E3E7-92BD-4BA3-8C93-826D98F65609}" presName="Name0" presStyleCnt="0">
        <dgm:presLayoutVars>
          <dgm:chMax val="9"/>
          <dgm:chPref val="9"/>
        </dgm:presLayoutVars>
      </dgm:prSet>
      <dgm:spPr/>
      <dgm:t>
        <a:bodyPr/>
        <a:lstStyle/>
        <a:p>
          <a:endParaRPr lang="en-MY"/>
        </a:p>
      </dgm:t>
    </dgm:pt>
    <dgm:pt modelId="{7F383395-A406-466B-9E8C-672150081A67}" type="pres">
      <dgm:prSet presAssocID="{EF85E227-2C46-46B0-8C25-15ED58A3377E}" presName="picture1" presStyleCnt="0"/>
      <dgm:spPr/>
    </dgm:pt>
    <dgm:pt modelId="{63E8F094-BB29-4F1C-8DE8-869308440306}" type="pres">
      <dgm:prSet presAssocID="{EF85E227-2C46-46B0-8C25-15ED58A3377E}" presName="picture" presStyleLbl="alignImgPlace1" presStyleIdx="0" presStyleCnt="1" custScaleY="200821" custLinFactNeighborY="-187"/>
      <dgm:spPr>
        <a:prstGeom prst="round2SameRect">
          <a:avLst/>
        </a:prstGeom>
        <a:blipFill>
          <a:blip xmlns:r="http://schemas.openxmlformats.org/officeDocument/2006/relationships" r:embed="rId1" cstate="print">
            <a:extLst>
              <a:ext uri="{28A0092B-C50C-407E-A947-70E740481C1C}">
                <a14:useLocalDpi xmlns:a14="http://schemas.microsoft.com/office/drawing/2010/main" val="0"/>
              </a:ext>
            </a:extLst>
          </a:blip>
          <a:srcRect/>
          <a:stretch>
            <a:fillRect t="-7000" b="-7000"/>
          </a:stretch>
        </a:blipFill>
        <a:ln>
          <a:noFill/>
        </a:ln>
      </dgm:spPr>
    </dgm:pt>
    <dgm:pt modelId="{BF7C867C-0ECC-4DC7-8F13-5617889C754B}" type="pres">
      <dgm:prSet presAssocID="{EF85E227-2C46-46B0-8C25-15ED58A3377E}" presName="parent1" presStyleLbl="node1" presStyleIdx="0" presStyleCnt="0">
        <dgm:presLayoutVars>
          <dgm:chMax val="0"/>
          <dgm:chPref val="0"/>
          <dgm:bulletEnabled val="1"/>
        </dgm:presLayoutVars>
      </dgm:prSet>
      <dgm:spPr/>
      <dgm:t>
        <a:bodyPr/>
        <a:lstStyle/>
        <a:p>
          <a:endParaRPr lang="en-MY"/>
        </a:p>
      </dgm:t>
    </dgm:pt>
  </dgm:ptLst>
  <dgm:cxnLst>
    <dgm:cxn modelId="{1E4AF34C-17EF-47D2-8DE7-89B9210539B3}" type="presOf" srcId="{EF85E227-2C46-46B0-8C25-15ED58A3377E}" destId="{BF7C867C-0ECC-4DC7-8F13-5617889C754B}" srcOrd="0" destOrd="0" presId="urn:microsoft.com/office/officeart/2011/layout/ThemePictureAlternatingAccent"/>
    <dgm:cxn modelId="{E1F9E001-4580-44E1-B183-CC5585D2FF77}" type="presOf" srcId="{70B4E3E7-92BD-4BA3-8C93-826D98F65609}" destId="{402BF6D5-BC22-4BEB-9027-2D822CD0A19A}" srcOrd="0" destOrd="0" presId="urn:microsoft.com/office/officeart/2011/layout/ThemePictureAlternatingAccent"/>
    <dgm:cxn modelId="{A19CA0E6-55BD-4F0C-8CDC-0110F4AD5309}" srcId="{70B4E3E7-92BD-4BA3-8C93-826D98F65609}" destId="{EF85E227-2C46-46B0-8C25-15ED58A3377E}" srcOrd="0" destOrd="0" parTransId="{7F9D886D-9CFA-4563-A162-D72A4054237D}" sibTransId="{1136A496-F399-4DBF-9A3B-5C59A41A4C20}"/>
    <dgm:cxn modelId="{A2CC30F2-A022-4430-9C39-626450780C80}" type="presParOf" srcId="{402BF6D5-BC22-4BEB-9027-2D822CD0A19A}" destId="{7F383395-A406-466B-9E8C-672150081A67}" srcOrd="0" destOrd="0" presId="urn:microsoft.com/office/officeart/2011/layout/ThemePictureAlternatingAccent"/>
    <dgm:cxn modelId="{AA7AD7AF-692F-47A3-9385-E637C6A7222D}" type="presParOf" srcId="{7F383395-A406-466B-9E8C-672150081A67}" destId="{63E8F094-BB29-4F1C-8DE8-869308440306}" srcOrd="0" destOrd="0" presId="urn:microsoft.com/office/officeart/2011/layout/ThemePictureAlternatingAccent"/>
    <dgm:cxn modelId="{E0006B92-0780-472C-976F-EA3375577352}" type="presParOf" srcId="{402BF6D5-BC22-4BEB-9027-2D822CD0A19A}" destId="{BF7C867C-0ECC-4DC7-8F13-5617889C754B}" srcOrd="1" destOrd="0" presId="urn:microsoft.com/office/officeart/2011/layout/ThemePictureAlternatingAccent"/>
  </dgm:cxnLst>
  <dgm:bg/>
  <dgm:whole>
    <a:ln>
      <a:noFill/>
    </a:ln>
  </dgm:whole>
  <dgm:extLst>
    <a:ext uri="http://schemas.microsoft.com/office/drawing/2008/diagram">
      <dsp:dataModelExt xmlns:dsp="http://schemas.microsoft.com/office/drawing/2008/diagram" relId="rId1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70B4E3E7-92BD-4BA3-8C93-826D98F65609}" type="doc">
      <dgm:prSet loTypeId="urn:microsoft.com/office/officeart/2011/layout/ThemePictureAlternatingAccent" loCatId="picture" qsTypeId="urn:microsoft.com/office/officeart/2005/8/quickstyle/simple1" qsCatId="simple" csTypeId="urn:microsoft.com/office/officeart/2005/8/colors/accent1_2" csCatId="accent1" phldr="1"/>
      <dgm:spPr/>
      <dgm:t>
        <a:bodyPr/>
        <a:lstStyle/>
        <a:p>
          <a:endParaRPr lang="en-US"/>
        </a:p>
      </dgm:t>
    </dgm:pt>
    <dgm:pt modelId="{EF85E227-2C46-46B0-8C25-15ED58A3377E}">
      <dgm:prSet phldrT="[Text]"/>
      <dgm:spPr/>
      <dgm:t>
        <a:bodyPr/>
        <a:lstStyle/>
        <a:p>
          <a:endParaRPr lang="en-US" dirty="0"/>
        </a:p>
      </dgm:t>
    </dgm:pt>
    <dgm:pt modelId="{7F9D886D-9CFA-4563-A162-D72A4054237D}" type="parTrans" cxnId="{A19CA0E6-55BD-4F0C-8CDC-0110F4AD5309}">
      <dgm:prSet/>
      <dgm:spPr/>
      <dgm:t>
        <a:bodyPr/>
        <a:lstStyle/>
        <a:p>
          <a:endParaRPr lang="en-US"/>
        </a:p>
      </dgm:t>
    </dgm:pt>
    <dgm:pt modelId="{1136A496-F399-4DBF-9A3B-5C59A41A4C20}" type="sibTrans" cxnId="{A19CA0E6-55BD-4F0C-8CDC-0110F4AD5309}">
      <dgm:prSet/>
      <dgm:spPr/>
      <dgm:t>
        <a:bodyPr/>
        <a:lstStyle/>
        <a:p>
          <a:endParaRPr lang="en-US"/>
        </a:p>
      </dgm:t>
    </dgm:pt>
    <dgm:pt modelId="{402BF6D5-BC22-4BEB-9027-2D822CD0A19A}" type="pres">
      <dgm:prSet presAssocID="{70B4E3E7-92BD-4BA3-8C93-826D98F65609}" presName="Name0" presStyleCnt="0">
        <dgm:presLayoutVars>
          <dgm:chMax val="9"/>
          <dgm:chPref val="9"/>
        </dgm:presLayoutVars>
      </dgm:prSet>
      <dgm:spPr/>
      <dgm:t>
        <a:bodyPr/>
        <a:lstStyle/>
        <a:p>
          <a:endParaRPr lang="en-MY"/>
        </a:p>
      </dgm:t>
    </dgm:pt>
    <dgm:pt modelId="{7F383395-A406-466B-9E8C-672150081A67}" type="pres">
      <dgm:prSet presAssocID="{EF85E227-2C46-46B0-8C25-15ED58A3377E}" presName="picture1" presStyleCnt="0"/>
      <dgm:spPr/>
    </dgm:pt>
    <dgm:pt modelId="{63E8F094-BB29-4F1C-8DE8-869308440306}" type="pres">
      <dgm:prSet presAssocID="{EF85E227-2C46-46B0-8C25-15ED58A3377E}" presName="picture" presStyleLbl="alignImgPlace1" presStyleIdx="0" presStyleCnt="1" custScaleY="200821" custLinFactNeighborX="476" custLinFactNeighborY="28682"/>
      <dgm:spPr>
        <a:prstGeom prst="round2SameRect">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t="-7000" b="-7000"/>
          </a:stretch>
        </a:blipFill>
        <a:ln>
          <a:noFill/>
        </a:ln>
      </dgm:spPr>
    </dgm:pt>
    <dgm:pt modelId="{BF7C867C-0ECC-4DC7-8F13-5617889C754B}" type="pres">
      <dgm:prSet presAssocID="{EF85E227-2C46-46B0-8C25-15ED58A3377E}" presName="parent1" presStyleLbl="node1" presStyleIdx="0" presStyleCnt="0">
        <dgm:presLayoutVars>
          <dgm:chMax val="0"/>
          <dgm:chPref val="0"/>
          <dgm:bulletEnabled val="1"/>
        </dgm:presLayoutVars>
      </dgm:prSet>
      <dgm:spPr/>
      <dgm:t>
        <a:bodyPr/>
        <a:lstStyle/>
        <a:p>
          <a:endParaRPr lang="en-MY"/>
        </a:p>
      </dgm:t>
    </dgm:pt>
  </dgm:ptLst>
  <dgm:cxnLst>
    <dgm:cxn modelId="{5A715A8A-F696-4EED-8AF2-667C7545AE38}" type="presOf" srcId="{70B4E3E7-92BD-4BA3-8C93-826D98F65609}" destId="{402BF6D5-BC22-4BEB-9027-2D822CD0A19A}" srcOrd="0" destOrd="0" presId="urn:microsoft.com/office/officeart/2011/layout/ThemePictureAlternatingAccent"/>
    <dgm:cxn modelId="{84C961DE-D6F3-45C2-B307-346B7BD05B94}" type="presOf" srcId="{EF85E227-2C46-46B0-8C25-15ED58A3377E}" destId="{BF7C867C-0ECC-4DC7-8F13-5617889C754B}" srcOrd="0" destOrd="0" presId="urn:microsoft.com/office/officeart/2011/layout/ThemePictureAlternatingAccent"/>
    <dgm:cxn modelId="{A19CA0E6-55BD-4F0C-8CDC-0110F4AD5309}" srcId="{70B4E3E7-92BD-4BA3-8C93-826D98F65609}" destId="{EF85E227-2C46-46B0-8C25-15ED58A3377E}" srcOrd="0" destOrd="0" parTransId="{7F9D886D-9CFA-4563-A162-D72A4054237D}" sibTransId="{1136A496-F399-4DBF-9A3B-5C59A41A4C20}"/>
    <dgm:cxn modelId="{264B0CF2-C6AD-4A38-B0DF-09237202CA4A}" type="presParOf" srcId="{402BF6D5-BC22-4BEB-9027-2D822CD0A19A}" destId="{7F383395-A406-466B-9E8C-672150081A67}" srcOrd="0" destOrd="0" presId="urn:microsoft.com/office/officeart/2011/layout/ThemePictureAlternatingAccent"/>
    <dgm:cxn modelId="{2B7ECA1F-D962-4C1E-AFB9-7FF2C9F62FDD}" type="presParOf" srcId="{7F383395-A406-466B-9E8C-672150081A67}" destId="{63E8F094-BB29-4F1C-8DE8-869308440306}" srcOrd="0" destOrd="0" presId="urn:microsoft.com/office/officeart/2011/layout/ThemePictureAlternatingAccent"/>
    <dgm:cxn modelId="{508240FC-A1FE-49B4-9A44-0A64E805419C}" type="presParOf" srcId="{402BF6D5-BC22-4BEB-9027-2D822CD0A19A}" destId="{BF7C867C-0ECC-4DC7-8F13-5617889C754B}" srcOrd="1" destOrd="0" presId="urn:microsoft.com/office/officeart/2011/layout/ThemePictureAlternatingAccent"/>
  </dgm:cxnLst>
  <dgm:bg/>
  <dgm:whole>
    <a:ln>
      <a:noFill/>
    </a:ln>
  </dgm:whole>
  <dgm:extLst>
    <a:ext uri="http://schemas.microsoft.com/office/drawing/2008/diagram">
      <dsp:dataModelExt xmlns:dsp="http://schemas.microsoft.com/office/drawing/2008/diagram" relId="rId21"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D00FF78E-0605-4E77-9C94-1FCF69ADEA35}"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FFB72A5A-8AEF-42B1-B8AA-3688E969D2CA}">
      <dgm:prSet custT="1"/>
      <dgm:spPr>
        <a:solidFill>
          <a:srgbClr val="00B050"/>
        </a:solidFill>
      </dgm:spPr>
      <dgm:t>
        <a:bodyPr/>
        <a:lstStyle/>
        <a:p>
          <a:r>
            <a:rPr lang="fi-FI" sz="2400" dirty="0">
              <a:latin typeface="Tahoma" panose="020B0604030504040204" pitchFamily="34" charset="0"/>
              <a:ea typeface="Tahoma" panose="020B0604030504040204" pitchFamily="34" charset="0"/>
              <a:cs typeface="Tahoma" panose="020B0604030504040204" pitchFamily="34" charset="0"/>
            </a:rPr>
            <a:t>Rahsia</a:t>
          </a:r>
          <a:r>
            <a:rPr lang="en-GB" sz="2400" dirty="0">
              <a:latin typeface="Tahoma" panose="020B0604030504040204" pitchFamily="34" charset="0"/>
              <a:ea typeface="Tahoma" panose="020B0604030504040204" pitchFamily="34" charset="0"/>
              <a:cs typeface="Tahoma" panose="020B0604030504040204" pitchFamily="34" charset="0"/>
            </a:rPr>
            <a:t> </a:t>
          </a:r>
          <a:r>
            <a:rPr lang="ms-MY" sz="2400" dirty="0">
              <a:latin typeface="Tahoma" panose="020B0604030504040204" pitchFamily="34" charset="0"/>
              <a:ea typeface="Tahoma" panose="020B0604030504040204" pitchFamily="34" charset="0"/>
              <a:cs typeface="Tahoma" panose="020B0604030504040204" pitchFamily="34" charset="0"/>
            </a:rPr>
            <a:t>rasmi yang dihantar melalui </a:t>
          </a:r>
          <a:r>
            <a:rPr lang="ms-MY" sz="2400" b="1" dirty="0">
              <a:latin typeface="Tahoma" panose="020B0604030504040204" pitchFamily="34" charset="0"/>
              <a:ea typeface="Tahoma" panose="020B0604030504040204" pitchFamily="34" charset="0"/>
              <a:cs typeface="Tahoma" panose="020B0604030504040204" pitchFamily="34" charset="0"/>
            </a:rPr>
            <a:t>“Sistem Peti atau Beg Berkunci” </a:t>
          </a:r>
          <a:r>
            <a:rPr lang="ms-MY" sz="2400" dirty="0">
              <a:latin typeface="Tahoma" panose="020B0604030504040204" pitchFamily="34" charset="0"/>
              <a:ea typeface="Tahoma" panose="020B0604030504040204" pitchFamily="34" charset="0"/>
              <a:cs typeface="Tahoma" panose="020B0604030504040204" pitchFamily="34" charset="0"/>
            </a:rPr>
            <a:t>dikehendaki menggunakan satu sampul surat sahaja</a:t>
          </a:r>
          <a:r>
            <a:rPr lang="en-GB" sz="2400" i="1" dirty="0">
              <a:latin typeface="Tahoma" panose="020B0604030504040204" pitchFamily="34" charset="0"/>
              <a:ea typeface="Tahoma" panose="020B0604030504040204" pitchFamily="34" charset="0"/>
              <a:cs typeface="Tahoma" panose="020B0604030504040204" pitchFamily="34" charset="0"/>
            </a:rPr>
            <a:t>.</a:t>
          </a:r>
          <a:r>
            <a:rPr lang="en-GB" sz="2400" dirty="0">
              <a:latin typeface="Tahoma" panose="020B0604030504040204" pitchFamily="34" charset="0"/>
              <a:ea typeface="Tahoma" panose="020B0604030504040204" pitchFamily="34" charset="0"/>
              <a:cs typeface="Tahoma" panose="020B0604030504040204" pitchFamily="34" charset="0"/>
            </a:rPr>
            <a:t> </a:t>
          </a:r>
          <a:endParaRPr lang="it-IT" sz="2400" dirty="0">
            <a:latin typeface="Tahoma" panose="020B0604030504040204" pitchFamily="34" charset="0"/>
            <a:ea typeface="Tahoma" panose="020B0604030504040204" pitchFamily="34" charset="0"/>
            <a:cs typeface="Tahoma" panose="020B0604030504040204" pitchFamily="34" charset="0"/>
          </a:endParaRPr>
        </a:p>
      </dgm:t>
    </dgm:pt>
    <dgm:pt modelId="{4DED3271-6DF2-4E22-B0EC-FCBB255B1356}" type="parTrans" cxnId="{2B5F3997-E8A7-4F3B-8593-68588744ADC7}">
      <dgm:prSet/>
      <dgm:spPr/>
      <dgm:t>
        <a:bodyPr/>
        <a:lstStyle/>
        <a:p>
          <a:endParaRPr lang="en-US"/>
        </a:p>
      </dgm:t>
    </dgm:pt>
    <dgm:pt modelId="{0A1078EB-D929-4553-9794-DF9ADA0B7D86}" type="sibTrans" cxnId="{2B5F3997-E8A7-4F3B-8593-68588744ADC7}">
      <dgm:prSet/>
      <dgm:spPr/>
      <dgm:t>
        <a:bodyPr/>
        <a:lstStyle/>
        <a:p>
          <a:endParaRPr lang="en-US"/>
        </a:p>
      </dgm:t>
    </dgm:pt>
    <dgm:pt modelId="{2B3D17C4-51EA-4BA9-B25C-BAEA31DFEB39}">
      <dgm:prSet custT="1"/>
      <dgm:spPr>
        <a:solidFill>
          <a:schemeClr val="accent2">
            <a:lumMod val="75000"/>
          </a:schemeClr>
        </a:solidFill>
      </dgm:spPr>
      <dgm:t>
        <a:bodyPr/>
        <a:lstStyle/>
        <a:p>
          <a:r>
            <a:rPr lang="ms-MY" sz="2400" dirty="0">
              <a:latin typeface="Tahoma" panose="020B0604030504040204" pitchFamily="34" charset="0"/>
              <a:ea typeface="Tahoma" panose="020B0604030504040204" pitchFamily="34" charset="0"/>
              <a:cs typeface="Tahoma" panose="020B0604030504040204" pitchFamily="34" charset="0"/>
            </a:rPr>
            <a:t>Sampul tersebut hendaklah ditandakan dengan peringkat keselamatan dan nombor rujukan dokumen berkenaan serta nama dan alamat penerimanya dan dimeterikan dengan meteri atau pelekat keselamatan pejabat yang menghantar</a:t>
          </a:r>
          <a:r>
            <a:rPr lang="en-GB" sz="2400" dirty="0">
              <a:latin typeface="Tahoma" panose="020B0604030504040204" pitchFamily="34" charset="0"/>
              <a:ea typeface="Tahoma" panose="020B0604030504040204" pitchFamily="34" charset="0"/>
              <a:cs typeface="Tahoma" panose="020B0604030504040204" pitchFamily="34" charset="0"/>
            </a:rPr>
            <a:t>.</a:t>
          </a:r>
          <a:endParaRPr lang="it-IT" sz="2400" dirty="0">
            <a:latin typeface="Tahoma" panose="020B0604030504040204" pitchFamily="34" charset="0"/>
            <a:ea typeface="Tahoma" panose="020B0604030504040204" pitchFamily="34" charset="0"/>
            <a:cs typeface="Tahoma" panose="020B0604030504040204" pitchFamily="34" charset="0"/>
          </a:endParaRPr>
        </a:p>
      </dgm:t>
    </dgm:pt>
    <dgm:pt modelId="{49A2D87C-EE62-4644-B8EC-16F15BDEF876}" type="parTrans" cxnId="{FF786491-3140-4755-97F4-E5EDB60B8FCF}">
      <dgm:prSet/>
      <dgm:spPr/>
      <dgm:t>
        <a:bodyPr/>
        <a:lstStyle/>
        <a:p>
          <a:endParaRPr lang="en-US"/>
        </a:p>
      </dgm:t>
    </dgm:pt>
    <dgm:pt modelId="{A389296B-7DB5-4DBF-8274-750A2C9DAA3C}" type="sibTrans" cxnId="{FF786491-3140-4755-97F4-E5EDB60B8FCF}">
      <dgm:prSet/>
      <dgm:spPr/>
      <dgm:t>
        <a:bodyPr/>
        <a:lstStyle/>
        <a:p>
          <a:endParaRPr lang="en-US"/>
        </a:p>
      </dgm:t>
    </dgm:pt>
    <dgm:pt modelId="{AF3077F6-8BA6-4304-98C2-74FF03FCCB04}" type="pres">
      <dgm:prSet presAssocID="{D00FF78E-0605-4E77-9C94-1FCF69ADEA35}" presName="linear" presStyleCnt="0">
        <dgm:presLayoutVars>
          <dgm:dir/>
          <dgm:animLvl val="lvl"/>
          <dgm:resizeHandles val="exact"/>
        </dgm:presLayoutVars>
      </dgm:prSet>
      <dgm:spPr/>
      <dgm:t>
        <a:bodyPr/>
        <a:lstStyle/>
        <a:p>
          <a:endParaRPr lang="en-MY"/>
        </a:p>
      </dgm:t>
    </dgm:pt>
    <dgm:pt modelId="{60A05DCE-51A8-4BF4-9703-5B993BBC781F}" type="pres">
      <dgm:prSet presAssocID="{FFB72A5A-8AEF-42B1-B8AA-3688E969D2CA}" presName="parentLin" presStyleCnt="0"/>
      <dgm:spPr/>
    </dgm:pt>
    <dgm:pt modelId="{51CEC84E-8135-417D-8D2A-DFD465480888}" type="pres">
      <dgm:prSet presAssocID="{FFB72A5A-8AEF-42B1-B8AA-3688E969D2CA}" presName="parentLeftMargin" presStyleLbl="node1" presStyleIdx="0" presStyleCnt="2"/>
      <dgm:spPr/>
      <dgm:t>
        <a:bodyPr/>
        <a:lstStyle/>
        <a:p>
          <a:endParaRPr lang="en-MY"/>
        </a:p>
      </dgm:t>
    </dgm:pt>
    <dgm:pt modelId="{0F697206-8EE6-4644-95DE-E16DDEC2618C}" type="pres">
      <dgm:prSet presAssocID="{FFB72A5A-8AEF-42B1-B8AA-3688E969D2CA}" presName="parentText" presStyleLbl="node1" presStyleIdx="0" presStyleCnt="2" custScaleX="130531" custScaleY="538237">
        <dgm:presLayoutVars>
          <dgm:chMax val="0"/>
          <dgm:bulletEnabled val="1"/>
        </dgm:presLayoutVars>
      </dgm:prSet>
      <dgm:spPr/>
      <dgm:t>
        <a:bodyPr/>
        <a:lstStyle/>
        <a:p>
          <a:endParaRPr lang="en-MY"/>
        </a:p>
      </dgm:t>
    </dgm:pt>
    <dgm:pt modelId="{E4A47F5F-A7FF-457D-B31F-036BF5E37468}" type="pres">
      <dgm:prSet presAssocID="{FFB72A5A-8AEF-42B1-B8AA-3688E969D2CA}" presName="negativeSpace" presStyleCnt="0"/>
      <dgm:spPr/>
    </dgm:pt>
    <dgm:pt modelId="{F9D18745-FC53-478E-A6E0-08DA85960FAE}" type="pres">
      <dgm:prSet presAssocID="{FFB72A5A-8AEF-42B1-B8AA-3688E969D2CA}" presName="childText" presStyleLbl="conFgAcc1" presStyleIdx="0" presStyleCnt="2">
        <dgm:presLayoutVars>
          <dgm:bulletEnabled val="1"/>
        </dgm:presLayoutVars>
      </dgm:prSet>
      <dgm:spPr/>
    </dgm:pt>
    <dgm:pt modelId="{DB069DB8-AC4E-4C05-A0BB-92574CC83D68}" type="pres">
      <dgm:prSet presAssocID="{0A1078EB-D929-4553-9794-DF9ADA0B7D86}" presName="spaceBetweenRectangles" presStyleCnt="0"/>
      <dgm:spPr/>
    </dgm:pt>
    <dgm:pt modelId="{3DCBD7A2-208C-4AB2-8A52-861059A16C7E}" type="pres">
      <dgm:prSet presAssocID="{2B3D17C4-51EA-4BA9-B25C-BAEA31DFEB39}" presName="parentLin" presStyleCnt="0"/>
      <dgm:spPr/>
    </dgm:pt>
    <dgm:pt modelId="{E4720056-E2E6-42D1-AE5B-71458FE383DB}" type="pres">
      <dgm:prSet presAssocID="{2B3D17C4-51EA-4BA9-B25C-BAEA31DFEB39}" presName="parentLeftMargin" presStyleLbl="node1" presStyleIdx="0" presStyleCnt="2"/>
      <dgm:spPr/>
      <dgm:t>
        <a:bodyPr/>
        <a:lstStyle/>
        <a:p>
          <a:endParaRPr lang="en-MY"/>
        </a:p>
      </dgm:t>
    </dgm:pt>
    <dgm:pt modelId="{66333148-8865-426A-BE8F-62A4C619EFD1}" type="pres">
      <dgm:prSet presAssocID="{2B3D17C4-51EA-4BA9-B25C-BAEA31DFEB39}" presName="parentText" presStyleLbl="node1" presStyleIdx="1" presStyleCnt="2" custScaleX="131386" custScaleY="614009">
        <dgm:presLayoutVars>
          <dgm:chMax val="0"/>
          <dgm:bulletEnabled val="1"/>
        </dgm:presLayoutVars>
      </dgm:prSet>
      <dgm:spPr/>
      <dgm:t>
        <a:bodyPr/>
        <a:lstStyle/>
        <a:p>
          <a:endParaRPr lang="en-MY"/>
        </a:p>
      </dgm:t>
    </dgm:pt>
    <dgm:pt modelId="{60C374EE-382F-492B-B49F-BCEFF26ABFC9}" type="pres">
      <dgm:prSet presAssocID="{2B3D17C4-51EA-4BA9-B25C-BAEA31DFEB39}" presName="negativeSpace" presStyleCnt="0"/>
      <dgm:spPr/>
    </dgm:pt>
    <dgm:pt modelId="{DD991816-CEC3-4B4D-AD65-10B722327FAC}" type="pres">
      <dgm:prSet presAssocID="{2B3D17C4-51EA-4BA9-B25C-BAEA31DFEB39}" presName="childText" presStyleLbl="conFgAcc1" presStyleIdx="1" presStyleCnt="2">
        <dgm:presLayoutVars>
          <dgm:bulletEnabled val="1"/>
        </dgm:presLayoutVars>
      </dgm:prSet>
      <dgm:spPr/>
    </dgm:pt>
  </dgm:ptLst>
  <dgm:cxnLst>
    <dgm:cxn modelId="{0D0DBD03-0B41-44CD-83EE-4313351DA14C}" type="presOf" srcId="{2B3D17C4-51EA-4BA9-B25C-BAEA31DFEB39}" destId="{66333148-8865-426A-BE8F-62A4C619EFD1}" srcOrd="1" destOrd="0" presId="urn:microsoft.com/office/officeart/2005/8/layout/list1"/>
    <dgm:cxn modelId="{4DA940FC-B88A-4436-91CD-04F4F8AACCD4}" type="presOf" srcId="{D00FF78E-0605-4E77-9C94-1FCF69ADEA35}" destId="{AF3077F6-8BA6-4304-98C2-74FF03FCCB04}" srcOrd="0" destOrd="0" presId="urn:microsoft.com/office/officeart/2005/8/layout/list1"/>
    <dgm:cxn modelId="{FF786491-3140-4755-97F4-E5EDB60B8FCF}" srcId="{D00FF78E-0605-4E77-9C94-1FCF69ADEA35}" destId="{2B3D17C4-51EA-4BA9-B25C-BAEA31DFEB39}" srcOrd="1" destOrd="0" parTransId="{49A2D87C-EE62-4644-B8EC-16F15BDEF876}" sibTransId="{A389296B-7DB5-4DBF-8274-750A2C9DAA3C}"/>
    <dgm:cxn modelId="{65012BE0-D09D-4A07-AAF1-C3848CCBA826}" type="presOf" srcId="{2B3D17C4-51EA-4BA9-B25C-BAEA31DFEB39}" destId="{E4720056-E2E6-42D1-AE5B-71458FE383DB}" srcOrd="0" destOrd="0" presId="urn:microsoft.com/office/officeart/2005/8/layout/list1"/>
    <dgm:cxn modelId="{79BD9E52-8241-49E9-A182-0AD7ADC6E173}" type="presOf" srcId="{FFB72A5A-8AEF-42B1-B8AA-3688E969D2CA}" destId="{51CEC84E-8135-417D-8D2A-DFD465480888}" srcOrd="0" destOrd="0" presId="urn:microsoft.com/office/officeart/2005/8/layout/list1"/>
    <dgm:cxn modelId="{DE27C13A-E055-4613-9072-E1C27C4874BB}" type="presOf" srcId="{FFB72A5A-8AEF-42B1-B8AA-3688E969D2CA}" destId="{0F697206-8EE6-4644-95DE-E16DDEC2618C}" srcOrd="1" destOrd="0" presId="urn:microsoft.com/office/officeart/2005/8/layout/list1"/>
    <dgm:cxn modelId="{2B5F3997-E8A7-4F3B-8593-68588744ADC7}" srcId="{D00FF78E-0605-4E77-9C94-1FCF69ADEA35}" destId="{FFB72A5A-8AEF-42B1-B8AA-3688E969D2CA}" srcOrd="0" destOrd="0" parTransId="{4DED3271-6DF2-4E22-B0EC-FCBB255B1356}" sibTransId="{0A1078EB-D929-4553-9794-DF9ADA0B7D86}"/>
    <dgm:cxn modelId="{2C9788FD-BAD7-4AF2-A9A1-23845DE3E83F}" type="presParOf" srcId="{AF3077F6-8BA6-4304-98C2-74FF03FCCB04}" destId="{60A05DCE-51A8-4BF4-9703-5B993BBC781F}" srcOrd="0" destOrd="0" presId="urn:microsoft.com/office/officeart/2005/8/layout/list1"/>
    <dgm:cxn modelId="{3BEF3DCE-53CC-4714-AEB4-7F9B6A83DBE4}" type="presParOf" srcId="{60A05DCE-51A8-4BF4-9703-5B993BBC781F}" destId="{51CEC84E-8135-417D-8D2A-DFD465480888}" srcOrd="0" destOrd="0" presId="urn:microsoft.com/office/officeart/2005/8/layout/list1"/>
    <dgm:cxn modelId="{C3ADFA92-2458-4963-AF8C-ECE4EB556126}" type="presParOf" srcId="{60A05DCE-51A8-4BF4-9703-5B993BBC781F}" destId="{0F697206-8EE6-4644-95DE-E16DDEC2618C}" srcOrd="1" destOrd="0" presId="urn:microsoft.com/office/officeart/2005/8/layout/list1"/>
    <dgm:cxn modelId="{EE186D80-54D3-44D4-992D-2F5E8F19932A}" type="presParOf" srcId="{AF3077F6-8BA6-4304-98C2-74FF03FCCB04}" destId="{E4A47F5F-A7FF-457D-B31F-036BF5E37468}" srcOrd="1" destOrd="0" presId="urn:microsoft.com/office/officeart/2005/8/layout/list1"/>
    <dgm:cxn modelId="{84FAF0EB-BCD5-4927-A583-283D63FD6692}" type="presParOf" srcId="{AF3077F6-8BA6-4304-98C2-74FF03FCCB04}" destId="{F9D18745-FC53-478E-A6E0-08DA85960FAE}" srcOrd="2" destOrd="0" presId="urn:microsoft.com/office/officeart/2005/8/layout/list1"/>
    <dgm:cxn modelId="{98694430-1A82-4F2D-9925-770E7625BF65}" type="presParOf" srcId="{AF3077F6-8BA6-4304-98C2-74FF03FCCB04}" destId="{DB069DB8-AC4E-4C05-A0BB-92574CC83D68}" srcOrd="3" destOrd="0" presId="urn:microsoft.com/office/officeart/2005/8/layout/list1"/>
    <dgm:cxn modelId="{0F6A6B96-F565-4966-A45A-2B21686DB37B}" type="presParOf" srcId="{AF3077F6-8BA6-4304-98C2-74FF03FCCB04}" destId="{3DCBD7A2-208C-4AB2-8A52-861059A16C7E}" srcOrd="4" destOrd="0" presId="urn:microsoft.com/office/officeart/2005/8/layout/list1"/>
    <dgm:cxn modelId="{A26F5093-DD4F-409F-BB13-45A3FBA15F70}" type="presParOf" srcId="{3DCBD7A2-208C-4AB2-8A52-861059A16C7E}" destId="{E4720056-E2E6-42D1-AE5B-71458FE383DB}" srcOrd="0" destOrd="0" presId="urn:microsoft.com/office/officeart/2005/8/layout/list1"/>
    <dgm:cxn modelId="{5E6740F6-EA2E-430B-8D11-6AFF9437C97F}" type="presParOf" srcId="{3DCBD7A2-208C-4AB2-8A52-861059A16C7E}" destId="{66333148-8865-426A-BE8F-62A4C619EFD1}" srcOrd="1" destOrd="0" presId="urn:microsoft.com/office/officeart/2005/8/layout/list1"/>
    <dgm:cxn modelId="{BD215D25-402C-4A3D-86F5-40B4DDDAB353}" type="presParOf" srcId="{AF3077F6-8BA6-4304-98C2-74FF03FCCB04}" destId="{60C374EE-382F-492B-B49F-BCEFF26ABFC9}" srcOrd="5" destOrd="0" presId="urn:microsoft.com/office/officeart/2005/8/layout/list1"/>
    <dgm:cxn modelId="{3C2665CA-1B80-4901-B175-6FA22D63C78E}" type="presParOf" srcId="{AF3077F6-8BA6-4304-98C2-74FF03FCCB04}" destId="{DD991816-CEC3-4B4D-AD65-10B722327FAC}"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D00FF78E-0605-4E77-9C94-1FCF69ADEA35}"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FFB72A5A-8AEF-42B1-B8AA-3688E969D2CA}">
      <dgm:prSet custT="1"/>
      <dgm:spPr>
        <a:solidFill>
          <a:schemeClr val="accent4">
            <a:lumMod val="75000"/>
          </a:schemeClr>
        </a:solidFill>
      </dgm:spPr>
      <dgm:t>
        <a:bodyPr/>
        <a:lstStyle/>
        <a:p>
          <a:r>
            <a:rPr lang="fi-FI" sz="2400" dirty="0">
              <a:latin typeface="Tahoma" panose="020B0604030504040204" pitchFamily="34" charset="0"/>
              <a:ea typeface="Tahoma" panose="020B0604030504040204" pitchFamily="34" charset="0"/>
              <a:cs typeface="Tahoma" panose="020B0604030504040204" pitchFamily="34" charset="0"/>
            </a:rPr>
            <a:t>Rahsia</a:t>
          </a:r>
          <a:r>
            <a:rPr lang="en-GB" sz="2400" dirty="0">
              <a:latin typeface="Tahoma" panose="020B0604030504040204" pitchFamily="34" charset="0"/>
              <a:ea typeface="Tahoma" panose="020B0604030504040204" pitchFamily="34" charset="0"/>
              <a:cs typeface="Tahoma" panose="020B0604030504040204" pitchFamily="34" charset="0"/>
            </a:rPr>
            <a:t> </a:t>
          </a:r>
          <a:r>
            <a:rPr lang="ms-MY" sz="2400" dirty="0">
              <a:latin typeface="Tahoma" panose="020B0604030504040204" pitchFamily="34" charset="0"/>
              <a:ea typeface="Tahoma" panose="020B0604030504040204" pitchFamily="34" charset="0"/>
              <a:cs typeface="Tahoma" panose="020B0604030504040204" pitchFamily="34" charset="0"/>
            </a:rPr>
            <a:t>rasmi yang tidak dihantar melalui </a:t>
          </a:r>
          <a:r>
            <a:rPr lang="ms-MY" sz="2400" i="1" dirty="0">
              <a:latin typeface="Tahoma" panose="020B0604030504040204" pitchFamily="34" charset="0"/>
              <a:ea typeface="Tahoma" panose="020B0604030504040204" pitchFamily="34" charset="0"/>
              <a:cs typeface="Tahoma" panose="020B0604030504040204" pitchFamily="34" charset="0"/>
            </a:rPr>
            <a:t>“</a:t>
          </a:r>
          <a:r>
            <a:rPr lang="ms-MY" sz="2400" dirty="0">
              <a:latin typeface="Tahoma" panose="020B0604030504040204" pitchFamily="34" charset="0"/>
              <a:ea typeface="Tahoma" panose="020B0604030504040204" pitchFamily="34" charset="0"/>
              <a:cs typeface="Tahoma" panose="020B0604030504040204" pitchFamily="34" charset="0"/>
            </a:rPr>
            <a:t>Sistem Peti atau Beg Berkunci” hendaklah menggunakan dua lapis sampul surat</a:t>
          </a:r>
          <a:r>
            <a:rPr lang="en-GB" sz="2400" dirty="0">
              <a:latin typeface="Tahoma" panose="020B0604030504040204" pitchFamily="34" charset="0"/>
              <a:ea typeface="Tahoma" panose="020B0604030504040204" pitchFamily="34" charset="0"/>
              <a:cs typeface="Tahoma" panose="020B0604030504040204" pitchFamily="34" charset="0"/>
            </a:rPr>
            <a:t>. </a:t>
          </a:r>
          <a:endParaRPr lang="it-IT" sz="2400" dirty="0">
            <a:latin typeface="Tahoma" panose="020B0604030504040204" pitchFamily="34" charset="0"/>
            <a:ea typeface="Tahoma" panose="020B0604030504040204" pitchFamily="34" charset="0"/>
            <a:cs typeface="Tahoma" panose="020B0604030504040204" pitchFamily="34" charset="0"/>
          </a:endParaRPr>
        </a:p>
      </dgm:t>
    </dgm:pt>
    <dgm:pt modelId="{4DED3271-6DF2-4E22-B0EC-FCBB255B1356}" type="parTrans" cxnId="{2B5F3997-E8A7-4F3B-8593-68588744ADC7}">
      <dgm:prSet/>
      <dgm:spPr/>
      <dgm:t>
        <a:bodyPr/>
        <a:lstStyle/>
        <a:p>
          <a:endParaRPr lang="en-US"/>
        </a:p>
      </dgm:t>
    </dgm:pt>
    <dgm:pt modelId="{0A1078EB-D929-4553-9794-DF9ADA0B7D86}" type="sibTrans" cxnId="{2B5F3997-E8A7-4F3B-8593-68588744ADC7}">
      <dgm:prSet/>
      <dgm:spPr/>
      <dgm:t>
        <a:bodyPr/>
        <a:lstStyle/>
        <a:p>
          <a:endParaRPr lang="en-US"/>
        </a:p>
      </dgm:t>
    </dgm:pt>
    <dgm:pt modelId="{2B3D17C4-51EA-4BA9-B25C-BAEA31DFEB39}">
      <dgm:prSet custT="1"/>
      <dgm:spPr>
        <a:solidFill>
          <a:schemeClr val="accent4">
            <a:lumMod val="75000"/>
          </a:schemeClr>
        </a:solidFill>
        <a:ln>
          <a:solidFill>
            <a:srgbClr val="FF0000"/>
          </a:solidFill>
        </a:ln>
      </dgm:spPr>
      <dgm:t>
        <a:bodyPr/>
        <a:lstStyle/>
        <a:p>
          <a:r>
            <a:rPr lang="ms-MY" sz="2400" dirty="0">
              <a:latin typeface="Tahoma" panose="020B0604030504040204" pitchFamily="34" charset="0"/>
              <a:ea typeface="Tahoma" panose="020B0604030504040204" pitchFamily="34" charset="0"/>
              <a:cs typeface="Tahoma" panose="020B0604030504040204" pitchFamily="34" charset="0"/>
            </a:rPr>
            <a:t>Sampul surat sebelah dalam hendaklah ditandakan dengan peringkat keselamatan dan nombor rujukan dokumen berkenaan serta nama dan alamat penerimanya dan dimeterikan dengan meteri atau pelekat keselamatan pejabat yang menghantar</a:t>
          </a:r>
          <a:r>
            <a:rPr lang="en-GB" sz="2400" dirty="0">
              <a:latin typeface="Tahoma" panose="020B0604030504040204" pitchFamily="34" charset="0"/>
              <a:ea typeface="Tahoma" panose="020B0604030504040204" pitchFamily="34" charset="0"/>
              <a:cs typeface="Tahoma" panose="020B0604030504040204" pitchFamily="34" charset="0"/>
            </a:rPr>
            <a:t>.</a:t>
          </a:r>
          <a:endParaRPr lang="it-IT" sz="2400" dirty="0">
            <a:latin typeface="Tahoma" panose="020B0604030504040204" pitchFamily="34" charset="0"/>
            <a:ea typeface="Tahoma" panose="020B0604030504040204" pitchFamily="34" charset="0"/>
            <a:cs typeface="Tahoma" panose="020B0604030504040204" pitchFamily="34" charset="0"/>
          </a:endParaRPr>
        </a:p>
      </dgm:t>
    </dgm:pt>
    <dgm:pt modelId="{49A2D87C-EE62-4644-B8EC-16F15BDEF876}" type="parTrans" cxnId="{FF786491-3140-4755-97F4-E5EDB60B8FCF}">
      <dgm:prSet/>
      <dgm:spPr/>
      <dgm:t>
        <a:bodyPr/>
        <a:lstStyle/>
        <a:p>
          <a:endParaRPr lang="en-US"/>
        </a:p>
      </dgm:t>
    </dgm:pt>
    <dgm:pt modelId="{A389296B-7DB5-4DBF-8274-750A2C9DAA3C}" type="sibTrans" cxnId="{FF786491-3140-4755-97F4-E5EDB60B8FCF}">
      <dgm:prSet/>
      <dgm:spPr/>
      <dgm:t>
        <a:bodyPr/>
        <a:lstStyle/>
        <a:p>
          <a:endParaRPr lang="en-US"/>
        </a:p>
      </dgm:t>
    </dgm:pt>
    <dgm:pt modelId="{8C2F309E-86F9-4ED3-B671-C3DDEF428C53}">
      <dgm:prSet custT="1"/>
      <dgm:spPr>
        <a:solidFill>
          <a:schemeClr val="accent4">
            <a:lumMod val="75000"/>
          </a:schemeClr>
        </a:solidFill>
        <a:ln>
          <a:solidFill>
            <a:schemeClr val="accent5">
              <a:lumMod val="75000"/>
            </a:schemeClr>
          </a:solidFill>
        </a:ln>
      </dgm:spPr>
      <dgm:t>
        <a:bodyPr/>
        <a:lstStyle/>
        <a:p>
          <a:r>
            <a:rPr lang="ms-MY" sz="2400" dirty="0">
              <a:latin typeface="Tahoma" panose="020B0604030504040204" pitchFamily="34" charset="0"/>
              <a:ea typeface="Tahoma" panose="020B0604030504040204" pitchFamily="34" charset="0"/>
              <a:cs typeface="Tahoma" panose="020B0604030504040204" pitchFamily="34" charset="0"/>
            </a:rPr>
            <a:t>Sampul surat tersebut kemudiannya hendaklah dimasukkan ke dalam sampul surat lain yang bertulis nama dan alamat penerimanya sahaja dan dilekatkan dengan gam</a:t>
          </a:r>
          <a:r>
            <a:rPr lang="en-GB" sz="2400" dirty="0">
              <a:latin typeface="Tahoma" panose="020B0604030504040204" pitchFamily="34" charset="0"/>
              <a:ea typeface="Tahoma" panose="020B0604030504040204" pitchFamily="34" charset="0"/>
              <a:cs typeface="Tahoma" panose="020B0604030504040204" pitchFamily="34" charset="0"/>
            </a:rPr>
            <a:t>.</a:t>
          </a:r>
          <a:endParaRPr lang="en-MY" sz="2400" dirty="0">
            <a:latin typeface="Tahoma" panose="020B0604030504040204" pitchFamily="34" charset="0"/>
            <a:ea typeface="Tahoma" panose="020B0604030504040204" pitchFamily="34" charset="0"/>
            <a:cs typeface="Tahoma" panose="020B0604030504040204" pitchFamily="34" charset="0"/>
          </a:endParaRPr>
        </a:p>
      </dgm:t>
    </dgm:pt>
    <dgm:pt modelId="{7B0E5281-1566-4CEF-8BCA-2C895E52B77F}" type="parTrans" cxnId="{9689DBC5-2200-43CC-B6BD-23302D338CEE}">
      <dgm:prSet/>
      <dgm:spPr/>
      <dgm:t>
        <a:bodyPr/>
        <a:lstStyle/>
        <a:p>
          <a:endParaRPr lang="en-US"/>
        </a:p>
      </dgm:t>
    </dgm:pt>
    <dgm:pt modelId="{68234B79-0609-43C5-BDA9-A447C15A65E0}" type="sibTrans" cxnId="{9689DBC5-2200-43CC-B6BD-23302D338CEE}">
      <dgm:prSet/>
      <dgm:spPr/>
      <dgm:t>
        <a:bodyPr/>
        <a:lstStyle/>
        <a:p>
          <a:endParaRPr lang="en-US"/>
        </a:p>
      </dgm:t>
    </dgm:pt>
    <dgm:pt modelId="{AF3077F6-8BA6-4304-98C2-74FF03FCCB04}" type="pres">
      <dgm:prSet presAssocID="{D00FF78E-0605-4E77-9C94-1FCF69ADEA35}" presName="linear" presStyleCnt="0">
        <dgm:presLayoutVars>
          <dgm:dir/>
          <dgm:animLvl val="lvl"/>
          <dgm:resizeHandles val="exact"/>
        </dgm:presLayoutVars>
      </dgm:prSet>
      <dgm:spPr/>
      <dgm:t>
        <a:bodyPr/>
        <a:lstStyle/>
        <a:p>
          <a:endParaRPr lang="en-MY"/>
        </a:p>
      </dgm:t>
    </dgm:pt>
    <dgm:pt modelId="{60A05DCE-51A8-4BF4-9703-5B993BBC781F}" type="pres">
      <dgm:prSet presAssocID="{FFB72A5A-8AEF-42B1-B8AA-3688E969D2CA}" presName="parentLin" presStyleCnt="0"/>
      <dgm:spPr/>
    </dgm:pt>
    <dgm:pt modelId="{51CEC84E-8135-417D-8D2A-DFD465480888}" type="pres">
      <dgm:prSet presAssocID="{FFB72A5A-8AEF-42B1-B8AA-3688E969D2CA}" presName="parentLeftMargin" presStyleLbl="node1" presStyleIdx="0" presStyleCnt="3"/>
      <dgm:spPr/>
      <dgm:t>
        <a:bodyPr/>
        <a:lstStyle/>
        <a:p>
          <a:endParaRPr lang="en-MY"/>
        </a:p>
      </dgm:t>
    </dgm:pt>
    <dgm:pt modelId="{0F697206-8EE6-4644-95DE-E16DDEC2618C}" type="pres">
      <dgm:prSet presAssocID="{FFB72A5A-8AEF-42B1-B8AA-3688E969D2CA}" presName="parentText" presStyleLbl="node1" presStyleIdx="0" presStyleCnt="3" custScaleX="130531" custScaleY="833867" custLinFactNeighborX="11880" custLinFactNeighborY="-86921">
        <dgm:presLayoutVars>
          <dgm:chMax val="0"/>
          <dgm:bulletEnabled val="1"/>
        </dgm:presLayoutVars>
      </dgm:prSet>
      <dgm:spPr/>
      <dgm:t>
        <a:bodyPr/>
        <a:lstStyle/>
        <a:p>
          <a:endParaRPr lang="en-MY"/>
        </a:p>
      </dgm:t>
    </dgm:pt>
    <dgm:pt modelId="{E4A47F5F-A7FF-457D-B31F-036BF5E37468}" type="pres">
      <dgm:prSet presAssocID="{FFB72A5A-8AEF-42B1-B8AA-3688E969D2CA}" presName="negativeSpace" presStyleCnt="0"/>
      <dgm:spPr/>
    </dgm:pt>
    <dgm:pt modelId="{F9D18745-FC53-478E-A6E0-08DA85960FAE}" type="pres">
      <dgm:prSet presAssocID="{FFB72A5A-8AEF-42B1-B8AA-3688E969D2CA}" presName="childText" presStyleLbl="conFgAcc1" presStyleIdx="0" presStyleCnt="3">
        <dgm:presLayoutVars>
          <dgm:bulletEnabled val="1"/>
        </dgm:presLayoutVars>
      </dgm:prSet>
      <dgm:spPr/>
    </dgm:pt>
    <dgm:pt modelId="{DB069DB8-AC4E-4C05-A0BB-92574CC83D68}" type="pres">
      <dgm:prSet presAssocID="{0A1078EB-D929-4553-9794-DF9ADA0B7D86}" presName="spaceBetweenRectangles" presStyleCnt="0"/>
      <dgm:spPr/>
    </dgm:pt>
    <dgm:pt modelId="{3DCBD7A2-208C-4AB2-8A52-861059A16C7E}" type="pres">
      <dgm:prSet presAssocID="{2B3D17C4-51EA-4BA9-B25C-BAEA31DFEB39}" presName="parentLin" presStyleCnt="0"/>
      <dgm:spPr/>
    </dgm:pt>
    <dgm:pt modelId="{E4720056-E2E6-42D1-AE5B-71458FE383DB}" type="pres">
      <dgm:prSet presAssocID="{2B3D17C4-51EA-4BA9-B25C-BAEA31DFEB39}" presName="parentLeftMargin" presStyleLbl="node1" presStyleIdx="0" presStyleCnt="3"/>
      <dgm:spPr/>
      <dgm:t>
        <a:bodyPr/>
        <a:lstStyle/>
        <a:p>
          <a:endParaRPr lang="en-MY"/>
        </a:p>
      </dgm:t>
    </dgm:pt>
    <dgm:pt modelId="{66333148-8865-426A-BE8F-62A4C619EFD1}" type="pres">
      <dgm:prSet presAssocID="{2B3D17C4-51EA-4BA9-B25C-BAEA31DFEB39}" presName="parentText" presStyleLbl="node1" presStyleIdx="1" presStyleCnt="3" custScaleX="131386" custScaleY="1211530" custLinFactNeighborX="11880" custLinFactNeighborY="-84282">
        <dgm:presLayoutVars>
          <dgm:chMax val="0"/>
          <dgm:bulletEnabled val="1"/>
        </dgm:presLayoutVars>
      </dgm:prSet>
      <dgm:spPr/>
      <dgm:t>
        <a:bodyPr/>
        <a:lstStyle/>
        <a:p>
          <a:endParaRPr lang="en-MY"/>
        </a:p>
      </dgm:t>
    </dgm:pt>
    <dgm:pt modelId="{60C374EE-382F-492B-B49F-BCEFF26ABFC9}" type="pres">
      <dgm:prSet presAssocID="{2B3D17C4-51EA-4BA9-B25C-BAEA31DFEB39}" presName="negativeSpace" presStyleCnt="0"/>
      <dgm:spPr/>
    </dgm:pt>
    <dgm:pt modelId="{DD991816-CEC3-4B4D-AD65-10B722327FAC}" type="pres">
      <dgm:prSet presAssocID="{2B3D17C4-51EA-4BA9-B25C-BAEA31DFEB39}" presName="childText" presStyleLbl="conFgAcc1" presStyleIdx="1" presStyleCnt="3">
        <dgm:presLayoutVars>
          <dgm:bulletEnabled val="1"/>
        </dgm:presLayoutVars>
      </dgm:prSet>
      <dgm:spPr/>
    </dgm:pt>
    <dgm:pt modelId="{49EE2804-4296-44D1-95F3-A6A2457554F2}" type="pres">
      <dgm:prSet presAssocID="{A389296B-7DB5-4DBF-8274-750A2C9DAA3C}" presName="spaceBetweenRectangles" presStyleCnt="0"/>
      <dgm:spPr/>
    </dgm:pt>
    <dgm:pt modelId="{3179BA0C-FAD7-4478-ADFC-0EC7D0E9FBFB}" type="pres">
      <dgm:prSet presAssocID="{8C2F309E-86F9-4ED3-B671-C3DDEF428C53}" presName="parentLin" presStyleCnt="0"/>
      <dgm:spPr/>
    </dgm:pt>
    <dgm:pt modelId="{C7EAED63-1DB8-490F-8D95-CD9DF287C73C}" type="pres">
      <dgm:prSet presAssocID="{8C2F309E-86F9-4ED3-B671-C3DDEF428C53}" presName="parentLeftMargin" presStyleLbl="node1" presStyleIdx="1" presStyleCnt="3"/>
      <dgm:spPr/>
      <dgm:t>
        <a:bodyPr/>
        <a:lstStyle/>
        <a:p>
          <a:endParaRPr lang="en-MY"/>
        </a:p>
      </dgm:t>
    </dgm:pt>
    <dgm:pt modelId="{0940A329-DC55-4C04-9A6F-DC0F612E2463}" type="pres">
      <dgm:prSet presAssocID="{8C2F309E-86F9-4ED3-B671-C3DDEF428C53}" presName="parentText" presStyleLbl="node1" presStyleIdx="2" presStyleCnt="3" custScaleX="131337" custScaleY="721152" custLinFactY="-3252" custLinFactNeighborX="11880" custLinFactNeighborY="-100000">
        <dgm:presLayoutVars>
          <dgm:chMax val="0"/>
          <dgm:bulletEnabled val="1"/>
        </dgm:presLayoutVars>
      </dgm:prSet>
      <dgm:spPr/>
      <dgm:t>
        <a:bodyPr/>
        <a:lstStyle/>
        <a:p>
          <a:endParaRPr lang="en-MY"/>
        </a:p>
      </dgm:t>
    </dgm:pt>
    <dgm:pt modelId="{1A49A169-890E-470F-A806-765675170612}" type="pres">
      <dgm:prSet presAssocID="{8C2F309E-86F9-4ED3-B671-C3DDEF428C53}" presName="negativeSpace" presStyleCnt="0"/>
      <dgm:spPr/>
    </dgm:pt>
    <dgm:pt modelId="{9CE3142E-4863-428D-A9D5-F7AA0D30EBB8}" type="pres">
      <dgm:prSet presAssocID="{8C2F309E-86F9-4ED3-B671-C3DDEF428C53}" presName="childText" presStyleLbl="conFgAcc1" presStyleIdx="2" presStyleCnt="3">
        <dgm:presLayoutVars>
          <dgm:bulletEnabled val="1"/>
        </dgm:presLayoutVars>
      </dgm:prSet>
      <dgm:spPr/>
    </dgm:pt>
  </dgm:ptLst>
  <dgm:cxnLst>
    <dgm:cxn modelId="{0D0DBD03-0B41-44CD-83EE-4313351DA14C}" type="presOf" srcId="{2B3D17C4-51EA-4BA9-B25C-BAEA31DFEB39}" destId="{66333148-8865-426A-BE8F-62A4C619EFD1}" srcOrd="1" destOrd="0" presId="urn:microsoft.com/office/officeart/2005/8/layout/list1"/>
    <dgm:cxn modelId="{9689DBC5-2200-43CC-B6BD-23302D338CEE}" srcId="{D00FF78E-0605-4E77-9C94-1FCF69ADEA35}" destId="{8C2F309E-86F9-4ED3-B671-C3DDEF428C53}" srcOrd="2" destOrd="0" parTransId="{7B0E5281-1566-4CEF-8BCA-2C895E52B77F}" sibTransId="{68234B79-0609-43C5-BDA9-A447C15A65E0}"/>
    <dgm:cxn modelId="{4DA940FC-B88A-4436-91CD-04F4F8AACCD4}" type="presOf" srcId="{D00FF78E-0605-4E77-9C94-1FCF69ADEA35}" destId="{AF3077F6-8BA6-4304-98C2-74FF03FCCB04}" srcOrd="0" destOrd="0" presId="urn:microsoft.com/office/officeart/2005/8/layout/list1"/>
    <dgm:cxn modelId="{C98BD39E-F192-4810-AF75-245EC5599471}" type="presOf" srcId="{8C2F309E-86F9-4ED3-B671-C3DDEF428C53}" destId="{0940A329-DC55-4C04-9A6F-DC0F612E2463}" srcOrd="1" destOrd="0" presId="urn:microsoft.com/office/officeart/2005/8/layout/list1"/>
    <dgm:cxn modelId="{FF786491-3140-4755-97F4-E5EDB60B8FCF}" srcId="{D00FF78E-0605-4E77-9C94-1FCF69ADEA35}" destId="{2B3D17C4-51EA-4BA9-B25C-BAEA31DFEB39}" srcOrd="1" destOrd="0" parTransId="{49A2D87C-EE62-4644-B8EC-16F15BDEF876}" sibTransId="{A389296B-7DB5-4DBF-8274-750A2C9DAA3C}"/>
    <dgm:cxn modelId="{4CC632C1-1946-4E60-BDA5-6AEF2344BF0F}" type="presOf" srcId="{8C2F309E-86F9-4ED3-B671-C3DDEF428C53}" destId="{C7EAED63-1DB8-490F-8D95-CD9DF287C73C}" srcOrd="0" destOrd="0" presId="urn:microsoft.com/office/officeart/2005/8/layout/list1"/>
    <dgm:cxn modelId="{65012BE0-D09D-4A07-AAF1-C3848CCBA826}" type="presOf" srcId="{2B3D17C4-51EA-4BA9-B25C-BAEA31DFEB39}" destId="{E4720056-E2E6-42D1-AE5B-71458FE383DB}" srcOrd="0" destOrd="0" presId="urn:microsoft.com/office/officeart/2005/8/layout/list1"/>
    <dgm:cxn modelId="{79BD9E52-8241-49E9-A182-0AD7ADC6E173}" type="presOf" srcId="{FFB72A5A-8AEF-42B1-B8AA-3688E969D2CA}" destId="{51CEC84E-8135-417D-8D2A-DFD465480888}" srcOrd="0" destOrd="0" presId="urn:microsoft.com/office/officeart/2005/8/layout/list1"/>
    <dgm:cxn modelId="{DE27C13A-E055-4613-9072-E1C27C4874BB}" type="presOf" srcId="{FFB72A5A-8AEF-42B1-B8AA-3688E969D2CA}" destId="{0F697206-8EE6-4644-95DE-E16DDEC2618C}" srcOrd="1" destOrd="0" presId="urn:microsoft.com/office/officeart/2005/8/layout/list1"/>
    <dgm:cxn modelId="{2B5F3997-E8A7-4F3B-8593-68588744ADC7}" srcId="{D00FF78E-0605-4E77-9C94-1FCF69ADEA35}" destId="{FFB72A5A-8AEF-42B1-B8AA-3688E969D2CA}" srcOrd="0" destOrd="0" parTransId="{4DED3271-6DF2-4E22-B0EC-FCBB255B1356}" sibTransId="{0A1078EB-D929-4553-9794-DF9ADA0B7D86}"/>
    <dgm:cxn modelId="{2C9788FD-BAD7-4AF2-A9A1-23845DE3E83F}" type="presParOf" srcId="{AF3077F6-8BA6-4304-98C2-74FF03FCCB04}" destId="{60A05DCE-51A8-4BF4-9703-5B993BBC781F}" srcOrd="0" destOrd="0" presId="urn:microsoft.com/office/officeart/2005/8/layout/list1"/>
    <dgm:cxn modelId="{3BEF3DCE-53CC-4714-AEB4-7F9B6A83DBE4}" type="presParOf" srcId="{60A05DCE-51A8-4BF4-9703-5B993BBC781F}" destId="{51CEC84E-8135-417D-8D2A-DFD465480888}" srcOrd="0" destOrd="0" presId="urn:microsoft.com/office/officeart/2005/8/layout/list1"/>
    <dgm:cxn modelId="{C3ADFA92-2458-4963-AF8C-ECE4EB556126}" type="presParOf" srcId="{60A05DCE-51A8-4BF4-9703-5B993BBC781F}" destId="{0F697206-8EE6-4644-95DE-E16DDEC2618C}" srcOrd="1" destOrd="0" presId="urn:microsoft.com/office/officeart/2005/8/layout/list1"/>
    <dgm:cxn modelId="{EE186D80-54D3-44D4-992D-2F5E8F19932A}" type="presParOf" srcId="{AF3077F6-8BA6-4304-98C2-74FF03FCCB04}" destId="{E4A47F5F-A7FF-457D-B31F-036BF5E37468}" srcOrd="1" destOrd="0" presId="urn:microsoft.com/office/officeart/2005/8/layout/list1"/>
    <dgm:cxn modelId="{84FAF0EB-BCD5-4927-A583-283D63FD6692}" type="presParOf" srcId="{AF3077F6-8BA6-4304-98C2-74FF03FCCB04}" destId="{F9D18745-FC53-478E-A6E0-08DA85960FAE}" srcOrd="2" destOrd="0" presId="urn:microsoft.com/office/officeart/2005/8/layout/list1"/>
    <dgm:cxn modelId="{98694430-1A82-4F2D-9925-770E7625BF65}" type="presParOf" srcId="{AF3077F6-8BA6-4304-98C2-74FF03FCCB04}" destId="{DB069DB8-AC4E-4C05-A0BB-92574CC83D68}" srcOrd="3" destOrd="0" presId="urn:microsoft.com/office/officeart/2005/8/layout/list1"/>
    <dgm:cxn modelId="{0F6A6B96-F565-4966-A45A-2B21686DB37B}" type="presParOf" srcId="{AF3077F6-8BA6-4304-98C2-74FF03FCCB04}" destId="{3DCBD7A2-208C-4AB2-8A52-861059A16C7E}" srcOrd="4" destOrd="0" presId="urn:microsoft.com/office/officeart/2005/8/layout/list1"/>
    <dgm:cxn modelId="{A26F5093-DD4F-409F-BB13-45A3FBA15F70}" type="presParOf" srcId="{3DCBD7A2-208C-4AB2-8A52-861059A16C7E}" destId="{E4720056-E2E6-42D1-AE5B-71458FE383DB}" srcOrd="0" destOrd="0" presId="urn:microsoft.com/office/officeart/2005/8/layout/list1"/>
    <dgm:cxn modelId="{5E6740F6-EA2E-430B-8D11-6AFF9437C97F}" type="presParOf" srcId="{3DCBD7A2-208C-4AB2-8A52-861059A16C7E}" destId="{66333148-8865-426A-BE8F-62A4C619EFD1}" srcOrd="1" destOrd="0" presId="urn:microsoft.com/office/officeart/2005/8/layout/list1"/>
    <dgm:cxn modelId="{BD215D25-402C-4A3D-86F5-40B4DDDAB353}" type="presParOf" srcId="{AF3077F6-8BA6-4304-98C2-74FF03FCCB04}" destId="{60C374EE-382F-492B-B49F-BCEFF26ABFC9}" srcOrd="5" destOrd="0" presId="urn:microsoft.com/office/officeart/2005/8/layout/list1"/>
    <dgm:cxn modelId="{3C2665CA-1B80-4901-B175-6FA22D63C78E}" type="presParOf" srcId="{AF3077F6-8BA6-4304-98C2-74FF03FCCB04}" destId="{DD991816-CEC3-4B4D-AD65-10B722327FAC}" srcOrd="6" destOrd="0" presId="urn:microsoft.com/office/officeart/2005/8/layout/list1"/>
    <dgm:cxn modelId="{F6182E9F-221B-440F-A602-AE17A8AD3459}" type="presParOf" srcId="{AF3077F6-8BA6-4304-98C2-74FF03FCCB04}" destId="{49EE2804-4296-44D1-95F3-A6A2457554F2}" srcOrd="7" destOrd="0" presId="urn:microsoft.com/office/officeart/2005/8/layout/list1"/>
    <dgm:cxn modelId="{48335733-16E9-4C67-809B-CF5A89624E44}" type="presParOf" srcId="{AF3077F6-8BA6-4304-98C2-74FF03FCCB04}" destId="{3179BA0C-FAD7-4478-ADFC-0EC7D0E9FBFB}" srcOrd="8" destOrd="0" presId="urn:microsoft.com/office/officeart/2005/8/layout/list1"/>
    <dgm:cxn modelId="{F99C99D7-35AB-4AE9-A085-CA97DB79DCDB}" type="presParOf" srcId="{3179BA0C-FAD7-4478-ADFC-0EC7D0E9FBFB}" destId="{C7EAED63-1DB8-490F-8D95-CD9DF287C73C}" srcOrd="0" destOrd="0" presId="urn:microsoft.com/office/officeart/2005/8/layout/list1"/>
    <dgm:cxn modelId="{E2EDF85E-8567-41E2-86D5-7E2C1BCCD1C9}" type="presParOf" srcId="{3179BA0C-FAD7-4478-ADFC-0EC7D0E9FBFB}" destId="{0940A329-DC55-4C04-9A6F-DC0F612E2463}" srcOrd="1" destOrd="0" presId="urn:microsoft.com/office/officeart/2005/8/layout/list1"/>
    <dgm:cxn modelId="{6EE592A3-214B-4775-9F7F-E4AF636CEB5F}" type="presParOf" srcId="{AF3077F6-8BA6-4304-98C2-74FF03FCCB04}" destId="{1A49A169-890E-470F-A806-765675170612}" srcOrd="9" destOrd="0" presId="urn:microsoft.com/office/officeart/2005/8/layout/list1"/>
    <dgm:cxn modelId="{8C9258DA-302D-4DC0-A878-05E2C180E892}" type="presParOf" srcId="{AF3077F6-8BA6-4304-98C2-74FF03FCCB04}" destId="{9CE3142E-4863-428D-A9D5-F7AA0D30EBB8}"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7AAA0A00-C990-4A96-B8BA-9B32F89EFC73}" type="doc">
      <dgm:prSet loTypeId="urn:microsoft.com/office/officeart/2005/8/layout/vProcess5" loCatId="process" qsTypeId="urn:microsoft.com/office/officeart/2005/8/quickstyle/simple1" qsCatId="simple" csTypeId="urn:microsoft.com/office/officeart/2005/8/colors/accent5_3" csCatId="accent5" phldr="1"/>
      <dgm:spPr/>
      <dgm:t>
        <a:bodyPr/>
        <a:lstStyle/>
        <a:p>
          <a:endParaRPr lang="en-MY"/>
        </a:p>
      </dgm:t>
    </dgm:pt>
    <dgm:pt modelId="{8F2EEEBD-3A1D-4C3B-8531-527A56CD59F7}">
      <dgm:prSet custT="1"/>
      <dgm:spPr/>
      <dgm:t>
        <a:bodyPr/>
        <a:lstStyle/>
        <a:p>
          <a:pPr algn="ctr"/>
          <a:r>
            <a:rPr lang="fi-FI" sz="3600" b="1" dirty="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MEMBAWA RAHSIA RASMI KE LUAR PEJABAT</a:t>
          </a:r>
          <a:endParaRPr lang="en-MY" sz="3600" dirty="0"/>
        </a:p>
      </dgm:t>
    </dgm:pt>
    <dgm:pt modelId="{D3157C1C-A43D-423A-988C-499689E968F3}" type="parTrans" cxnId="{12768EA1-8B18-4DB0-A72B-ACF657F467B9}">
      <dgm:prSet/>
      <dgm:spPr/>
      <dgm:t>
        <a:bodyPr/>
        <a:lstStyle/>
        <a:p>
          <a:endParaRPr lang="en-MY"/>
        </a:p>
      </dgm:t>
    </dgm:pt>
    <dgm:pt modelId="{055E368E-D4C6-4D31-84C9-77D8AB33247B}" type="sibTrans" cxnId="{12768EA1-8B18-4DB0-A72B-ACF657F467B9}">
      <dgm:prSet/>
      <dgm:spPr/>
      <dgm:t>
        <a:bodyPr/>
        <a:lstStyle/>
        <a:p>
          <a:endParaRPr lang="en-MY"/>
        </a:p>
      </dgm:t>
    </dgm:pt>
    <dgm:pt modelId="{C211760F-1AEA-4D30-A6B3-5E83C8D42E1E}">
      <dgm:prSet/>
      <dgm:spPr>
        <a:solidFill>
          <a:schemeClr val="accent6">
            <a:lumMod val="75000"/>
          </a:schemeClr>
        </a:solidFill>
      </dgm:spPr>
      <dgm:t>
        <a:bodyPr/>
        <a:lstStyle/>
        <a:p>
          <a:r>
            <a:rPr lang="fi-FI" dirty="0">
              <a:latin typeface="Tahoma" panose="020B0604030504040204" pitchFamily="34" charset="0"/>
              <a:ea typeface="Tahoma" panose="020B0604030504040204" pitchFamily="34" charset="0"/>
              <a:cs typeface="Tahoma" panose="020B0604030504040204" pitchFamily="34" charset="0"/>
            </a:rPr>
            <a:t>Rahsia rasmi tidak boleh dibawa keluar dari pejabat melainkan jika dikehendaki untuk rujukan rasmi di tempat-tempat lain. </a:t>
          </a:r>
        </a:p>
      </dgm:t>
    </dgm:pt>
    <dgm:pt modelId="{D12168BB-5BE5-4EE7-83D2-F4E1039D2782}" type="parTrans" cxnId="{11E96FAA-E84F-4611-BD75-AA22172B95C1}">
      <dgm:prSet/>
      <dgm:spPr/>
      <dgm:t>
        <a:bodyPr/>
        <a:lstStyle/>
        <a:p>
          <a:endParaRPr lang="en-MY"/>
        </a:p>
      </dgm:t>
    </dgm:pt>
    <dgm:pt modelId="{653A37BA-9931-43B8-B2C3-468BA4FE1CDA}" type="sibTrans" cxnId="{11E96FAA-E84F-4611-BD75-AA22172B95C1}">
      <dgm:prSet/>
      <dgm:spPr/>
      <dgm:t>
        <a:bodyPr/>
        <a:lstStyle/>
        <a:p>
          <a:endParaRPr lang="en-MY"/>
        </a:p>
      </dgm:t>
    </dgm:pt>
    <dgm:pt modelId="{F004D3CC-F06E-4AF8-BE2B-D4D81240D424}">
      <dgm:prSet/>
      <dgm:spPr>
        <a:solidFill>
          <a:srgbClr val="C00000"/>
        </a:solidFill>
      </dgm:spPr>
      <dgm:t>
        <a:bodyPr/>
        <a:lstStyle/>
        <a:p>
          <a:r>
            <a:rPr lang="fi-FI">
              <a:latin typeface="Tahoma" panose="020B0604030504040204" pitchFamily="34" charset="0"/>
              <a:ea typeface="Tahoma" panose="020B0604030504040204" pitchFamily="34" charset="0"/>
              <a:cs typeface="Tahoma" panose="020B0604030504040204" pitchFamily="34" charset="0"/>
            </a:rPr>
            <a:t>Rahsia rasmi tidak boleh dibawa balik ke rumah melainkan dengan kebenaran bertulis daripada Ketua Jabatan yang berkenaan. </a:t>
          </a:r>
          <a:endParaRPr lang="en-MY" dirty="0">
            <a:latin typeface="Tahoma" panose="020B0604030504040204" pitchFamily="34" charset="0"/>
            <a:ea typeface="Tahoma" panose="020B0604030504040204" pitchFamily="34" charset="0"/>
            <a:cs typeface="Tahoma" panose="020B0604030504040204" pitchFamily="34" charset="0"/>
          </a:endParaRPr>
        </a:p>
      </dgm:t>
    </dgm:pt>
    <dgm:pt modelId="{10A3E3FE-05F2-4FA0-AD99-88E5898FA65A}" type="parTrans" cxnId="{3A4A09E1-1917-4856-B49A-7EBFC50349E6}">
      <dgm:prSet/>
      <dgm:spPr/>
      <dgm:t>
        <a:bodyPr/>
        <a:lstStyle/>
        <a:p>
          <a:endParaRPr lang="en-MY"/>
        </a:p>
      </dgm:t>
    </dgm:pt>
    <dgm:pt modelId="{8028A5E5-03AF-43B8-99E5-A34461596220}" type="sibTrans" cxnId="{3A4A09E1-1917-4856-B49A-7EBFC50349E6}">
      <dgm:prSet/>
      <dgm:spPr/>
      <dgm:t>
        <a:bodyPr/>
        <a:lstStyle/>
        <a:p>
          <a:endParaRPr lang="en-MY"/>
        </a:p>
      </dgm:t>
    </dgm:pt>
    <dgm:pt modelId="{DBEC81B4-FC03-4A01-9071-DEE102641D20}" type="pres">
      <dgm:prSet presAssocID="{7AAA0A00-C990-4A96-B8BA-9B32F89EFC73}" presName="outerComposite" presStyleCnt="0">
        <dgm:presLayoutVars>
          <dgm:chMax val="5"/>
          <dgm:dir/>
          <dgm:resizeHandles val="exact"/>
        </dgm:presLayoutVars>
      </dgm:prSet>
      <dgm:spPr/>
      <dgm:t>
        <a:bodyPr/>
        <a:lstStyle/>
        <a:p>
          <a:endParaRPr lang="en-MY"/>
        </a:p>
      </dgm:t>
    </dgm:pt>
    <dgm:pt modelId="{73B2E933-1369-409E-AEE5-429361160838}" type="pres">
      <dgm:prSet presAssocID="{7AAA0A00-C990-4A96-B8BA-9B32F89EFC73}" presName="dummyMaxCanvas" presStyleCnt="0">
        <dgm:presLayoutVars/>
      </dgm:prSet>
      <dgm:spPr/>
    </dgm:pt>
    <dgm:pt modelId="{64455D7D-3737-4DE9-B980-ECFCBD4192FE}" type="pres">
      <dgm:prSet presAssocID="{7AAA0A00-C990-4A96-B8BA-9B32F89EFC73}" presName="ThreeNodes_1" presStyleLbl="node1" presStyleIdx="0" presStyleCnt="3" custLinFactNeighborX="-156" custLinFactNeighborY="-840">
        <dgm:presLayoutVars>
          <dgm:bulletEnabled val="1"/>
        </dgm:presLayoutVars>
      </dgm:prSet>
      <dgm:spPr/>
      <dgm:t>
        <a:bodyPr/>
        <a:lstStyle/>
        <a:p>
          <a:endParaRPr lang="en-MY"/>
        </a:p>
      </dgm:t>
    </dgm:pt>
    <dgm:pt modelId="{B7C2657B-FA4A-47D0-81F6-1D68284B265B}" type="pres">
      <dgm:prSet presAssocID="{7AAA0A00-C990-4A96-B8BA-9B32F89EFC73}" presName="ThreeNodes_2" presStyleLbl="node1" presStyleIdx="1" presStyleCnt="3">
        <dgm:presLayoutVars>
          <dgm:bulletEnabled val="1"/>
        </dgm:presLayoutVars>
      </dgm:prSet>
      <dgm:spPr/>
      <dgm:t>
        <a:bodyPr/>
        <a:lstStyle/>
        <a:p>
          <a:endParaRPr lang="en-MY"/>
        </a:p>
      </dgm:t>
    </dgm:pt>
    <dgm:pt modelId="{430B96C4-CCEF-41C1-981F-B52B9AD770FF}" type="pres">
      <dgm:prSet presAssocID="{7AAA0A00-C990-4A96-B8BA-9B32F89EFC73}" presName="ThreeNodes_3" presStyleLbl="node1" presStyleIdx="2" presStyleCnt="3">
        <dgm:presLayoutVars>
          <dgm:bulletEnabled val="1"/>
        </dgm:presLayoutVars>
      </dgm:prSet>
      <dgm:spPr/>
      <dgm:t>
        <a:bodyPr/>
        <a:lstStyle/>
        <a:p>
          <a:endParaRPr lang="en-MY"/>
        </a:p>
      </dgm:t>
    </dgm:pt>
    <dgm:pt modelId="{9A0EADC0-E449-4425-952F-48EC5A8C7028}" type="pres">
      <dgm:prSet presAssocID="{7AAA0A00-C990-4A96-B8BA-9B32F89EFC73}" presName="ThreeConn_1-2" presStyleLbl="fgAccFollowNode1" presStyleIdx="0" presStyleCnt="2">
        <dgm:presLayoutVars>
          <dgm:bulletEnabled val="1"/>
        </dgm:presLayoutVars>
      </dgm:prSet>
      <dgm:spPr/>
      <dgm:t>
        <a:bodyPr/>
        <a:lstStyle/>
        <a:p>
          <a:endParaRPr lang="en-MY"/>
        </a:p>
      </dgm:t>
    </dgm:pt>
    <dgm:pt modelId="{01F59F1E-EA7E-4953-9B60-4C54476BB678}" type="pres">
      <dgm:prSet presAssocID="{7AAA0A00-C990-4A96-B8BA-9B32F89EFC73}" presName="ThreeConn_2-3" presStyleLbl="fgAccFollowNode1" presStyleIdx="1" presStyleCnt="2">
        <dgm:presLayoutVars>
          <dgm:bulletEnabled val="1"/>
        </dgm:presLayoutVars>
      </dgm:prSet>
      <dgm:spPr/>
      <dgm:t>
        <a:bodyPr/>
        <a:lstStyle/>
        <a:p>
          <a:endParaRPr lang="en-MY"/>
        </a:p>
      </dgm:t>
    </dgm:pt>
    <dgm:pt modelId="{4BEC9E9E-B1D0-423F-9766-772805C2C92F}" type="pres">
      <dgm:prSet presAssocID="{7AAA0A00-C990-4A96-B8BA-9B32F89EFC73}" presName="ThreeNodes_1_text" presStyleLbl="node1" presStyleIdx="2" presStyleCnt="3">
        <dgm:presLayoutVars>
          <dgm:bulletEnabled val="1"/>
        </dgm:presLayoutVars>
      </dgm:prSet>
      <dgm:spPr/>
      <dgm:t>
        <a:bodyPr/>
        <a:lstStyle/>
        <a:p>
          <a:endParaRPr lang="en-MY"/>
        </a:p>
      </dgm:t>
    </dgm:pt>
    <dgm:pt modelId="{C36D2CA8-B019-4F8D-9EA3-0514B0ADF17D}" type="pres">
      <dgm:prSet presAssocID="{7AAA0A00-C990-4A96-B8BA-9B32F89EFC73}" presName="ThreeNodes_2_text" presStyleLbl="node1" presStyleIdx="2" presStyleCnt="3">
        <dgm:presLayoutVars>
          <dgm:bulletEnabled val="1"/>
        </dgm:presLayoutVars>
      </dgm:prSet>
      <dgm:spPr/>
      <dgm:t>
        <a:bodyPr/>
        <a:lstStyle/>
        <a:p>
          <a:endParaRPr lang="en-MY"/>
        </a:p>
      </dgm:t>
    </dgm:pt>
    <dgm:pt modelId="{8D123F8E-56C2-4A14-AB96-9B550400B0E0}" type="pres">
      <dgm:prSet presAssocID="{7AAA0A00-C990-4A96-B8BA-9B32F89EFC73}" presName="ThreeNodes_3_text" presStyleLbl="node1" presStyleIdx="2" presStyleCnt="3">
        <dgm:presLayoutVars>
          <dgm:bulletEnabled val="1"/>
        </dgm:presLayoutVars>
      </dgm:prSet>
      <dgm:spPr/>
      <dgm:t>
        <a:bodyPr/>
        <a:lstStyle/>
        <a:p>
          <a:endParaRPr lang="en-MY"/>
        </a:p>
      </dgm:t>
    </dgm:pt>
  </dgm:ptLst>
  <dgm:cxnLst>
    <dgm:cxn modelId="{11735B1E-EDE6-444A-A7BD-950494E858E7}" type="presOf" srcId="{653A37BA-9931-43B8-B2C3-468BA4FE1CDA}" destId="{01F59F1E-EA7E-4953-9B60-4C54476BB678}" srcOrd="0" destOrd="0" presId="urn:microsoft.com/office/officeart/2005/8/layout/vProcess5"/>
    <dgm:cxn modelId="{3FF002C2-4DEA-48EE-846A-C00C94099834}" type="presOf" srcId="{055E368E-D4C6-4D31-84C9-77D8AB33247B}" destId="{9A0EADC0-E449-4425-952F-48EC5A8C7028}" srcOrd="0" destOrd="0" presId="urn:microsoft.com/office/officeart/2005/8/layout/vProcess5"/>
    <dgm:cxn modelId="{88A206EF-93B6-4742-A5FE-48C255D5D389}" type="presOf" srcId="{F004D3CC-F06E-4AF8-BE2B-D4D81240D424}" destId="{430B96C4-CCEF-41C1-981F-B52B9AD770FF}" srcOrd="0" destOrd="0" presId="urn:microsoft.com/office/officeart/2005/8/layout/vProcess5"/>
    <dgm:cxn modelId="{F225D7F3-FAE2-42F4-9189-EA31D01ABD97}" type="presOf" srcId="{F004D3CC-F06E-4AF8-BE2B-D4D81240D424}" destId="{8D123F8E-56C2-4A14-AB96-9B550400B0E0}" srcOrd="1" destOrd="0" presId="urn:microsoft.com/office/officeart/2005/8/layout/vProcess5"/>
    <dgm:cxn modelId="{D937538E-C9FC-413A-92E8-818DBFBC0CF6}" type="presOf" srcId="{8F2EEEBD-3A1D-4C3B-8531-527A56CD59F7}" destId="{4BEC9E9E-B1D0-423F-9766-772805C2C92F}" srcOrd="1" destOrd="0" presId="urn:microsoft.com/office/officeart/2005/8/layout/vProcess5"/>
    <dgm:cxn modelId="{11E96FAA-E84F-4611-BD75-AA22172B95C1}" srcId="{7AAA0A00-C990-4A96-B8BA-9B32F89EFC73}" destId="{C211760F-1AEA-4D30-A6B3-5E83C8D42E1E}" srcOrd="1" destOrd="0" parTransId="{D12168BB-5BE5-4EE7-83D2-F4E1039D2782}" sibTransId="{653A37BA-9931-43B8-B2C3-468BA4FE1CDA}"/>
    <dgm:cxn modelId="{8FFDB556-19BE-48BA-B7DF-FBA593CA248E}" type="presOf" srcId="{C211760F-1AEA-4D30-A6B3-5E83C8D42E1E}" destId="{B7C2657B-FA4A-47D0-81F6-1D68284B265B}" srcOrd="0" destOrd="0" presId="urn:microsoft.com/office/officeart/2005/8/layout/vProcess5"/>
    <dgm:cxn modelId="{E94BCDC1-320D-421B-B454-60C3E9BE7AC4}" type="presOf" srcId="{C211760F-1AEA-4D30-A6B3-5E83C8D42E1E}" destId="{C36D2CA8-B019-4F8D-9EA3-0514B0ADF17D}" srcOrd="1" destOrd="0" presId="urn:microsoft.com/office/officeart/2005/8/layout/vProcess5"/>
    <dgm:cxn modelId="{0731023E-DF9C-4B02-9BA9-2B64FB9B6460}" type="presOf" srcId="{8F2EEEBD-3A1D-4C3B-8531-527A56CD59F7}" destId="{64455D7D-3737-4DE9-B980-ECFCBD4192FE}" srcOrd="0" destOrd="0" presId="urn:microsoft.com/office/officeart/2005/8/layout/vProcess5"/>
    <dgm:cxn modelId="{12768EA1-8B18-4DB0-A72B-ACF657F467B9}" srcId="{7AAA0A00-C990-4A96-B8BA-9B32F89EFC73}" destId="{8F2EEEBD-3A1D-4C3B-8531-527A56CD59F7}" srcOrd="0" destOrd="0" parTransId="{D3157C1C-A43D-423A-988C-499689E968F3}" sibTransId="{055E368E-D4C6-4D31-84C9-77D8AB33247B}"/>
    <dgm:cxn modelId="{3A4A09E1-1917-4856-B49A-7EBFC50349E6}" srcId="{7AAA0A00-C990-4A96-B8BA-9B32F89EFC73}" destId="{F004D3CC-F06E-4AF8-BE2B-D4D81240D424}" srcOrd="2" destOrd="0" parTransId="{10A3E3FE-05F2-4FA0-AD99-88E5898FA65A}" sibTransId="{8028A5E5-03AF-43B8-99E5-A34461596220}"/>
    <dgm:cxn modelId="{C178BEEF-02C0-439B-84C7-7469112F25D9}" type="presOf" srcId="{7AAA0A00-C990-4A96-B8BA-9B32F89EFC73}" destId="{DBEC81B4-FC03-4A01-9071-DEE102641D20}" srcOrd="0" destOrd="0" presId="urn:microsoft.com/office/officeart/2005/8/layout/vProcess5"/>
    <dgm:cxn modelId="{1371E333-3304-4C6A-9191-B214843664E6}" type="presParOf" srcId="{DBEC81B4-FC03-4A01-9071-DEE102641D20}" destId="{73B2E933-1369-409E-AEE5-429361160838}" srcOrd="0" destOrd="0" presId="urn:microsoft.com/office/officeart/2005/8/layout/vProcess5"/>
    <dgm:cxn modelId="{EB4C9D07-E784-4322-98EA-488D35D4BB8C}" type="presParOf" srcId="{DBEC81B4-FC03-4A01-9071-DEE102641D20}" destId="{64455D7D-3737-4DE9-B980-ECFCBD4192FE}" srcOrd="1" destOrd="0" presId="urn:microsoft.com/office/officeart/2005/8/layout/vProcess5"/>
    <dgm:cxn modelId="{8FF89475-FCC1-497B-900B-D72CF3B71D7E}" type="presParOf" srcId="{DBEC81B4-FC03-4A01-9071-DEE102641D20}" destId="{B7C2657B-FA4A-47D0-81F6-1D68284B265B}" srcOrd="2" destOrd="0" presId="urn:microsoft.com/office/officeart/2005/8/layout/vProcess5"/>
    <dgm:cxn modelId="{0BF68FF1-C2A6-4FA6-89F6-953B15FDB71F}" type="presParOf" srcId="{DBEC81B4-FC03-4A01-9071-DEE102641D20}" destId="{430B96C4-CCEF-41C1-981F-B52B9AD770FF}" srcOrd="3" destOrd="0" presId="urn:microsoft.com/office/officeart/2005/8/layout/vProcess5"/>
    <dgm:cxn modelId="{09BD455A-842F-4171-A55B-496280BC65ED}" type="presParOf" srcId="{DBEC81B4-FC03-4A01-9071-DEE102641D20}" destId="{9A0EADC0-E449-4425-952F-48EC5A8C7028}" srcOrd="4" destOrd="0" presId="urn:microsoft.com/office/officeart/2005/8/layout/vProcess5"/>
    <dgm:cxn modelId="{19DD0DA8-A640-469C-B889-1526DAB1E418}" type="presParOf" srcId="{DBEC81B4-FC03-4A01-9071-DEE102641D20}" destId="{01F59F1E-EA7E-4953-9B60-4C54476BB678}" srcOrd="5" destOrd="0" presId="urn:microsoft.com/office/officeart/2005/8/layout/vProcess5"/>
    <dgm:cxn modelId="{AAAF8775-9FFC-4EAF-B1F8-324862BE9B55}" type="presParOf" srcId="{DBEC81B4-FC03-4A01-9071-DEE102641D20}" destId="{4BEC9E9E-B1D0-423F-9766-772805C2C92F}" srcOrd="6" destOrd="0" presId="urn:microsoft.com/office/officeart/2005/8/layout/vProcess5"/>
    <dgm:cxn modelId="{E0B10D34-043D-46B0-87BA-B311B0DCB51F}" type="presParOf" srcId="{DBEC81B4-FC03-4A01-9071-DEE102641D20}" destId="{C36D2CA8-B019-4F8D-9EA3-0514B0ADF17D}" srcOrd="7" destOrd="0" presId="urn:microsoft.com/office/officeart/2005/8/layout/vProcess5"/>
    <dgm:cxn modelId="{F9FF3CE3-21A3-4A9C-95F6-3026A90A45EE}" type="presParOf" srcId="{DBEC81B4-FC03-4A01-9071-DEE102641D20}" destId="{8D123F8E-56C2-4A14-AB96-9B550400B0E0}" srcOrd="8"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561EF25B-27E6-48D8-BBAF-F8D0349D599F}" type="doc">
      <dgm:prSet loTypeId="urn:microsoft.com/office/officeart/2005/8/layout/vList4" loCatId="list" qsTypeId="urn:microsoft.com/office/officeart/2005/8/quickstyle/simple1" qsCatId="simple" csTypeId="urn:microsoft.com/office/officeart/2005/8/colors/colorful5" csCatId="colorful" phldr="1"/>
      <dgm:spPr/>
      <dgm:t>
        <a:bodyPr/>
        <a:lstStyle/>
        <a:p>
          <a:endParaRPr lang="en-MY"/>
        </a:p>
      </dgm:t>
    </dgm:pt>
    <dgm:pt modelId="{1B27A9E8-F285-4B12-87BF-9F553BFBF5A1}">
      <dgm:prSet phldrT="[Text]"/>
      <dgm:spPr/>
      <dgm:t>
        <a:bodyPr/>
        <a:lstStyle/>
        <a:p>
          <a:r>
            <a:rPr lang="fi-FI" dirty="0">
              <a:latin typeface="Tahoma" panose="020B0604030504040204" pitchFamily="34" charset="0"/>
              <a:ea typeface="Tahoma" panose="020B0604030504040204" pitchFamily="34" charset="0"/>
              <a:cs typeface="Tahoma" panose="020B0604030504040204" pitchFamily="34" charset="0"/>
            </a:rPr>
            <a:t>Rahsia</a:t>
          </a:r>
          <a:r>
            <a:rPr lang="en-US" dirty="0">
              <a:latin typeface="Tahoma" panose="020B0604030504040204" pitchFamily="34" charset="0"/>
              <a:ea typeface="Tahoma" panose="020B0604030504040204" pitchFamily="34" charset="0"/>
              <a:cs typeface="Tahoma" panose="020B0604030504040204" pitchFamily="34" charset="0"/>
            </a:rPr>
            <a:t> </a:t>
          </a:r>
          <a:r>
            <a:rPr lang="ms-MY" dirty="0">
              <a:latin typeface="Tahoma" panose="020B0604030504040204" pitchFamily="34" charset="0"/>
              <a:ea typeface="Tahoma" panose="020B0604030504040204" pitchFamily="34" charset="0"/>
              <a:cs typeface="Tahoma" panose="020B0604030504040204" pitchFamily="34" charset="0"/>
            </a:rPr>
            <a:t>rasmi tidak boleh dimusnahkan melainkan mengikut arahan-arahan Kerajaan, dan jabatan hendaklah merujuk kepada Ketua Pengarah Keselamatan Kerajaan dan Ketua Pengarah Arkib Negara untuk arahan dan/atau kelulusan kecuali jika terdapat arahan-arahan khas pada rahsia rasmi tersebut seperti “Musnahkan Selepas 1 Mei 2015” atau “Minta Kebenaran Pemula Sebelum Dimusnahkan</a:t>
          </a:r>
          <a:r>
            <a:rPr lang="en-US" dirty="0">
              <a:latin typeface="Tahoma" panose="020B0604030504040204" pitchFamily="34" charset="0"/>
              <a:ea typeface="Tahoma" panose="020B0604030504040204" pitchFamily="34" charset="0"/>
              <a:cs typeface="Tahoma" panose="020B0604030504040204" pitchFamily="34" charset="0"/>
            </a:rPr>
            <a:t>”.</a:t>
          </a:r>
          <a:endParaRPr lang="en-MY" dirty="0"/>
        </a:p>
      </dgm:t>
    </dgm:pt>
    <dgm:pt modelId="{C3FF4387-5074-43E3-A25F-A7C538D2265D}" type="parTrans" cxnId="{6DC96C71-BC74-4DE2-8B65-D7EBB6FB9EEE}">
      <dgm:prSet/>
      <dgm:spPr/>
      <dgm:t>
        <a:bodyPr/>
        <a:lstStyle/>
        <a:p>
          <a:endParaRPr lang="en-MY"/>
        </a:p>
      </dgm:t>
    </dgm:pt>
    <dgm:pt modelId="{F5981592-65B5-4816-A249-DC6C7BCAA858}" type="sibTrans" cxnId="{6DC96C71-BC74-4DE2-8B65-D7EBB6FB9EEE}">
      <dgm:prSet/>
      <dgm:spPr/>
      <dgm:t>
        <a:bodyPr/>
        <a:lstStyle/>
        <a:p>
          <a:endParaRPr lang="en-MY"/>
        </a:p>
      </dgm:t>
    </dgm:pt>
    <dgm:pt modelId="{85315106-C72D-4FE3-A4EF-BDC26F298849}">
      <dgm:prSet/>
      <dgm:spPr/>
      <dgm:t>
        <a:bodyPr/>
        <a:lstStyle/>
        <a:p>
          <a:r>
            <a:rPr lang="ms-MY">
              <a:latin typeface="Tahoma" panose="020B0604030504040204" pitchFamily="34" charset="0"/>
              <a:ea typeface="Tahoma" panose="020B0604030504040204" pitchFamily="34" charset="0"/>
              <a:cs typeface="Tahoma" panose="020B0604030504040204" pitchFamily="34" charset="0"/>
            </a:rPr>
            <a:t>Catatan di dalam daftar berkenaan hendaklah dibuat apabila sesuatu rahsia rasmi dimusnahkan</a:t>
          </a:r>
          <a:r>
            <a:rPr lang="en-US">
              <a:latin typeface="Tahoma" panose="020B0604030504040204" pitchFamily="34" charset="0"/>
              <a:ea typeface="Tahoma" panose="020B0604030504040204" pitchFamily="34" charset="0"/>
              <a:cs typeface="Tahoma" panose="020B0604030504040204" pitchFamily="34" charset="0"/>
            </a:rPr>
            <a:t>.</a:t>
          </a:r>
          <a:endParaRPr lang="en-MY" dirty="0">
            <a:latin typeface="Tahoma" panose="020B0604030504040204" pitchFamily="34" charset="0"/>
            <a:ea typeface="Tahoma" panose="020B0604030504040204" pitchFamily="34" charset="0"/>
            <a:cs typeface="Tahoma" panose="020B0604030504040204" pitchFamily="34" charset="0"/>
          </a:endParaRPr>
        </a:p>
      </dgm:t>
    </dgm:pt>
    <dgm:pt modelId="{CD52B44F-BCF1-4C31-B9BF-A46FBDCA0C7F}" type="parTrans" cxnId="{2D095B1F-5D63-499F-9B49-3D1C6D378636}">
      <dgm:prSet/>
      <dgm:spPr/>
      <dgm:t>
        <a:bodyPr/>
        <a:lstStyle/>
        <a:p>
          <a:endParaRPr lang="en-MY"/>
        </a:p>
      </dgm:t>
    </dgm:pt>
    <dgm:pt modelId="{82BA2A23-C7FE-48BF-949A-E3B0DD5A8B66}" type="sibTrans" cxnId="{2D095B1F-5D63-499F-9B49-3D1C6D378636}">
      <dgm:prSet/>
      <dgm:spPr/>
      <dgm:t>
        <a:bodyPr/>
        <a:lstStyle/>
        <a:p>
          <a:endParaRPr lang="en-MY"/>
        </a:p>
      </dgm:t>
    </dgm:pt>
    <dgm:pt modelId="{6649F82B-078C-47BD-B331-4F936F646239}" type="pres">
      <dgm:prSet presAssocID="{561EF25B-27E6-48D8-BBAF-F8D0349D599F}" presName="linear" presStyleCnt="0">
        <dgm:presLayoutVars>
          <dgm:dir/>
          <dgm:resizeHandles val="exact"/>
        </dgm:presLayoutVars>
      </dgm:prSet>
      <dgm:spPr/>
      <dgm:t>
        <a:bodyPr/>
        <a:lstStyle/>
        <a:p>
          <a:endParaRPr lang="en-MY"/>
        </a:p>
      </dgm:t>
    </dgm:pt>
    <dgm:pt modelId="{7D9D5207-73A5-48A7-AB23-4C7F3C2824CB}" type="pres">
      <dgm:prSet presAssocID="{1B27A9E8-F285-4B12-87BF-9F553BFBF5A1}" presName="comp" presStyleCnt="0"/>
      <dgm:spPr/>
    </dgm:pt>
    <dgm:pt modelId="{C6A0A61C-8FB3-4D60-B69B-91F9EB374A39}" type="pres">
      <dgm:prSet presAssocID="{1B27A9E8-F285-4B12-87BF-9F553BFBF5A1}" presName="box" presStyleLbl="node1" presStyleIdx="0" presStyleCnt="2" custLinFactNeighborY="6555"/>
      <dgm:spPr/>
      <dgm:t>
        <a:bodyPr/>
        <a:lstStyle/>
        <a:p>
          <a:endParaRPr lang="en-MY"/>
        </a:p>
      </dgm:t>
    </dgm:pt>
    <dgm:pt modelId="{842E18E6-AC8D-4250-8736-5EA5B95D39C5}" type="pres">
      <dgm:prSet presAssocID="{1B27A9E8-F285-4B12-87BF-9F553BFBF5A1}" presName="img" presStyleLbl="fgImgPlace1" presStyleIdx="0" presStyleCnt="2"/>
      <dgm:spPr>
        <a:blipFill>
          <a:blip xmlns:r="http://schemas.openxmlformats.org/officeDocument/2006/relationships" r:embed="rId1">
            <a:extLst>
              <a:ext uri="{28A0092B-C50C-407E-A947-70E740481C1C}">
                <a14:useLocalDpi xmlns:a14="http://schemas.microsoft.com/office/drawing/2010/main" val="0"/>
              </a:ext>
              <a:ext uri="{837473B0-CC2E-450A-ABE3-18F120FF3D39}">
                <a1611:picAttrSrcUrl xmlns="" xmlns:a1611="http://schemas.microsoft.com/office/drawing/2016/11/main" r:id="rId2"/>
              </a:ext>
            </a:extLst>
          </a:blip>
          <a:srcRect/>
          <a:stretch>
            <a:fillRect l="-23000" r="-23000"/>
          </a:stretch>
        </a:blipFill>
      </dgm:spPr>
    </dgm:pt>
    <dgm:pt modelId="{7A916E96-4600-4C69-A755-428D2814874F}" type="pres">
      <dgm:prSet presAssocID="{1B27A9E8-F285-4B12-87BF-9F553BFBF5A1}" presName="text" presStyleLbl="node1" presStyleIdx="0" presStyleCnt="2">
        <dgm:presLayoutVars>
          <dgm:bulletEnabled val="1"/>
        </dgm:presLayoutVars>
      </dgm:prSet>
      <dgm:spPr/>
      <dgm:t>
        <a:bodyPr/>
        <a:lstStyle/>
        <a:p>
          <a:endParaRPr lang="en-MY"/>
        </a:p>
      </dgm:t>
    </dgm:pt>
    <dgm:pt modelId="{5B93ECC3-178E-48E5-93B9-25911EF43D3E}" type="pres">
      <dgm:prSet presAssocID="{F5981592-65B5-4816-A249-DC6C7BCAA858}" presName="spacer" presStyleCnt="0"/>
      <dgm:spPr/>
    </dgm:pt>
    <dgm:pt modelId="{87814421-22E6-4266-8DDB-23D6AF0FB9EB}" type="pres">
      <dgm:prSet presAssocID="{85315106-C72D-4FE3-A4EF-BDC26F298849}" presName="comp" presStyleCnt="0"/>
      <dgm:spPr/>
    </dgm:pt>
    <dgm:pt modelId="{68F81E31-8A3B-4D17-95C5-3D232A61085C}" type="pres">
      <dgm:prSet presAssocID="{85315106-C72D-4FE3-A4EF-BDC26F298849}" presName="box" presStyleLbl="node1" presStyleIdx="1" presStyleCnt="2"/>
      <dgm:spPr/>
      <dgm:t>
        <a:bodyPr/>
        <a:lstStyle/>
        <a:p>
          <a:endParaRPr lang="en-MY"/>
        </a:p>
      </dgm:t>
    </dgm:pt>
    <dgm:pt modelId="{1E7D85E2-597D-49DB-BE97-ABD2BE88CC5A}" type="pres">
      <dgm:prSet presAssocID="{85315106-C72D-4FE3-A4EF-BDC26F298849}" presName="img" presStyleLbl="fgImgPlace1" presStyleIdx="1" presStyleCnt="2" custLinFactNeighborY="537"/>
      <dgm:spPr>
        <a:blipFill>
          <a:blip xmlns:r="http://schemas.openxmlformats.org/officeDocument/2006/relationships" r:embed="rId3">
            <a:extLst>
              <a:ext uri="{28A0092B-C50C-407E-A947-70E740481C1C}">
                <a14:useLocalDpi xmlns:a14="http://schemas.microsoft.com/office/drawing/2010/main" val="0"/>
              </a:ext>
              <a:ext uri="{837473B0-CC2E-450A-ABE3-18F120FF3D39}">
                <a1611:picAttrSrcUrl xmlns="" xmlns:a1611="http://schemas.microsoft.com/office/drawing/2016/11/main" r:id="rId4"/>
              </a:ext>
            </a:extLst>
          </a:blip>
          <a:srcRect/>
          <a:stretch>
            <a:fillRect l="-19000" r="-19000"/>
          </a:stretch>
        </a:blipFill>
      </dgm:spPr>
    </dgm:pt>
    <dgm:pt modelId="{06A09542-583A-421E-A96B-B1FBEB54B99C}" type="pres">
      <dgm:prSet presAssocID="{85315106-C72D-4FE3-A4EF-BDC26F298849}" presName="text" presStyleLbl="node1" presStyleIdx="1" presStyleCnt="2">
        <dgm:presLayoutVars>
          <dgm:bulletEnabled val="1"/>
        </dgm:presLayoutVars>
      </dgm:prSet>
      <dgm:spPr/>
      <dgm:t>
        <a:bodyPr/>
        <a:lstStyle/>
        <a:p>
          <a:endParaRPr lang="en-MY"/>
        </a:p>
      </dgm:t>
    </dgm:pt>
  </dgm:ptLst>
  <dgm:cxnLst>
    <dgm:cxn modelId="{008F4465-7686-428D-B890-1F3FF8E9BBC3}" type="presOf" srcId="{1B27A9E8-F285-4B12-87BF-9F553BFBF5A1}" destId="{C6A0A61C-8FB3-4D60-B69B-91F9EB374A39}" srcOrd="0" destOrd="0" presId="urn:microsoft.com/office/officeart/2005/8/layout/vList4"/>
    <dgm:cxn modelId="{95D21C78-FB6D-4569-AA24-68CFE7FD63A8}" type="presOf" srcId="{85315106-C72D-4FE3-A4EF-BDC26F298849}" destId="{68F81E31-8A3B-4D17-95C5-3D232A61085C}" srcOrd="0" destOrd="0" presId="urn:microsoft.com/office/officeart/2005/8/layout/vList4"/>
    <dgm:cxn modelId="{2D095B1F-5D63-499F-9B49-3D1C6D378636}" srcId="{561EF25B-27E6-48D8-BBAF-F8D0349D599F}" destId="{85315106-C72D-4FE3-A4EF-BDC26F298849}" srcOrd="1" destOrd="0" parTransId="{CD52B44F-BCF1-4C31-B9BF-A46FBDCA0C7F}" sibTransId="{82BA2A23-C7FE-48BF-949A-E3B0DD5A8B66}"/>
    <dgm:cxn modelId="{18E87F6A-EBED-4742-9B59-6CF892CE9427}" type="presOf" srcId="{1B27A9E8-F285-4B12-87BF-9F553BFBF5A1}" destId="{7A916E96-4600-4C69-A755-428D2814874F}" srcOrd="1" destOrd="0" presId="urn:microsoft.com/office/officeart/2005/8/layout/vList4"/>
    <dgm:cxn modelId="{64CADDF1-1DC2-4AE8-823A-19F082D3AA50}" type="presOf" srcId="{561EF25B-27E6-48D8-BBAF-F8D0349D599F}" destId="{6649F82B-078C-47BD-B331-4F936F646239}" srcOrd="0" destOrd="0" presId="urn:microsoft.com/office/officeart/2005/8/layout/vList4"/>
    <dgm:cxn modelId="{6DC96C71-BC74-4DE2-8B65-D7EBB6FB9EEE}" srcId="{561EF25B-27E6-48D8-BBAF-F8D0349D599F}" destId="{1B27A9E8-F285-4B12-87BF-9F553BFBF5A1}" srcOrd="0" destOrd="0" parTransId="{C3FF4387-5074-43E3-A25F-A7C538D2265D}" sibTransId="{F5981592-65B5-4816-A249-DC6C7BCAA858}"/>
    <dgm:cxn modelId="{6FEC89DC-1D61-439C-8BD6-6839ADEF974E}" type="presOf" srcId="{85315106-C72D-4FE3-A4EF-BDC26F298849}" destId="{06A09542-583A-421E-A96B-B1FBEB54B99C}" srcOrd="1" destOrd="0" presId="urn:microsoft.com/office/officeart/2005/8/layout/vList4"/>
    <dgm:cxn modelId="{4B142994-32F1-4987-BF62-F519B096FB48}" type="presParOf" srcId="{6649F82B-078C-47BD-B331-4F936F646239}" destId="{7D9D5207-73A5-48A7-AB23-4C7F3C2824CB}" srcOrd="0" destOrd="0" presId="urn:microsoft.com/office/officeart/2005/8/layout/vList4"/>
    <dgm:cxn modelId="{0D1F7066-E913-4E2C-AF01-D45A2463FDAA}" type="presParOf" srcId="{7D9D5207-73A5-48A7-AB23-4C7F3C2824CB}" destId="{C6A0A61C-8FB3-4D60-B69B-91F9EB374A39}" srcOrd="0" destOrd="0" presId="urn:microsoft.com/office/officeart/2005/8/layout/vList4"/>
    <dgm:cxn modelId="{2A926108-B5A9-4A19-954F-8D8B152992CF}" type="presParOf" srcId="{7D9D5207-73A5-48A7-AB23-4C7F3C2824CB}" destId="{842E18E6-AC8D-4250-8736-5EA5B95D39C5}" srcOrd="1" destOrd="0" presId="urn:microsoft.com/office/officeart/2005/8/layout/vList4"/>
    <dgm:cxn modelId="{B9B67685-AC1F-4061-A6D9-F0842581AE05}" type="presParOf" srcId="{7D9D5207-73A5-48A7-AB23-4C7F3C2824CB}" destId="{7A916E96-4600-4C69-A755-428D2814874F}" srcOrd="2" destOrd="0" presId="urn:microsoft.com/office/officeart/2005/8/layout/vList4"/>
    <dgm:cxn modelId="{B8BFF245-6BA7-4FAA-A93E-A37C7509A779}" type="presParOf" srcId="{6649F82B-078C-47BD-B331-4F936F646239}" destId="{5B93ECC3-178E-48E5-93B9-25911EF43D3E}" srcOrd="1" destOrd="0" presId="urn:microsoft.com/office/officeart/2005/8/layout/vList4"/>
    <dgm:cxn modelId="{CAD176F6-8709-432D-B83E-2CEB821D713B}" type="presParOf" srcId="{6649F82B-078C-47BD-B331-4F936F646239}" destId="{87814421-22E6-4266-8DDB-23D6AF0FB9EB}" srcOrd="2" destOrd="0" presId="urn:microsoft.com/office/officeart/2005/8/layout/vList4"/>
    <dgm:cxn modelId="{C3F180C8-DBD1-47FE-B6A0-F92E6D5A7EA0}" type="presParOf" srcId="{87814421-22E6-4266-8DDB-23D6AF0FB9EB}" destId="{68F81E31-8A3B-4D17-95C5-3D232A61085C}" srcOrd="0" destOrd="0" presId="urn:microsoft.com/office/officeart/2005/8/layout/vList4"/>
    <dgm:cxn modelId="{287B1F0C-A246-48AD-B723-A7AC3C7DB09E}" type="presParOf" srcId="{87814421-22E6-4266-8DDB-23D6AF0FB9EB}" destId="{1E7D85E2-597D-49DB-BE97-ABD2BE88CC5A}" srcOrd="1" destOrd="0" presId="urn:microsoft.com/office/officeart/2005/8/layout/vList4"/>
    <dgm:cxn modelId="{0CCA8A07-CEB3-4889-BBA9-7E39294A691A}" type="presParOf" srcId="{87814421-22E6-4266-8DDB-23D6AF0FB9EB}" destId="{06A09542-583A-421E-A96B-B1FBEB54B99C}" srcOrd="2" destOrd="0" presId="urn:microsoft.com/office/officeart/2005/8/layout/vList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5B1510-CDD8-4F72-B4E9-FE4DF0DFAECC}">
      <dsp:nvSpPr>
        <dsp:cNvPr id="0" name=""/>
        <dsp:cNvSpPr/>
      </dsp:nvSpPr>
      <dsp:spPr>
        <a:xfrm>
          <a:off x="0" y="441754"/>
          <a:ext cx="10018712" cy="746485"/>
        </a:xfrm>
        <a:prstGeom prst="rect">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4BC6577-CE2C-4B41-A53B-0DDA39EC192E}">
      <dsp:nvSpPr>
        <dsp:cNvPr id="0" name=""/>
        <dsp:cNvSpPr/>
      </dsp:nvSpPr>
      <dsp:spPr>
        <a:xfrm>
          <a:off x="416220" y="88558"/>
          <a:ext cx="9538846" cy="1082337"/>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5078" tIns="0" rIns="265078" bIns="0" numCol="1" spcCol="1270" anchor="ctr" anchorCtr="0">
          <a:noAutofit/>
        </a:bodyPr>
        <a:lstStyle/>
        <a:p>
          <a:pPr lvl="0" algn="l" defTabSz="889000">
            <a:lnSpc>
              <a:spcPct val="90000"/>
            </a:lnSpc>
            <a:spcBef>
              <a:spcPct val="0"/>
            </a:spcBef>
            <a:spcAft>
              <a:spcPct val="35000"/>
            </a:spcAft>
          </a:pPr>
          <a:r>
            <a:rPr lang="ms-MY" sz="2000" b="1" kern="1200" dirty="0">
              <a:latin typeface="Tahoma" panose="020B0604030504040204" pitchFamily="34" charset="0"/>
              <a:ea typeface="Tahoma" panose="020B0604030504040204" pitchFamily="34" charset="0"/>
              <a:cs typeface="Tahoma" panose="020B0604030504040204" pitchFamily="34" charset="0"/>
            </a:rPr>
            <a:t>Tugas dan tanggungjawab bagi menyelia bahagian Pendaftaran Rahsia hendaklah diberikan kepada seorang pegawai awam yang berjawatan tetap yang dinamakan sebagai Pendaftar Rahsia.</a:t>
          </a:r>
        </a:p>
      </dsp:txBody>
      <dsp:txXfrm>
        <a:off x="469055" y="141393"/>
        <a:ext cx="9433176" cy="976667"/>
      </dsp:txXfrm>
    </dsp:sp>
    <dsp:sp modelId="{BADA3C14-515B-46E3-BD29-C249F10D6599}">
      <dsp:nvSpPr>
        <dsp:cNvPr id="0" name=""/>
        <dsp:cNvSpPr/>
      </dsp:nvSpPr>
      <dsp:spPr>
        <a:xfrm>
          <a:off x="0" y="1289362"/>
          <a:ext cx="10018712" cy="299246"/>
        </a:xfrm>
        <a:prstGeom prst="rect">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1845F97-E58D-475D-9E16-6EE52F604951}">
      <dsp:nvSpPr>
        <dsp:cNvPr id="0" name=""/>
        <dsp:cNvSpPr/>
      </dsp:nvSpPr>
      <dsp:spPr>
        <a:xfrm>
          <a:off x="417697" y="1079973"/>
          <a:ext cx="9539291" cy="878676"/>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5078" tIns="0" rIns="265078" bIns="0" numCol="1" spcCol="1270" anchor="ctr" anchorCtr="0">
          <a:noAutofit/>
        </a:bodyPr>
        <a:lstStyle/>
        <a:p>
          <a:pPr lvl="0" algn="l" defTabSz="889000">
            <a:lnSpc>
              <a:spcPct val="90000"/>
            </a:lnSpc>
            <a:spcBef>
              <a:spcPct val="0"/>
            </a:spcBef>
            <a:spcAft>
              <a:spcPct val="35000"/>
            </a:spcAft>
          </a:pPr>
          <a:r>
            <a:rPr lang="ms-MY" sz="2000" b="1" kern="1200" dirty="0">
              <a:latin typeface="Tahoma" panose="020B0604030504040204" pitchFamily="34" charset="0"/>
              <a:ea typeface="Tahoma" panose="020B0604030504040204" pitchFamily="34" charset="0"/>
              <a:cs typeface="Tahoma" panose="020B0604030504040204" pitchFamily="34" charset="0"/>
            </a:rPr>
            <a:t>Tugas dan tanggungjawab Pendaftar Rahsia tersebut hendaklah termasuk</a:t>
          </a:r>
          <a:r>
            <a:rPr lang="ms-MY" sz="2000" kern="1200" dirty="0">
              <a:latin typeface="Tahoma" panose="020B0604030504040204" pitchFamily="34" charset="0"/>
              <a:ea typeface="Tahoma" panose="020B0604030504040204" pitchFamily="34" charset="0"/>
              <a:cs typeface="Tahoma" panose="020B0604030504040204" pitchFamily="34" charset="0"/>
            </a:rPr>
            <a:t>:</a:t>
          </a:r>
        </a:p>
      </dsp:txBody>
      <dsp:txXfrm>
        <a:off x="460590" y="1122866"/>
        <a:ext cx="9453505" cy="79289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075BBC-D43D-486C-9F76-B28DD28DE44F}">
      <dsp:nvSpPr>
        <dsp:cNvPr id="0" name=""/>
        <dsp:cNvSpPr/>
      </dsp:nvSpPr>
      <dsp:spPr>
        <a:xfrm>
          <a:off x="418616" y="744645"/>
          <a:ext cx="7315200" cy="6650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b" anchorCtr="0">
          <a:noAutofit/>
        </a:bodyPr>
        <a:lstStyle/>
        <a:p>
          <a:pPr lvl="0" algn="l" defTabSz="666750">
            <a:lnSpc>
              <a:spcPct val="90000"/>
            </a:lnSpc>
            <a:spcBef>
              <a:spcPct val="0"/>
            </a:spcBef>
            <a:spcAft>
              <a:spcPct val="35000"/>
            </a:spcAft>
          </a:pPr>
          <a:r>
            <a:rPr lang="ms-MY" sz="1500" b="1" kern="1200" dirty="0">
              <a:latin typeface="Tahoma" panose="020B0604030504040204" pitchFamily="34" charset="0"/>
              <a:ea typeface="Tahoma" panose="020B0604030504040204" pitchFamily="34" charset="0"/>
              <a:cs typeface="Tahoma" panose="020B0604030504040204" pitchFamily="34" charset="0"/>
            </a:rPr>
            <a:t>Menyimpan dan mengemas kini </a:t>
          </a:r>
          <a:r>
            <a:rPr lang="ms-MY" sz="1500" kern="1200" dirty="0">
              <a:latin typeface="Tahoma" panose="020B0604030504040204" pitchFamily="34" charset="0"/>
              <a:ea typeface="Tahoma" panose="020B0604030504040204" pitchFamily="34" charset="0"/>
              <a:cs typeface="Tahoma" panose="020B0604030504040204" pitchFamily="34" charset="0"/>
            </a:rPr>
            <a:t>satu rekod yang diperingkatkan tidak rendah daripada </a:t>
          </a:r>
          <a:r>
            <a:rPr lang="ms-MY" sz="1500" b="1" kern="1200" dirty="0">
              <a:latin typeface="Tahoma" panose="020B0604030504040204" pitchFamily="34" charset="0"/>
              <a:ea typeface="Tahoma" panose="020B0604030504040204" pitchFamily="34" charset="0"/>
              <a:cs typeface="Tahoma" panose="020B0604030504040204" pitchFamily="34" charset="0"/>
            </a:rPr>
            <a:t>Sulit</a:t>
          </a:r>
          <a:r>
            <a:rPr lang="ms-MY" sz="1500" kern="1200" dirty="0">
              <a:latin typeface="Tahoma" panose="020B0604030504040204" pitchFamily="34" charset="0"/>
              <a:ea typeface="Tahoma" panose="020B0604030504040204" pitchFamily="34" charset="0"/>
              <a:cs typeface="Tahoma" panose="020B0604030504040204" pitchFamily="34" charset="0"/>
            </a:rPr>
            <a:t>;</a:t>
          </a:r>
          <a:endParaRPr lang="en-MY" sz="1500" kern="1200" dirty="0"/>
        </a:p>
      </dsp:txBody>
      <dsp:txXfrm>
        <a:off x="418616" y="744645"/>
        <a:ext cx="7315200" cy="665018"/>
      </dsp:txXfrm>
    </dsp:sp>
    <dsp:sp modelId="{19C82ABE-AB54-433E-A760-AE2B80F56FFB}">
      <dsp:nvSpPr>
        <dsp:cNvPr id="0" name=""/>
        <dsp:cNvSpPr/>
      </dsp:nvSpPr>
      <dsp:spPr>
        <a:xfrm>
          <a:off x="419655" y="671686"/>
          <a:ext cx="975360" cy="162560"/>
        </a:xfrm>
        <a:prstGeom prst="parallelogram">
          <a:avLst>
            <a:gd name="adj" fmla="val 140840"/>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1A36D9A-7EA6-4245-B3D1-4026F3817F21}">
      <dsp:nvSpPr>
        <dsp:cNvPr id="0" name=""/>
        <dsp:cNvSpPr/>
      </dsp:nvSpPr>
      <dsp:spPr>
        <a:xfrm>
          <a:off x="1451911" y="671686"/>
          <a:ext cx="975360" cy="162560"/>
        </a:xfrm>
        <a:prstGeom prst="parallelogram">
          <a:avLst>
            <a:gd name="adj" fmla="val 140840"/>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041B3BB-74F9-4160-A382-1E69B91E7016}">
      <dsp:nvSpPr>
        <dsp:cNvPr id="0" name=""/>
        <dsp:cNvSpPr/>
      </dsp:nvSpPr>
      <dsp:spPr>
        <a:xfrm>
          <a:off x="2563678" y="671686"/>
          <a:ext cx="975360" cy="162560"/>
        </a:xfrm>
        <a:prstGeom prst="parallelogram">
          <a:avLst>
            <a:gd name="adj" fmla="val 140840"/>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2444598-40D2-4680-A3EA-C43B5F771291}">
      <dsp:nvSpPr>
        <dsp:cNvPr id="0" name=""/>
        <dsp:cNvSpPr/>
      </dsp:nvSpPr>
      <dsp:spPr>
        <a:xfrm>
          <a:off x="3428250" y="671686"/>
          <a:ext cx="975360" cy="162560"/>
        </a:xfrm>
        <a:prstGeom prst="parallelogram">
          <a:avLst>
            <a:gd name="adj" fmla="val 140840"/>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1F457E0-ACBE-41A9-A5F7-5686E18E9AF0}">
      <dsp:nvSpPr>
        <dsp:cNvPr id="0" name=""/>
        <dsp:cNvSpPr/>
      </dsp:nvSpPr>
      <dsp:spPr>
        <a:xfrm>
          <a:off x="4579900" y="671686"/>
          <a:ext cx="975360" cy="162560"/>
        </a:xfrm>
        <a:prstGeom prst="parallelogram">
          <a:avLst>
            <a:gd name="adj" fmla="val 140840"/>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01F9984-D220-47E4-BC76-463DE5B2ECE3}">
      <dsp:nvSpPr>
        <dsp:cNvPr id="0" name=""/>
        <dsp:cNvSpPr/>
      </dsp:nvSpPr>
      <dsp:spPr>
        <a:xfrm>
          <a:off x="5567680" y="671686"/>
          <a:ext cx="975360" cy="162560"/>
        </a:xfrm>
        <a:prstGeom prst="parallelogram">
          <a:avLst>
            <a:gd name="adj" fmla="val 140840"/>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DB3C365-1AE8-4766-AF71-CAA4B63F1265}">
      <dsp:nvSpPr>
        <dsp:cNvPr id="0" name=""/>
        <dsp:cNvSpPr/>
      </dsp:nvSpPr>
      <dsp:spPr>
        <a:xfrm>
          <a:off x="6652946" y="671686"/>
          <a:ext cx="975360" cy="162560"/>
        </a:xfrm>
        <a:prstGeom prst="parallelogram">
          <a:avLst>
            <a:gd name="adj" fmla="val 140840"/>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390B579-4415-418A-AF5E-1DA77854A03A}">
      <dsp:nvSpPr>
        <dsp:cNvPr id="0" name=""/>
        <dsp:cNvSpPr/>
      </dsp:nvSpPr>
      <dsp:spPr>
        <a:xfrm>
          <a:off x="366678" y="1527995"/>
          <a:ext cx="7315200" cy="5402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b" anchorCtr="0">
          <a:noAutofit/>
        </a:bodyPr>
        <a:lstStyle/>
        <a:p>
          <a:pPr lvl="0" algn="l" defTabSz="666750">
            <a:lnSpc>
              <a:spcPct val="90000"/>
            </a:lnSpc>
            <a:spcBef>
              <a:spcPct val="0"/>
            </a:spcBef>
            <a:spcAft>
              <a:spcPct val="35000"/>
            </a:spcAft>
          </a:pPr>
          <a:r>
            <a:rPr lang="ms-MY" sz="1500" b="1" kern="1200" dirty="0">
              <a:latin typeface="Tahoma" panose="020B0604030504040204" pitchFamily="34" charset="0"/>
              <a:ea typeface="Tahoma" panose="020B0604030504040204" pitchFamily="34" charset="0"/>
              <a:cs typeface="Tahoma" panose="020B0604030504040204" pitchFamily="34" charset="0"/>
            </a:rPr>
            <a:t>Menerima dan memproses rahsia rasmi serta mengedarkannya kepada semua pegawai yang berkenaan mengikut arahan-arahan Jabatan</a:t>
          </a:r>
          <a:r>
            <a:rPr lang="ms-MY" sz="1500" kern="1200" dirty="0">
              <a:latin typeface="Tahoma" panose="020B0604030504040204" pitchFamily="34" charset="0"/>
              <a:ea typeface="Tahoma" panose="020B0604030504040204" pitchFamily="34" charset="0"/>
              <a:cs typeface="Tahoma" panose="020B0604030504040204" pitchFamily="34" charset="0"/>
            </a:rPr>
            <a:t>. </a:t>
          </a:r>
          <a:endParaRPr lang="en-MY" sz="1500" kern="1200" dirty="0"/>
        </a:p>
      </dsp:txBody>
      <dsp:txXfrm>
        <a:off x="366678" y="1527995"/>
        <a:ext cx="7315200" cy="540247"/>
      </dsp:txXfrm>
    </dsp:sp>
    <dsp:sp modelId="{3297BB28-0894-4DFF-8808-1926C27F0CDD}">
      <dsp:nvSpPr>
        <dsp:cNvPr id="0" name=""/>
        <dsp:cNvSpPr/>
      </dsp:nvSpPr>
      <dsp:spPr>
        <a:xfrm>
          <a:off x="393144" y="1392381"/>
          <a:ext cx="975360" cy="162560"/>
        </a:xfrm>
        <a:prstGeom prst="parallelogram">
          <a:avLst>
            <a:gd name="adj" fmla="val 140840"/>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C00920E-63BA-446E-95BA-9FD3CDE20D65}">
      <dsp:nvSpPr>
        <dsp:cNvPr id="0" name=""/>
        <dsp:cNvSpPr/>
      </dsp:nvSpPr>
      <dsp:spPr>
        <a:xfrm>
          <a:off x="1518167" y="1365879"/>
          <a:ext cx="975360" cy="162560"/>
        </a:xfrm>
        <a:prstGeom prst="parallelogram">
          <a:avLst>
            <a:gd name="adj" fmla="val 140840"/>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7E925D8-2FC0-4037-A0BB-BC6018F66791}">
      <dsp:nvSpPr>
        <dsp:cNvPr id="0" name=""/>
        <dsp:cNvSpPr/>
      </dsp:nvSpPr>
      <dsp:spPr>
        <a:xfrm>
          <a:off x="2431156" y="1339373"/>
          <a:ext cx="975360" cy="162560"/>
        </a:xfrm>
        <a:prstGeom prst="parallelogram">
          <a:avLst>
            <a:gd name="adj" fmla="val 140840"/>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3FAA0FB-4711-4147-B5F2-854125D8C935}">
      <dsp:nvSpPr>
        <dsp:cNvPr id="0" name=""/>
        <dsp:cNvSpPr/>
      </dsp:nvSpPr>
      <dsp:spPr>
        <a:xfrm>
          <a:off x="3330890" y="1352625"/>
          <a:ext cx="975360" cy="162560"/>
        </a:xfrm>
        <a:prstGeom prst="parallelogram">
          <a:avLst>
            <a:gd name="adj" fmla="val 140840"/>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2B8D9FA-A5CA-4F10-A38F-6B0351FE8A66}">
      <dsp:nvSpPr>
        <dsp:cNvPr id="0" name=""/>
        <dsp:cNvSpPr/>
      </dsp:nvSpPr>
      <dsp:spPr>
        <a:xfrm>
          <a:off x="4403613" y="1365877"/>
          <a:ext cx="975360" cy="162560"/>
        </a:xfrm>
        <a:prstGeom prst="parallelogram">
          <a:avLst>
            <a:gd name="adj" fmla="val 140840"/>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EDBD6BF-2FBB-4772-A969-9C07B49C5642}">
      <dsp:nvSpPr>
        <dsp:cNvPr id="0" name=""/>
        <dsp:cNvSpPr/>
      </dsp:nvSpPr>
      <dsp:spPr>
        <a:xfrm>
          <a:off x="5355646" y="1352625"/>
          <a:ext cx="975360" cy="162560"/>
        </a:xfrm>
        <a:prstGeom prst="parallelogram">
          <a:avLst>
            <a:gd name="adj" fmla="val 140840"/>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1C7CD94-C68C-43A8-921D-10ADA9EB386F}">
      <dsp:nvSpPr>
        <dsp:cNvPr id="0" name=""/>
        <dsp:cNvSpPr/>
      </dsp:nvSpPr>
      <dsp:spPr>
        <a:xfrm>
          <a:off x="6507169" y="1352625"/>
          <a:ext cx="975360" cy="162560"/>
        </a:xfrm>
        <a:prstGeom prst="parallelogram">
          <a:avLst>
            <a:gd name="adj" fmla="val 140840"/>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D65EAE8-449F-4418-A1DA-D9F6A83791E0}">
      <dsp:nvSpPr>
        <dsp:cNvPr id="0" name=""/>
        <dsp:cNvSpPr/>
      </dsp:nvSpPr>
      <dsp:spPr>
        <a:xfrm>
          <a:off x="353364" y="2189912"/>
          <a:ext cx="7315200" cy="6650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b" anchorCtr="0">
          <a:noAutofit/>
        </a:bodyPr>
        <a:lstStyle/>
        <a:p>
          <a:pPr lvl="0" algn="l" defTabSz="666750">
            <a:lnSpc>
              <a:spcPct val="90000"/>
            </a:lnSpc>
            <a:spcBef>
              <a:spcPct val="0"/>
            </a:spcBef>
            <a:spcAft>
              <a:spcPct val="35000"/>
            </a:spcAft>
          </a:pPr>
          <a:r>
            <a:rPr lang="ms-MY" sz="1500" kern="1200" dirty="0">
              <a:latin typeface="Tahoma" panose="020B0604030504040204" pitchFamily="34" charset="0"/>
              <a:ea typeface="Tahoma" panose="020B0604030504040204" pitchFamily="34" charset="0"/>
              <a:cs typeface="Tahoma" panose="020B0604030504040204" pitchFamily="34" charset="0"/>
            </a:rPr>
            <a:t>Sampul-sampul surat yang bertulis </a:t>
          </a:r>
          <a:r>
            <a:rPr lang="ms-MY" sz="1500" b="1" kern="1200" dirty="0">
              <a:latin typeface="Tahoma" panose="020B0604030504040204" pitchFamily="34" charset="0"/>
              <a:ea typeface="Tahoma" panose="020B0604030504040204" pitchFamily="34" charset="0"/>
              <a:cs typeface="Tahoma" panose="020B0604030504040204" pitchFamily="34" charset="0"/>
            </a:rPr>
            <a:t>Persendirian</a:t>
          </a:r>
          <a:r>
            <a:rPr lang="ms-MY" sz="1500" kern="1200" dirty="0">
              <a:latin typeface="Tahoma" panose="020B0604030504040204" pitchFamily="34" charset="0"/>
              <a:ea typeface="Tahoma" panose="020B0604030504040204" pitchFamily="34" charset="0"/>
              <a:cs typeface="Tahoma" panose="020B0604030504040204" pitchFamily="34" charset="0"/>
            </a:rPr>
            <a:t> mestilah dihantar dengan tidak dibuka kepada pegawai yang dialamatkan. </a:t>
          </a:r>
          <a:endParaRPr lang="en-MY" sz="1500" kern="1200" dirty="0"/>
        </a:p>
      </dsp:txBody>
      <dsp:txXfrm>
        <a:off x="353364" y="2189912"/>
        <a:ext cx="7315200" cy="665018"/>
      </dsp:txXfrm>
    </dsp:sp>
    <dsp:sp modelId="{71F4AFB7-F9B9-4854-AB77-F61D9A11E050}">
      <dsp:nvSpPr>
        <dsp:cNvPr id="0" name=""/>
        <dsp:cNvSpPr/>
      </dsp:nvSpPr>
      <dsp:spPr>
        <a:xfrm>
          <a:off x="326888" y="2102745"/>
          <a:ext cx="975360" cy="162560"/>
        </a:xfrm>
        <a:prstGeom prst="parallelogram">
          <a:avLst>
            <a:gd name="adj" fmla="val 140840"/>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999F946-B282-4467-8609-C9487F0CE2E0}">
      <dsp:nvSpPr>
        <dsp:cNvPr id="0" name=""/>
        <dsp:cNvSpPr/>
      </dsp:nvSpPr>
      <dsp:spPr>
        <a:xfrm>
          <a:off x="1425400" y="2102745"/>
          <a:ext cx="975360" cy="162560"/>
        </a:xfrm>
        <a:prstGeom prst="parallelogram">
          <a:avLst>
            <a:gd name="adj" fmla="val 140840"/>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7761AF1-8278-4EFA-BBBF-1F0C394C8983}">
      <dsp:nvSpPr>
        <dsp:cNvPr id="0" name=""/>
        <dsp:cNvSpPr/>
      </dsp:nvSpPr>
      <dsp:spPr>
        <a:xfrm>
          <a:off x="2391400" y="2102745"/>
          <a:ext cx="975360" cy="162560"/>
        </a:xfrm>
        <a:prstGeom prst="parallelogram">
          <a:avLst>
            <a:gd name="adj" fmla="val 140840"/>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32EE54D-B637-4849-AD45-B461D4ADC9C1}">
      <dsp:nvSpPr>
        <dsp:cNvPr id="0" name=""/>
        <dsp:cNvSpPr/>
      </dsp:nvSpPr>
      <dsp:spPr>
        <a:xfrm>
          <a:off x="3428250" y="2102745"/>
          <a:ext cx="975360" cy="162560"/>
        </a:xfrm>
        <a:prstGeom prst="parallelogram">
          <a:avLst>
            <a:gd name="adj" fmla="val 140840"/>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57FA668-917F-44FF-AF2D-A9F732800EA3}">
      <dsp:nvSpPr>
        <dsp:cNvPr id="0" name=""/>
        <dsp:cNvSpPr/>
      </dsp:nvSpPr>
      <dsp:spPr>
        <a:xfrm>
          <a:off x="4403613" y="2102745"/>
          <a:ext cx="975360" cy="162560"/>
        </a:xfrm>
        <a:prstGeom prst="parallelogram">
          <a:avLst>
            <a:gd name="adj" fmla="val 140840"/>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58FBCB3-0230-46FE-9C3D-0AEB03F56FDE}">
      <dsp:nvSpPr>
        <dsp:cNvPr id="0" name=""/>
        <dsp:cNvSpPr/>
      </dsp:nvSpPr>
      <dsp:spPr>
        <a:xfrm>
          <a:off x="5488168" y="2102745"/>
          <a:ext cx="975360" cy="162560"/>
        </a:xfrm>
        <a:prstGeom prst="parallelogram">
          <a:avLst>
            <a:gd name="adj" fmla="val 140840"/>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738AC0D-DC32-458C-9B34-C21E04DD6697}">
      <dsp:nvSpPr>
        <dsp:cNvPr id="0" name=""/>
        <dsp:cNvSpPr/>
      </dsp:nvSpPr>
      <dsp:spPr>
        <a:xfrm>
          <a:off x="6467413" y="2102745"/>
          <a:ext cx="975360" cy="162560"/>
        </a:xfrm>
        <a:prstGeom prst="parallelogram">
          <a:avLst>
            <a:gd name="adj" fmla="val 140840"/>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7782F5B-5C3B-41A8-841F-CFFDDE36F3D6}">
      <dsp:nvSpPr>
        <dsp:cNvPr id="0" name=""/>
        <dsp:cNvSpPr/>
      </dsp:nvSpPr>
      <dsp:spPr>
        <a:xfrm>
          <a:off x="392062" y="2946429"/>
          <a:ext cx="7315200" cy="6650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b" anchorCtr="0">
          <a:noAutofit/>
        </a:bodyPr>
        <a:lstStyle/>
        <a:p>
          <a:pPr lvl="0" algn="l" defTabSz="666750">
            <a:lnSpc>
              <a:spcPct val="90000"/>
            </a:lnSpc>
            <a:spcBef>
              <a:spcPct val="0"/>
            </a:spcBef>
            <a:spcAft>
              <a:spcPct val="35000"/>
            </a:spcAft>
          </a:pPr>
          <a:r>
            <a:rPr lang="ms-MY" sz="1500" kern="1200" dirty="0">
              <a:latin typeface="Tahoma" panose="020B0604030504040204" pitchFamily="34" charset="0"/>
              <a:ea typeface="Tahoma" panose="020B0604030504040204" pitchFamily="34" charset="0"/>
              <a:cs typeface="Tahoma" panose="020B0604030504040204" pitchFamily="34" charset="0"/>
            </a:rPr>
            <a:t>Surat yang dialamatkan dengan nama penerima hanya boleh dibuka oleh penama itu sahaja</a:t>
          </a:r>
          <a:endParaRPr lang="en-MY" sz="1500" kern="1200" dirty="0"/>
        </a:p>
      </dsp:txBody>
      <dsp:txXfrm>
        <a:off x="392062" y="2946429"/>
        <a:ext cx="7315200" cy="665018"/>
      </dsp:txXfrm>
    </dsp:sp>
    <dsp:sp modelId="{2AB342E6-5710-426C-ACD0-C4A3221DDE06}">
      <dsp:nvSpPr>
        <dsp:cNvPr id="0" name=""/>
        <dsp:cNvSpPr/>
      </dsp:nvSpPr>
      <dsp:spPr>
        <a:xfrm>
          <a:off x="326888" y="2840215"/>
          <a:ext cx="975360" cy="162560"/>
        </a:xfrm>
        <a:prstGeom prst="parallelogram">
          <a:avLst>
            <a:gd name="adj" fmla="val 140840"/>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C20B795-B529-47FB-8DE6-2E950D65936B}">
      <dsp:nvSpPr>
        <dsp:cNvPr id="0" name=""/>
        <dsp:cNvSpPr/>
      </dsp:nvSpPr>
      <dsp:spPr>
        <a:xfrm>
          <a:off x="1319388" y="2800460"/>
          <a:ext cx="975360" cy="162560"/>
        </a:xfrm>
        <a:prstGeom prst="parallelogram">
          <a:avLst>
            <a:gd name="adj" fmla="val 140840"/>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C74CFF1-B8B6-47FD-84DC-3D723C71C3DE}">
      <dsp:nvSpPr>
        <dsp:cNvPr id="0" name=""/>
        <dsp:cNvSpPr/>
      </dsp:nvSpPr>
      <dsp:spPr>
        <a:xfrm>
          <a:off x="2194855" y="2840215"/>
          <a:ext cx="975360" cy="162560"/>
        </a:xfrm>
        <a:prstGeom prst="parallelogram">
          <a:avLst>
            <a:gd name="adj" fmla="val 140840"/>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0DD8ED0-A417-46D2-8FCF-49AF8621797E}">
      <dsp:nvSpPr>
        <dsp:cNvPr id="0" name=""/>
        <dsp:cNvSpPr/>
      </dsp:nvSpPr>
      <dsp:spPr>
        <a:xfrm>
          <a:off x="3206873" y="2826963"/>
          <a:ext cx="975360" cy="162560"/>
        </a:xfrm>
        <a:prstGeom prst="parallelogram">
          <a:avLst>
            <a:gd name="adj" fmla="val 140840"/>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0E9F44E-E4DB-48D5-9094-E3A09CBA7127}">
      <dsp:nvSpPr>
        <dsp:cNvPr id="0" name=""/>
        <dsp:cNvSpPr/>
      </dsp:nvSpPr>
      <dsp:spPr>
        <a:xfrm>
          <a:off x="4168981" y="2826962"/>
          <a:ext cx="975360" cy="162560"/>
        </a:xfrm>
        <a:prstGeom prst="parallelogram">
          <a:avLst>
            <a:gd name="adj" fmla="val 140840"/>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14FF72F-0EC9-48CB-A3C9-F5128387F690}">
      <dsp:nvSpPr>
        <dsp:cNvPr id="0" name=""/>
        <dsp:cNvSpPr/>
      </dsp:nvSpPr>
      <dsp:spPr>
        <a:xfrm>
          <a:off x="5247878" y="2813712"/>
          <a:ext cx="975360" cy="162560"/>
        </a:xfrm>
        <a:prstGeom prst="parallelogram">
          <a:avLst>
            <a:gd name="adj" fmla="val 140840"/>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BA07B10-5C07-4A97-ABA9-E3526C60C18B}">
      <dsp:nvSpPr>
        <dsp:cNvPr id="0" name=""/>
        <dsp:cNvSpPr/>
      </dsp:nvSpPr>
      <dsp:spPr>
        <a:xfrm>
          <a:off x="6480668" y="2826963"/>
          <a:ext cx="975360" cy="162560"/>
        </a:xfrm>
        <a:prstGeom prst="parallelogram">
          <a:avLst>
            <a:gd name="adj" fmla="val 140840"/>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4278C32-E441-4C40-893F-E572F4424599}">
      <dsp:nvSpPr>
        <dsp:cNvPr id="0" name=""/>
        <dsp:cNvSpPr/>
      </dsp:nvSpPr>
      <dsp:spPr>
        <a:xfrm>
          <a:off x="300329" y="3572528"/>
          <a:ext cx="7315200" cy="6650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b" anchorCtr="0">
          <a:noAutofit/>
        </a:bodyPr>
        <a:lstStyle/>
        <a:p>
          <a:pPr lvl="0" algn="l" defTabSz="666750">
            <a:lnSpc>
              <a:spcPct val="90000"/>
            </a:lnSpc>
            <a:spcBef>
              <a:spcPct val="0"/>
            </a:spcBef>
            <a:spcAft>
              <a:spcPct val="35000"/>
            </a:spcAft>
          </a:pPr>
          <a:r>
            <a:rPr lang="ms-MY" sz="1500" kern="1200" dirty="0">
              <a:latin typeface="Tahoma" panose="020B0604030504040204" pitchFamily="34" charset="0"/>
              <a:ea typeface="Tahoma" panose="020B0604030504040204" pitchFamily="34" charset="0"/>
              <a:cs typeface="Tahoma" panose="020B0604030504040204" pitchFamily="34" charset="0"/>
            </a:rPr>
            <a:t>Surat yang dialamatkan dengan nama sesuatu jawatan Kerajaan hanya boleh dibuka oleh penjawat jawatan itu atau penggantinya atau Ketua Jabatannya;</a:t>
          </a:r>
          <a:endParaRPr lang="en-MY" sz="1500" kern="1200" dirty="0"/>
        </a:p>
      </dsp:txBody>
      <dsp:txXfrm>
        <a:off x="300329" y="3572528"/>
        <a:ext cx="7315200" cy="665018"/>
      </dsp:txXfrm>
    </dsp:sp>
    <dsp:sp modelId="{02C216E0-BA2B-4A98-986A-39C3C59F8862}">
      <dsp:nvSpPr>
        <dsp:cNvPr id="0" name=""/>
        <dsp:cNvSpPr/>
      </dsp:nvSpPr>
      <dsp:spPr>
        <a:xfrm>
          <a:off x="287132" y="3597482"/>
          <a:ext cx="975360" cy="162560"/>
        </a:xfrm>
        <a:prstGeom prst="parallelogram">
          <a:avLst>
            <a:gd name="adj" fmla="val 140840"/>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9C0C6CF-68A9-4FB8-B3AF-00B462B2B9D2}">
      <dsp:nvSpPr>
        <dsp:cNvPr id="0" name=""/>
        <dsp:cNvSpPr/>
      </dsp:nvSpPr>
      <dsp:spPr>
        <a:xfrm>
          <a:off x="1266378" y="3589789"/>
          <a:ext cx="975360" cy="162560"/>
        </a:xfrm>
        <a:prstGeom prst="parallelogram">
          <a:avLst>
            <a:gd name="adj" fmla="val 140840"/>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FAD640B-D9B4-458E-94CA-1AD006B3D973}">
      <dsp:nvSpPr>
        <dsp:cNvPr id="0" name=""/>
        <dsp:cNvSpPr/>
      </dsp:nvSpPr>
      <dsp:spPr>
        <a:xfrm>
          <a:off x="2194855" y="3597482"/>
          <a:ext cx="975360" cy="162560"/>
        </a:xfrm>
        <a:prstGeom prst="parallelogram">
          <a:avLst>
            <a:gd name="adj" fmla="val 140840"/>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AFEDEA8-4478-4711-9007-4E82BE24D90F}">
      <dsp:nvSpPr>
        <dsp:cNvPr id="0" name=""/>
        <dsp:cNvSpPr/>
      </dsp:nvSpPr>
      <dsp:spPr>
        <a:xfrm>
          <a:off x="3220118" y="3597482"/>
          <a:ext cx="975360" cy="162560"/>
        </a:xfrm>
        <a:prstGeom prst="parallelogram">
          <a:avLst>
            <a:gd name="adj" fmla="val 140840"/>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39668ED-E0B5-4E2D-936A-157D708E6F15}">
      <dsp:nvSpPr>
        <dsp:cNvPr id="0" name=""/>
        <dsp:cNvSpPr/>
      </dsp:nvSpPr>
      <dsp:spPr>
        <a:xfrm>
          <a:off x="4168981" y="3597482"/>
          <a:ext cx="975360" cy="162560"/>
        </a:xfrm>
        <a:prstGeom prst="parallelogram">
          <a:avLst>
            <a:gd name="adj" fmla="val 140840"/>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12BFE5F-9184-44E2-AEBC-9C46B3E4B44E}">
      <dsp:nvSpPr>
        <dsp:cNvPr id="0" name=""/>
        <dsp:cNvSpPr/>
      </dsp:nvSpPr>
      <dsp:spPr>
        <a:xfrm>
          <a:off x="5117102" y="3597482"/>
          <a:ext cx="975360" cy="162560"/>
        </a:xfrm>
        <a:prstGeom prst="parallelogram">
          <a:avLst>
            <a:gd name="adj" fmla="val 140840"/>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1C28AF4-AC90-41B5-A4D1-E61011CC7056}">
      <dsp:nvSpPr>
        <dsp:cNvPr id="0" name=""/>
        <dsp:cNvSpPr/>
      </dsp:nvSpPr>
      <dsp:spPr>
        <a:xfrm>
          <a:off x="6467413" y="3597482"/>
          <a:ext cx="975360" cy="162560"/>
        </a:xfrm>
        <a:prstGeom prst="parallelogram">
          <a:avLst>
            <a:gd name="adj" fmla="val 140840"/>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075BBC-D43D-486C-9F76-B28DD28DE44F}">
      <dsp:nvSpPr>
        <dsp:cNvPr id="0" name=""/>
        <dsp:cNvSpPr/>
      </dsp:nvSpPr>
      <dsp:spPr>
        <a:xfrm>
          <a:off x="59769" y="1214083"/>
          <a:ext cx="7308056" cy="6643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b" anchorCtr="0">
          <a:noAutofit/>
        </a:bodyPr>
        <a:lstStyle/>
        <a:p>
          <a:pPr lvl="0" algn="l" defTabSz="666750">
            <a:lnSpc>
              <a:spcPct val="90000"/>
            </a:lnSpc>
            <a:spcBef>
              <a:spcPct val="0"/>
            </a:spcBef>
            <a:spcAft>
              <a:spcPct val="35000"/>
            </a:spcAft>
          </a:pPr>
          <a:r>
            <a:rPr lang="ms-MY" sz="1500" kern="1200" dirty="0">
              <a:latin typeface="Tahoma" panose="020B0604030504040204" pitchFamily="34" charset="0"/>
              <a:ea typeface="Tahoma" panose="020B0604030504040204" pitchFamily="34" charset="0"/>
              <a:cs typeface="Tahoma" panose="020B0604030504040204" pitchFamily="34" charset="0"/>
            </a:rPr>
            <a:t>Memastikan semua rahsia rasmi dihantar dengan selamat dan akuan terima bagi dokumen-dokumen yang dihantar itu diterima;</a:t>
          </a:r>
          <a:endParaRPr lang="en-MY" sz="1500" kern="1200" dirty="0"/>
        </a:p>
      </dsp:txBody>
      <dsp:txXfrm>
        <a:off x="59769" y="1214083"/>
        <a:ext cx="7308056" cy="664368"/>
      </dsp:txXfrm>
    </dsp:sp>
    <dsp:sp modelId="{19C82ABE-AB54-433E-A760-AE2B80F56FFB}">
      <dsp:nvSpPr>
        <dsp:cNvPr id="0" name=""/>
        <dsp:cNvSpPr/>
      </dsp:nvSpPr>
      <dsp:spPr>
        <a:xfrm>
          <a:off x="60807" y="1141194"/>
          <a:ext cx="974407" cy="162401"/>
        </a:xfrm>
        <a:prstGeom prst="parallelogram">
          <a:avLst>
            <a:gd name="adj" fmla="val 140840"/>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1A36D9A-7EA6-4245-B3D1-4026F3817F21}">
      <dsp:nvSpPr>
        <dsp:cNvPr id="0" name=""/>
        <dsp:cNvSpPr/>
      </dsp:nvSpPr>
      <dsp:spPr>
        <a:xfrm>
          <a:off x="1092055" y="1141194"/>
          <a:ext cx="974407" cy="162401"/>
        </a:xfrm>
        <a:prstGeom prst="parallelogram">
          <a:avLst>
            <a:gd name="adj" fmla="val 140840"/>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041B3BB-74F9-4160-A382-1E69B91E7016}">
      <dsp:nvSpPr>
        <dsp:cNvPr id="0" name=""/>
        <dsp:cNvSpPr/>
      </dsp:nvSpPr>
      <dsp:spPr>
        <a:xfrm>
          <a:off x="2202737" y="1141194"/>
          <a:ext cx="974407" cy="162401"/>
        </a:xfrm>
        <a:prstGeom prst="parallelogram">
          <a:avLst>
            <a:gd name="adj" fmla="val 140840"/>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2444598-40D2-4680-A3EA-C43B5F771291}">
      <dsp:nvSpPr>
        <dsp:cNvPr id="0" name=""/>
        <dsp:cNvSpPr/>
      </dsp:nvSpPr>
      <dsp:spPr>
        <a:xfrm>
          <a:off x="3066464" y="1141194"/>
          <a:ext cx="974407" cy="162401"/>
        </a:xfrm>
        <a:prstGeom prst="parallelogram">
          <a:avLst>
            <a:gd name="adj" fmla="val 140840"/>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1F457E0-ACBE-41A9-A5F7-5686E18E9AF0}">
      <dsp:nvSpPr>
        <dsp:cNvPr id="0" name=""/>
        <dsp:cNvSpPr/>
      </dsp:nvSpPr>
      <dsp:spPr>
        <a:xfrm>
          <a:off x="4216990" y="1141194"/>
          <a:ext cx="974407" cy="162401"/>
        </a:xfrm>
        <a:prstGeom prst="parallelogram">
          <a:avLst>
            <a:gd name="adj" fmla="val 140840"/>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01F9984-D220-47E4-BC76-463DE5B2ECE3}">
      <dsp:nvSpPr>
        <dsp:cNvPr id="0" name=""/>
        <dsp:cNvSpPr/>
      </dsp:nvSpPr>
      <dsp:spPr>
        <a:xfrm>
          <a:off x="5203805" y="1141194"/>
          <a:ext cx="974407" cy="162401"/>
        </a:xfrm>
        <a:prstGeom prst="parallelogram">
          <a:avLst>
            <a:gd name="adj" fmla="val 140840"/>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DB3C365-1AE8-4766-AF71-CAA4B63F1265}">
      <dsp:nvSpPr>
        <dsp:cNvPr id="0" name=""/>
        <dsp:cNvSpPr/>
      </dsp:nvSpPr>
      <dsp:spPr>
        <a:xfrm>
          <a:off x="6288012" y="1141194"/>
          <a:ext cx="974407" cy="162401"/>
        </a:xfrm>
        <a:prstGeom prst="parallelogram">
          <a:avLst>
            <a:gd name="adj" fmla="val 140840"/>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390B579-4415-418A-AF5E-1DA77854A03A}">
      <dsp:nvSpPr>
        <dsp:cNvPr id="0" name=""/>
        <dsp:cNvSpPr/>
      </dsp:nvSpPr>
      <dsp:spPr>
        <a:xfrm>
          <a:off x="7882" y="1996667"/>
          <a:ext cx="7308056" cy="5397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b" anchorCtr="0">
          <a:noAutofit/>
        </a:bodyPr>
        <a:lstStyle/>
        <a:p>
          <a:pPr lvl="0" algn="l" defTabSz="666750">
            <a:lnSpc>
              <a:spcPct val="90000"/>
            </a:lnSpc>
            <a:spcBef>
              <a:spcPct val="0"/>
            </a:spcBef>
            <a:spcAft>
              <a:spcPct val="35000"/>
            </a:spcAft>
          </a:pPr>
          <a:r>
            <a:rPr lang="ms-MY" sz="1500" kern="1200" dirty="0">
              <a:latin typeface="Tahoma" panose="020B0604030504040204" pitchFamily="34" charset="0"/>
              <a:ea typeface="Tahoma" panose="020B0604030504040204" pitchFamily="34" charset="0"/>
              <a:cs typeface="Tahoma" panose="020B0604030504040204" pitchFamily="34" charset="0"/>
            </a:rPr>
            <a:t>Menyelenggara satu sistem pergerakan semua fail terperingkat dan merekodkan semua pergerakan fail berkenaan;</a:t>
          </a:r>
          <a:endParaRPr lang="en-MY" sz="1500" kern="1200" dirty="0"/>
        </a:p>
      </dsp:txBody>
      <dsp:txXfrm>
        <a:off x="7882" y="1996667"/>
        <a:ext cx="7308056" cy="539719"/>
      </dsp:txXfrm>
    </dsp:sp>
    <dsp:sp modelId="{3297BB28-0894-4DFF-8808-1926C27F0CDD}">
      <dsp:nvSpPr>
        <dsp:cNvPr id="0" name=""/>
        <dsp:cNvSpPr/>
      </dsp:nvSpPr>
      <dsp:spPr>
        <a:xfrm>
          <a:off x="34323" y="1861186"/>
          <a:ext cx="974407" cy="162401"/>
        </a:xfrm>
        <a:prstGeom prst="parallelogram">
          <a:avLst>
            <a:gd name="adj" fmla="val 140840"/>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C00920E-63BA-446E-95BA-9FD3CDE20D65}">
      <dsp:nvSpPr>
        <dsp:cNvPr id="0" name=""/>
        <dsp:cNvSpPr/>
      </dsp:nvSpPr>
      <dsp:spPr>
        <a:xfrm>
          <a:off x="1158247" y="1834709"/>
          <a:ext cx="974407" cy="162401"/>
        </a:xfrm>
        <a:prstGeom prst="parallelogram">
          <a:avLst>
            <a:gd name="adj" fmla="val 140840"/>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7E925D8-2FC0-4037-A0BB-BC6018F66791}">
      <dsp:nvSpPr>
        <dsp:cNvPr id="0" name=""/>
        <dsp:cNvSpPr/>
      </dsp:nvSpPr>
      <dsp:spPr>
        <a:xfrm>
          <a:off x="2070344" y="1808230"/>
          <a:ext cx="974407" cy="162401"/>
        </a:xfrm>
        <a:prstGeom prst="parallelogram">
          <a:avLst>
            <a:gd name="adj" fmla="val 140840"/>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3FAA0FB-4711-4147-B5F2-854125D8C935}">
      <dsp:nvSpPr>
        <dsp:cNvPr id="0" name=""/>
        <dsp:cNvSpPr/>
      </dsp:nvSpPr>
      <dsp:spPr>
        <a:xfrm>
          <a:off x="2969199" y="1821469"/>
          <a:ext cx="974407" cy="162401"/>
        </a:xfrm>
        <a:prstGeom prst="parallelogram">
          <a:avLst>
            <a:gd name="adj" fmla="val 140840"/>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2B8D9FA-A5CA-4F10-A38F-6B0351FE8A66}">
      <dsp:nvSpPr>
        <dsp:cNvPr id="0" name=""/>
        <dsp:cNvSpPr/>
      </dsp:nvSpPr>
      <dsp:spPr>
        <a:xfrm>
          <a:off x="4040875" y="1834708"/>
          <a:ext cx="974407" cy="162401"/>
        </a:xfrm>
        <a:prstGeom prst="parallelogram">
          <a:avLst>
            <a:gd name="adj" fmla="val 140840"/>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EDBD6BF-2FBB-4772-A969-9C07B49C5642}">
      <dsp:nvSpPr>
        <dsp:cNvPr id="0" name=""/>
        <dsp:cNvSpPr/>
      </dsp:nvSpPr>
      <dsp:spPr>
        <a:xfrm>
          <a:off x="4991978" y="1821469"/>
          <a:ext cx="974407" cy="162401"/>
        </a:xfrm>
        <a:prstGeom prst="parallelogram">
          <a:avLst>
            <a:gd name="adj" fmla="val 140840"/>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1C7CD94-C68C-43A8-921D-10ADA9EB386F}">
      <dsp:nvSpPr>
        <dsp:cNvPr id="0" name=""/>
        <dsp:cNvSpPr/>
      </dsp:nvSpPr>
      <dsp:spPr>
        <a:xfrm>
          <a:off x="6142377" y="1821469"/>
          <a:ext cx="974407" cy="162401"/>
        </a:xfrm>
        <a:prstGeom prst="parallelogram">
          <a:avLst>
            <a:gd name="adj" fmla="val 140840"/>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D65EAE8-449F-4418-A1DA-D9F6A83791E0}">
      <dsp:nvSpPr>
        <dsp:cNvPr id="0" name=""/>
        <dsp:cNvSpPr/>
      </dsp:nvSpPr>
      <dsp:spPr>
        <a:xfrm>
          <a:off x="0" y="2657938"/>
          <a:ext cx="8032869" cy="6643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b" anchorCtr="0">
          <a:noAutofit/>
        </a:bodyPr>
        <a:lstStyle/>
        <a:p>
          <a:pPr lvl="0" algn="l" defTabSz="666750">
            <a:lnSpc>
              <a:spcPct val="90000"/>
            </a:lnSpc>
            <a:spcBef>
              <a:spcPct val="0"/>
            </a:spcBef>
            <a:spcAft>
              <a:spcPct val="35000"/>
            </a:spcAft>
          </a:pPr>
          <a:r>
            <a:rPr lang="ms-MY" sz="1500" kern="1200" dirty="0">
              <a:latin typeface="Tahoma" panose="020B0604030504040204" pitchFamily="34" charset="0"/>
              <a:ea typeface="Tahoma" panose="020B0604030504040204" pitchFamily="34" charset="0"/>
              <a:cs typeface="Tahoma" panose="020B0604030504040204" pitchFamily="34" charset="0"/>
            </a:rPr>
            <a:t>Mengetahui kedudukan tiap-tiap fail terperingkat dan mengaudit fail secara berkala untuk menentukan fail terperingkat masih ada dalam simpanan dan tindakan pegawai; dan</a:t>
          </a:r>
          <a:endParaRPr lang="en-MY" sz="1500" kern="1200" dirty="0"/>
        </a:p>
      </dsp:txBody>
      <dsp:txXfrm>
        <a:off x="0" y="2657938"/>
        <a:ext cx="8032869" cy="664368"/>
      </dsp:txXfrm>
    </dsp:sp>
    <dsp:sp modelId="{71F4AFB7-F9B9-4854-AB77-F61D9A11E050}">
      <dsp:nvSpPr>
        <dsp:cNvPr id="0" name=""/>
        <dsp:cNvSpPr/>
      </dsp:nvSpPr>
      <dsp:spPr>
        <a:xfrm>
          <a:off x="0" y="2570856"/>
          <a:ext cx="974407" cy="162401"/>
        </a:xfrm>
        <a:prstGeom prst="parallelogram">
          <a:avLst>
            <a:gd name="adj" fmla="val 140840"/>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999F946-B282-4467-8609-C9487F0CE2E0}">
      <dsp:nvSpPr>
        <dsp:cNvPr id="0" name=""/>
        <dsp:cNvSpPr/>
      </dsp:nvSpPr>
      <dsp:spPr>
        <a:xfrm>
          <a:off x="1065571" y="2570856"/>
          <a:ext cx="974407" cy="162401"/>
        </a:xfrm>
        <a:prstGeom prst="parallelogram">
          <a:avLst>
            <a:gd name="adj" fmla="val 140840"/>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7761AF1-8278-4EFA-BBBF-1F0C394C8983}">
      <dsp:nvSpPr>
        <dsp:cNvPr id="0" name=""/>
        <dsp:cNvSpPr/>
      </dsp:nvSpPr>
      <dsp:spPr>
        <a:xfrm>
          <a:off x="2030627" y="2570856"/>
          <a:ext cx="974407" cy="162401"/>
        </a:xfrm>
        <a:prstGeom prst="parallelogram">
          <a:avLst>
            <a:gd name="adj" fmla="val 140840"/>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32EE54D-B637-4849-AD45-B461D4ADC9C1}">
      <dsp:nvSpPr>
        <dsp:cNvPr id="0" name=""/>
        <dsp:cNvSpPr/>
      </dsp:nvSpPr>
      <dsp:spPr>
        <a:xfrm>
          <a:off x="3066464" y="2570856"/>
          <a:ext cx="974407" cy="162401"/>
        </a:xfrm>
        <a:prstGeom prst="parallelogram">
          <a:avLst>
            <a:gd name="adj" fmla="val 140840"/>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57FA668-917F-44FF-AF2D-A9F732800EA3}">
      <dsp:nvSpPr>
        <dsp:cNvPr id="0" name=""/>
        <dsp:cNvSpPr/>
      </dsp:nvSpPr>
      <dsp:spPr>
        <a:xfrm>
          <a:off x="4040875" y="2570856"/>
          <a:ext cx="974407" cy="162401"/>
        </a:xfrm>
        <a:prstGeom prst="parallelogram">
          <a:avLst>
            <a:gd name="adj" fmla="val 140840"/>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58FBCB3-0230-46FE-9C3D-0AEB03F56FDE}">
      <dsp:nvSpPr>
        <dsp:cNvPr id="0" name=""/>
        <dsp:cNvSpPr/>
      </dsp:nvSpPr>
      <dsp:spPr>
        <a:xfrm>
          <a:off x="5124371" y="2570856"/>
          <a:ext cx="974407" cy="162401"/>
        </a:xfrm>
        <a:prstGeom prst="parallelogram">
          <a:avLst>
            <a:gd name="adj" fmla="val 140840"/>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738AC0D-DC32-458C-9B34-C21E04DD6697}">
      <dsp:nvSpPr>
        <dsp:cNvPr id="0" name=""/>
        <dsp:cNvSpPr/>
      </dsp:nvSpPr>
      <dsp:spPr>
        <a:xfrm>
          <a:off x="6102660" y="2570856"/>
          <a:ext cx="974407" cy="162401"/>
        </a:xfrm>
        <a:prstGeom prst="parallelogram">
          <a:avLst>
            <a:gd name="adj" fmla="val 140840"/>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7782F5B-5C3B-41A8-841F-CFFDDE36F3D6}">
      <dsp:nvSpPr>
        <dsp:cNvPr id="0" name=""/>
        <dsp:cNvSpPr/>
      </dsp:nvSpPr>
      <dsp:spPr>
        <a:xfrm>
          <a:off x="33241" y="3413716"/>
          <a:ext cx="7308056" cy="6643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b" anchorCtr="0">
          <a:noAutofit/>
        </a:bodyPr>
        <a:lstStyle/>
        <a:p>
          <a:pPr lvl="0" algn="l" defTabSz="666750">
            <a:lnSpc>
              <a:spcPct val="90000"/>
            </a:lnSpc>
            <a:spcBef>
              <a:spcPct val="0"/>
            </a:spcBef>
            <a:spcAft>
              <a:spcPct val="35000"/>
            </a:spcAft>
          </a:pPr>
          <a:r>
            <a:rPr lang="ms-MY" sz="1500" kern="1200" dirty="0">
              <a:latin typeface="Tahoma" panose="020B0604030504040204" pitchFamily="34" charset="0"/>
              <a:ea typeface="Tahoma" panose="020B0604030504040204" pitchFamily="34" charset="0"/>
              <a:cs typeface="Tahoma" panose="020B0604030504040204" pitchFamily="34" charset="0"/>
            </a:rPr>
            <a:t>Bertanggungjawab sepenuhnya kepada Ketua Jabatan mengenai keselamatan Pendaftaran Rahsia termasuk penyimpanan semua rahsia rasmi.</a:t>
          </a:r>
          <a:endParaRPr lang="en-MY" sz="1500" kern="1200" dirty="0"/>
        </a:p>
      </dsp:txBody>
      <dsp:txXfrm>
        <a:off x="33241" y="3413716"/>
        <a:ext cx="7308056" cy="664368"/>
      </dsp:txXfrm>
    </dsp:sp>
    <dsp:sp modelId="{2AB342E6-5710-426C-ACD0-C4A3221DDE06}">
      <dsp:nvSpPr>
        <dsp:cNvPr id="0" name=""/>
        <dsp:cNvSpPr/>
      </dsp:nvSpPr>
      <dsp:spPr>
        <a:xfrm>
          <a:off x="0" y="3307606"/>
          <a:ext cx="974407" cy="162401"/>
        </a:xfrm>
        <a:prstGeom prst="parallelogram">
          <a:avLst>
            <a:gd name="adj" fmla="val 140840"/>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C20B795-B529-47FB-8DE6-2E950D65936B}">
      <dsp:nvSpPr>
        <dsp:cNvPr id="0" name=""/>
        <dsp:cNvSpPr/>
      </dsp:nvSpPr>
      <dsp:spPr>
        <a:xfrm>
          <a:off x="959662" y="3267889"/>
          <a:ext cx="974407" cy="162401"/>
        </a:xfrm>
        <a:prstGeom prst="parallelogram">
          <a:avLst>
            <a:gd name="adj" fmla="val 140840"/>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C74CFF1-B8B6-47FD-84DC-3D723C71C3DE}">
      <dsp:nvSpPr>
        <dsp:cNvPr id="0" name=""/>
        <dsp:cNvSpPr/>
      </dsp:nvSpPr>
      <dsp:spPr>
        <a:xfrm>
          <a:off x="1834274" y="3307606"/>
          <a:ext cx="974407" cy="162401"/>
        </a:xfrm>
        <a:prstGeom prst="parallelogram">
          <a:avLst>
            <a:gd name="adj" fmla="val 140840"/>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0DD8ED0-A417-46D2-8FCF-49AF8621797E}">
      <dsp:nvSpPr>
        <dsp:cNvPr id="0" name=""/>
        <dsp:cNvSpPr/>
      </dsp:nvSpPr>
      <dsp:spPr>
        <a:xfrm>
          <a:off x="2845303" y="3294367"/>
          <a:ext cx="974407" cy="162401"/>
        </a:xfrm>
        <a:prstGeom prst="parallelogram">
          <a:avLst>
            <a:gd name="adj" fmla="val 140840"/>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0E9F44E-E4DB-48D5-9094-E3A09CBA7127}">
      <dsp:nvSpPr>
        <dsp:cNvPr id="0" name=""/>
        <dsp:cNvSpPr/>
      </dsp:nvSpPr>
      <dsp:spPr>
        <a:xfrm>
          <a:off x="3806472" y="3294366"/>
          <a:ext cx="974407" cy="162401"/>
        </a:xfrm>
        <a:prstGeom prst="parallelogram">
          <a:avLst>
            <a:gd name="adj" fmla="val 140840"/>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14FF72F-0EC9-48CB-A3C9-F5128387F690}">
      <dsp:nvSpPr>
        <dsp:cNvPr id="0" name=""/>
        <dsp:cNvSpPr/>
      </dsp:nvSpPr>
      <dsp:spPr>
        <a:xfrm>
          <a:off x="4884316" y="3281128"/>
          <a:ext cx="974407" cy="162401"/>
        </a:xfrm>
        <a:prstGeom prst="parallelogram">
          <a:avLst>
            <a:gd name="adj" fmla="val 140840"/>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BA07B10-5C07-4A97-ABA9-E3526C60C18B}">
      <dsp:nvSpPr>
        <dsp:cNvPr id="0" name=""/>
        <dsp:cNvSpPr/>
      </dsp:nvSpPr>
      <dsp:spPr>
        <a:xfrm>
          <a:off x="6115902" y="3294367"/>
          <a:ext cx="974407" cy="162401"/>
        </a:xfrm>
        <a:prstGeom prst="parallelogram">
          <a:avLst>
            <a:gd name="adj" fmla="val 140840"/>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29B0E2-D05F-4532-8B06-8EFAEE865A4B}">
      <dsp:nvSpPr>
        <dsp:cNvPr id="0" name=""/>
        <dsp:cNvSpPr/>
      </dsp:nvSpPr>
      <dsp:spPr>
        <a:xfrm>
          <a:off x="12233" y="0"/>
          <a:ext cx="8196690" cy="2466643"/>
        </a:xfrm>
        <a:prstGeom prst="roundRect">
          <a:avLst>
            <a:gd name="adj" fmla="val 10000"/>
          </a:avLst>
        </a:prstGeom>
        <a:solidFill>
          <a:schemeClr val="accent4">
            <a:lumMod val="60000"/>
            <a:lumOff val="40000"/>
          </a:schemeClr>
        </a:solidFill>
        <a:ln w="15875" cap="rnd" cmpd="sng" algn="ctr">
          <a:solidFill>
            <a:schemeClr val="accent6">
              <a:lumMod val="5000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0" tIns="228600" rIns="228600" bIns="228600" numCol="1" spcCol="1270" anchor="ctr" anchorCtr="0">
          <a:noAutofit/>
        </a:bodyPr>
        <a:lstStyle/>
        <a:p>
          <a:pPr lvl="0" algn="r" defTabSz="2667000">
            <a:lnSpc>
              <a:spcPct val="90000"/>
            </a:lnSpc>
            <a:spcBef>
              <a:spcPct val="0"/>
            </a:spcBef>
            <a:spcAft>
              <a:spcPct val="35000"/>
            </a:spcAft>
          </a:pPr>
          <a:r>
            <a:rPr lang="en-MY" sz="6000" kern="1200" dirty="0">
              <a:solidFill>
                <a:srgbClr val="FF0000"/>
              </a:solidFill>
              <a:latin typeface="Tahoma" panose="020B0604030504040204" pitchFamily="34" charset="0"/>
              <a:ea typeface="Tahoma" panose="020B0604030504040204" pitchFamily="34" charset="0"/>
              <a:cs typeface="Tahoma" panose="020B0604030504040204" pitchFamily="34" charset="0"/>
            </a:rPr>
            <a:t>PENGELASAN</a:t>
          </a:r>
        </a:p>
      </dsp:txBody>
      <dsp:txXfrm>
        <a:off x="84479" y="72246"/>
        <a:ext cx="5569717" cy="2322151"/>
      </dsp:txXfrm>
    </dsp:sp>
    <dsp:sp modelId="{FDA9DEFD-8FBA-4F1F-95ED-F6809FA8D8B5}">
      <dsp:nvSpPr>
        <dsp:cNvPr id="0" name=""/>
        <dsp:cNvSpPr/>
      </dsp:nvSpPr>
      <dsp:spPr>
        <a:xfrm>
          <a:off x="162852" y="3114869"/>
          <a:ext cx="9643160" cy="2247879"/>
        </a:xfrm>
        <a:prstGeom prst="roundRect">
          <a:avLst>
            <a:gd name="adj" fmla="val 10000"/>
          </a:avLst>
        </a:prstGeom>
        <a:solidFill>
          <a:schemeClr val="accent3">
            <a:lumMod val="60000"/>
            <a:lumOff val="40000"/>
          </a:schemeClr>
        </a:solidFill>
        <a:ln w="15875" cap="rnd" cmpd="sng" algn="ctr">
          <a:solidFill>
            <a:srgbClr val="7030A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just" defTabSz="1066800">
            <a:lnSpc>
              <a:spcPct val="90000"/>
            </a:lnSpc>
            <a:spcBef>
              <a:spcPct val="0"/>
            </a:spcBef>
            <a:spcAft>
              <a:spcPct val="35000"/>
            </a:spcAft>
          </a:pPr>
          <a:r>
            <a:rPr lang="ms-MY" sz="2400" kern="1200" dirty="0">
              <a:solidFill>
                <a:schemeClr val="tx1"/>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Apa-apa suratan, maklumat dan bahan rasmi boleh dikelaskan sebagai </a:t>
          </a:r>
          <a:r>
            <a:rPr lang="ms-MY" sz="2400" kern="1200" dirty="0">
              <a:solidFill>
                <a:srgbClr val="C00000"/>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‘Rahsia Besar’</a:t>
          </a:r>
          <a:r>
            <a:rPr lang="ms-MY" sz="2400" kern="1200" dirty="0">
              <a:solidFill>
                <a:schemeClr val="tx1"/>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 </a:t>
          </a:r>
          <a:r>
            <a:rPr lang="ms-MY" sz="2400" kern="1200" dirty="0">
              <a:solidFill>
                <a:srgbClr val="C00000"/>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‘Rahsia’</a:t>
          </a:r>
          <a:r>
            <a:rPr lang="ms-MY" sz="2400" kern="1200" dirty="0">
              <a:solidFill>
                <a:schemeClr val="tx1"/>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a:t>
          </a:r>
          <a:r>
            <a:rPr lang="ms-MY" sz="2400" kern="1200" dirty="0">
              <a:solidFill>
                <a:srgbClr val="C00000"/>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 ‘Sulit’ </a:t>
          </a:r>
          <a:r>
            <a:rPr lang="ms-MY" sz="2400" kern="1200" dirty="0">
              <a:solidFill>
                <a:schemeClr val="tx1"/>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atau </a:t>
          </a:r>
          <a:r>
            <a:rPr lang="ms-MY" sz="2400" kern="1200" dirty="0">
              <a:solidFill>
                <a:srgbClr val="C00000"/>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‘Terhad’ </a:t>
          </a:r>
          <a:r>
            <a:rPr lang="ms-MY" sz="2400" kern="1200" dirty="0">
              <a:solidFill>
                <a:schemeClr val="tx1"/>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oleh seorang Menteri, Menteri Besar, Ketua Menteri atau pegawai awam yang dilantik di bawah seksyen 2B Akta 88.  </a:t>
          </a:r>
          <a:endParaRPr lang="en-MY" sz="2400" kern="1200" dirty="0">
            <a:solidFill>
              <a:schemeClr val="tx1"/>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endParaRPr>
        </a:p>
      </dsp:txBody>
      <dsp:txXfrm>
        <a:off x="228690" y="3180707"/>
        <a:ext cx="5862707" cy="2116203"/>
      </dsp:txXfrm>
    </dsp:sp>
    <dsp:sp modelId="{8CC8437B-69D6-46EB-85F9-20D78CCA8CC1}">
      <dsp:nvSpPr>
        <dsp:cNvPr id="0" name=""/>
        <dsp:cNvSpPr/>
      </dsp:nvSpPr>
      <dsp:spPr>
        <a:xfrm>
          <a:off x="6180085" y="2001544"/>
          <a:ext cx="1654986" cy="1654986"/>
        </a:xfrm>
        <a:prstGeom prst="downArrow">
          <a:avLst>
            <a:gd name="adj1" fmla="val 55000"/>
            <a:gd name="adj2" fmla="val 45000"/>
          </a:avLst>
        </a:prstGeom>
        <a:solidFill>
          <a:srgbClr val="FF0000">
            <a:alpha val="90000"/>
          </a:srgbClr>
        </a:solidFill>
        <a:ln w="1587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lvl="0" algn="ctr" defTabSz="1600200">
            <a:lnSpc>
              <a:spcPct val="90000"/>
            </a:lnSpc>
            <a:spcBef>
              <a:spcPct val="0"/>
            </a:spcBef>
            <a:spcAft>
              <a:spcPct val="35000"/>
            </a:spcAft>
          </a:pPr>
          <a:endParaRPr lang="en-MY" sz="3600" kern="1200"/>
        </a:p>
      </dsp:txBody>
      <dsp:txXfrm>
        <a:off x="6552457" y="2001544"/>
        <a:ext cx="910242" cy="124537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FED1F0-7B3C-4A38-940B-51C26C733FB7}">
      <dsp:nvSpPr>
        <dsp:cNvPr id="0" name=""/>
        <dsp:cNvSpPr/>
      </dsp:nvSpPr>
      <dsp:spPr>
        <a:xfrm>
          <a:off x="-209150" y="0"/>
          <a:ext cx="8014969" cy="1086802"/>
        </a:xfrm>
        <a:prstGeom prst="roundRect">
          <a:avLst>
            <a:gd name="adj" fmla="val 10000"/>
          </a:avLst>
        </a:prstGeom>
        <a:solidFill>
          <a:schemeClr val="accent3">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lvl="0" algn="l" defTabSz="1200150">
            <a:lnSpc>
              <a:spcPct val="90000"/>
            </a:lnSpc>
            <a:spcBef>
              <a:spcPct val="0"/>
            </a:spcBef>
            <a:spcAft>
              <a:spcPct val="35000"/>
            </a:spcAft>
          </a:pPr>
          <a:r>
            <a:rPr lang="ms-MY" sz="2700" kern="1200" dirty="0">
              <a:latin typeface="Tahoma" panose="020B0604030504040204" pitchFamily="34" charset="0"/>
              <a:ea typeface="Tahoma" panose="020B0604030504040204" pitchFamily="34" charset="0"/>
              <a:cs typeface="Tahoma" panose="020B0604030504040204" pitchFamily="34" charset="0"/>
            </a:rPr>
            <a:t>Peraturan mengelaskan suratan, maklumat dan bahan rasmi adalah seperti berikut:</a:t>
          </a:r>
        </a:p>
      </dsp:txBody>
      <dsp:txXfrm>
        <a:off x="-177319" y="31831"/>
        <a:ext cx="6750390" cy="1023140"/>
      </dsp:txXfrm>
    </dsp:sp>
    <dsp:sp modelId="{BD0DA0CD-CFC4-4A88-99AF-1DCEDC32D5AB}">
      <dsp:nvSpPr>
        <dsp:cNvPr id="0" name=""/>
        <dsp:cNvSpPr/>
      </dsp:nvSpPr>
      <dsp:spPr>
        <a:xfrm>
          <a:off x="-40" y="1210544"/>
          <a:ext cx="8827527" cy="1086802"/>
        </a:xfrm>
        <a:prstGeom prst="roundRect">
          <a:avLst>
            <a:gd name="adj" fmla="val 10000"/>
          </a:avLst>
        </a:prstGeom>
        <a:solidFill>
          <a:schemeClr val="accent3">
            <a:hueOff val="-579010"/>
            <a:satOff val="-2825"/>
            <a:lumOff val="-98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lang="ms-MY" sz="2800" kern="1200" dirty="0">
              <a:latin typeface="Tahoma" panose="020B0604030504040204" pitchFamily="34" charset="0"/>
              <a:ea typeface="Tahoma" panose="020B0604030504040204" pitchFamily="34" charset="0"/>
              <a:cs typeface="Tahoma" panose="020B0604030504040204" pitchFamily="34" charset="0"/>
            </a:rPr>
            <a:t>Suratan, maklumat dan bahan rasmi adalah milik Jabatan sendiri;</a:t>
          </a:r>
        </a:p>
      </dsp:txBody>
      <dsp:txXfrm>
        <a:off x="31791" y="1242375"/>
        <a:ext cx="7246520" cy="1023140"/>
      </dsp:txXfrm>
    </dsp:sp>
    <dsp:sp modelId="{4BA9AEBE-1F0E-46BD-BBD6-47D473B8DDF0}">
      <dsp:nvSpPr>
        <dsp:cNvPr id="0" name=""/>
        <dsp:cNvSpPr/>
      </dsp:nvSpPr>
      <dsp:spPr>
        <a:xfrm>
          <a:off x="141624" y="2373242"/>
          <a:ext cx="9877087" cy="1371903"/>
        </a:xfrm>
        <a:prstGeom prst="roundRect">
          <a:avLst>
            <a:gd name="adj" fmla="val 10000"/>
          </a:avLst>
        </a:prstGeom>
        <a:solidFill>
          <a:schemeClr val="accent3">
            <a:hueOff val="-1158020"/>
            <a:satOff val="-5649"/>
            <a:lumOff val="-196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l" defTabSz="1066800">
            <a:lnSpc>
              <a:spcPct val="90000"/>
            </a:lnSpc>
            <a:spcBef>
              <a:spcPct val="0"/>
            </a:spcBef>
            <a:spcAft>
              <a:spcPct val="35000"/>
            </a:spcAft>
          </a:pPr>
          <a:r>
            <a:rPr lang="ms-MY" sz="2400" kern="1200" dirty="0">
              <a:latin typeface="Tahoma" panose="020B0604030504040204" pitchFamily="34" charset="0"/>
              <a:ea typeface="Tahoma" panose="020B0604030504040204" pitchFamily="34" charset="0"/>
              <a:cs typeface="Tahoma" panose="020B0604030504040204" pitchFamily="34" charset="0"/>
            </a:rPr>
            <a:t>Pengelasan dibuat oleh seorang Menteri, Menteri Besar, Ketua Menteri atau pegawai awam yang dilantik untuk mengelaskan apa-apa suratan rasmi, maklumat dan bahan di bawah </a:t>
          </a:r>
          <a:r>
            <a:rPr lang="ms-MY" sz="2400" kern="1200" dirty="0" smtClean="0">
              <a:solidFill>
                <a:schemeClr val="tx2"/>
              </a:solidFill>
              <a:latin typeface="Tahoma" panose="020B0604030504040204" pitchFamily="34" charset="0"/>
              <a:ea typeface="Tahoma" panose="020B0604030504040204" pitchFamily="34" charset="0"/>
              <a:cs typeface="Tahoma" panose="020B0604030504040204" pitchFamily="34" charset="0"/>
            </a:rPr>
            <a:t>Seksyen </a:t>
          </a:r>
          <a:r>
            <a:rPr lang="ms-MY" sz="2400" kern="1200" dirty="0">
              <a:solidFill>
                <a:schemeClr val="tx2"/>
              </a:solidFill>
              <a:latin typeface="Tahoma" panose="020B0604030504040204" pitchFamily="34" charset="0"/>
              <a:ea typeface="Tahoma" panose="020B0604030504040204" pitchFamily="34" charset="0"/>
              <a:cs typeface="Tahoma" panose="020B0604030504040204" pitchFamily="34" charset="0"/>
            </a:rPr>
            <a:t>2B Akta 88</a:t>
          </a:r>
          <a:r>
            <a:rPr lang="ms-MY" sz="2400" kern="1200" dirty="0">
              <a:latin typeface="Tahoma" panose="020B0604030504040204" pitchFamily="34" charset="0"/>
              <a:ea typeface="Tahoma" panose="020B0604030504040204" pitchFamily="34" charset="0"/>
              <a:cs typeface="Tahoma" panose="020B0604030504040204" pitchFamily="34" charset="0"/>
            </a:rPr>
            <a:t>;</a:t>
          </a:r>
        </a:p>
      </dsp:txBody>
      <dsp:txXfrm>
        <a:off x="181806" y="2413424"/>
        <a:ext cx="8111318" cy="1291539"/>
      </dsp:txXfrm>
    </dsp:sp>
    <dsp:sp modelId="{A207C729-F1C8-4FFF-BA88-CE9100BCB292}">
      <dsp:nvSpPr>
        <dsp:cNvPr id="0" name=""/>
        <dsp:cNvSpPr/>
      </dsp:nvSpPr>
      <dsp:spPr>
        <a:xfrm>
          <a:off x="1184652" y="3853210"/>
          <a:ext cx="9107089" cy="1086802"/>
        </a:xfrm>
        <a:prstGeom prst="roundRect">
          <a:avLst>
            <a:gd name="adj" fmla="val 10000"/>
          </a:avLst>
        </a:prstGeom>
        <a:solidFill>
          <a:schemeClr val="accent3">
            <a:hueOff val="-1737030"/>
            <a:satOff val="-8474"/>
            <a:lumOff val="-294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lvl="0" algn="l" defTabSz="1200150">
            <a:lnSpc>
              <a:spcPct val="90000"/>
            </a:lnSpc>
            <a:spcBef>
              <a:spcPct val="0"/>
            </a:spcBef>
            <a:spcAft>
              <a:spcPct val="35000"/>
            </a:spcAft>
          </a:pPr>
          <a:r>
            <a:rPr lang="ms-MY" sz="2700" kern="1200" dirty="0">
              <a:latin typeface="Tahoma" panose="020B0604030504040204" pitchFamily="34" charset="0"/>
              <a:ea typeface="Tahoma" panose="020B0604030504040204" pitchFamily="34" charset="0"/>
              <a:cs typeface="Tahoma" panose="020B0604030504040204" pitchFamily="34" charset="0"/>
            </a:rPr>
            <a:t>Pengelasan</a:t>
          </a:r>
          <a:r>
            <a:rPr lang="fi-FI" sz="2700" kern="1200" dirty="0">
              <a:latin typeface="Tahoma" panose="020B0604030504040204" pitchFamily="34" charset="0"/>
              <a:ea typeface="Tahoma" panose="020B0604030504040204" pitchFamily="34" charset="0"/>
              <a:cs typeface="Tahoma" panose="020B0604030504040204" pitchFamily="34" charset="0"/>
            </a:rPr>
            <a:t> dibuat mengikut ketetapan dalam Arahan ini;</a:t>
          </a:r>
          <a:endParaRPr lang="en-MY" sz="2700" kern="1200" dirty="0">
            <a:latin typeface="Tahoma" panose="020B0604030504040204" pitchFamily="34" charset="0"/>
            <a:ea typeface="Tahoma" panose="020B0604030504040204" pitchFamily="34" charset="0"/>
            <a:cs typeface="Tahoma" panose="020B0604030504040204" pitchFamily="34" charset="0"/>
          </a:endParaRPr>
        </a:p>
      </dsp:txBody>
      <dsp:txXfrm>
        <a:off x="1216483" y="3885041"/>
        <a:ext cx="7478029" cy="1023140"/>
      </dsp:txXfrm>
    </dsp:sp>
    <dsp:sp modelId="{BEDFF87D-7010-4CD0-99A9-8859FFF0F8CC}">
      <dsp:nvSpPr>
        <dsp:cNvPr id="0" name=""/>
        <dsp:cNvSpPr/>
      </dsp:nvSpPr>
      <dsp:spPr>
        <a:xfrm>
          <a:off x="7035517" y="832392"/>
          <a:ext cx="706421" cy="706421"/>
        </a:xfrm>
        <a:prstGeom prst="downArrow">
          <a:avLst>
            <a:gd name="adj1" fmla="val 55000"/>
            <a:gd name="adj2" fmla="val 45000"/>
          </a:avLst>
        </a:prstGeom>
        <a:solidFill>
          <a:schemeClr val="accent3">
            <a:tint val="40000"/>
            <a:alpha val="90000"/>
            <a:hueOff val="0"/>
            <a:satOff val="0"/>
            <a:lumOff val="0"/>
            <a:alphaOff val="0"/>
          </a:schemeClr>
        </a:solidFill>
        <a:ln w="15875" cap="rnd"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0640" tIns="40640" rIns="40640" bIns="40640" numCol="1" spcCol="1270" anchor="ctr" anchorCtr="0">
          <a:noAutofit/>
        </a:bodyPr>
        <a:lstStyle/>
        <a:p>
          <a:pPr lvl="0" algn="ctr" defTabSz="1422400">
            <a:lnSpc>
              <a:spcPct val="90000"/>
            </a:lnSpc>
            <a:spcBef>
              <a:spcPct val="0"/>
            </a:spcBef>
            <a:spcAft>
              <a:spcPct val="35000"/>
            </a:spcAft>
          </a:pPr>
          <a:endParaRPr lang="en-MY" sz="3200" kern="1200"/>
        </a:p>
      </dsp:txBody>
      <dsp:txXfrm>
        <a:off x="7194462" y="832392"/>
        <a:ext cx="388531" cy="531582"/>
      </dsp:txXfrm>
    </dsp:sp>
    <dsp:sp modelId="{E8661505-4D8E-4EAE-9C78-A817C753D727}">
      <dsp:nvSpPr>
        <dsp:cNvPr id="0" name=""/>
        <dsp:cNvSpPr/>
      </dsp:nvSpPr>
      <dsp:spPr>
        <a:xfrm>
          <a:off x="7706771" y="2116795"/>
          <a:ext cx="706421" cy="706421"/>
        </a:xfrm>
        <a:prstGeom prst="downArrow">
          <a:avLst>
            <a:gd name="adj1" fmla="val 55000"/>
            <a:gd name="adj2" fmla="val 45000"/>
          </a:avLst>
        </a:prstGeom>
        <a:solidFill>
          <a:schemeClr val="accent3">
            <a:tint val="40000"/>
            <a:alpha val="90000"/>
            <a:hueOff val="-700614"/>
            <a:satOff val="-5298"/>
            <a:lumOff val="-441"/>
            <a:alphaOff val="0"/>
          </a:schemeClr>
        </a:solidFill>
        <a:ln w="15875" cap="rnd" cmpd="sng" algn="ctr">
          <a:solidFill>
            <a:schemeClr val="accent3">
              <a:tint val="40000"/>
              <a:alpha val="90000"/>
              <a:hueOff val="-700614"/>
              <a:satOff val="-5298"/>
              <a:lumOff val="-441"/>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0640" tIns="40640" rIns="40640" bIns="40640" numCol="1" spcCol="1270" anchor="ctr" anchorCtr="0">
          <a:noAutofit/>
        </a:bodyPr>
        <a:lstStyle/>
        <a:p>
          <a:pPr lvl="0" algn="ctr" defTabSz="1422400">
            <a:lnSpc>
              <a:spcPct val="90000"/>
            </a:lnSpc>
            <a:spcBef>
              <a:spcPct val="0"/>
            </a:spcBef>
            <a:spcAft>
              <a:spcPct val="35000"/>
            </a:spcAft>
          </a:pPr>
          <a:endParaRPr lang="en-MY" sz="3200" kern="1200"/>
        </a:p>
      </dsp:txBody>
      <dsp:txXfrm>
        <a:off x="7865716" y="2116795"/>
        <a:ext cx="388531" cy="531582"/>
      </dsp:txXfrm>
    </dsp:sp>
    <dsp:sp modelId="{0DDC5E50-60B0-4D4F-800D-AFDA4CCA3734}">
      <dsp:nvSpPr>
        <dsp:cNvPr id="0" name=""/>
        <dsp:cNvSpPr/>
      </dsp:nvSpPr>
      <dsp:spPr>
        <a:xfrm>
          <a:off x="8368006" y="3401198"/>
          <a:ext cx="706421" cy="706421"/>
        </a:xfrm>
        <a:prstGeom prst="downArrow">
          <a:avLst>
            <a:gd name="adj1" fmla="val 55000"/>
            <a:gd name="adj2" fmla="val 45000"/>
          </a:avLst>
        </a:prstGeom>
        <a:solidFill>
          <a:schemeClr val="accent3">
            <a:tint val="40000"/>
            <a:alpha val="90000"/>
            <a:hueOff val="-1401228"/>
            <a:satOff val="-10597"/>
            <a:lumOff val="-882"/>
            <a:alphaOff val="0"/>
          </a:schemeClr>
        </a:solidFill>
        <a:ln w="15875" cap="rnd" cmpd="sng" algn="ctr">
          <a:solidFill>
            <a:schemeClr val="accent3">
              <a:tint val="40000"/>
              <a:alpha val="90000"/>
              <a:hueOff val="-1401228"/>
              <a:satOff val="-10597"/>
              <a:lumOff val="-882"/>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0640" tIns="40640" rIns="40640" bIns="40640" numCol="1" spcCol="1270" anchor="ctr" anchorCtr="0">
          <a:noAutofit/>
        </a:bodyPr>
        <a:lstStyle/>
        <a:p>
          <a:pPr lvl="0" algn="ctr" defTabSz="1422400">
            <a:lnSpc>
              <a:spcPct val="90000"/>
            </a:lnSpc>
            <a:spcBef>
              <a:spcPct val="0"/>
            </a:spcBef>
            <a:spcAft>
              <a:spcPct val="35000"/>
            </a:spcAft>
          </a:pPr>
          <a:endParaRPr lang="en-MY" sz="3200" kern="1200"/>
        </a:p>
      </dsp:txBody>
      <dsp:txXfrm>
        <a:off x="8526951" y="3401198"/>
        <a:ext cx="388531" cy="53158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28979A-6111-4937-A942-DEAE86083632}">
      <dsp:nvSpPr>
        <dsp:cNvPr id="0" name=""/>
        <dsp:cNvSpPr/>
      </dsp:nvSpPr>
      <dsp:spPr>
        <a:xfrm>
          <a:off x="0" y="0"/>
          <a:ext cx="8515905" cy="1482003"/>
        </a:xfrm>
        <a:prstGeom prst="roundRect">
          <a:avLst>
            <a:gd name="adj" fmla="val 10000"/>
          </a:avLst>
        </a:prstGeom>
        <a:solidFill>
          <a:schemeClr val="accent3">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l" defTabSz="1066800">
            <a:lnSpc>
              <a:spcPct val="90000"/>
            </a:lnSpc>
            <a:spcBef>
              <a:spcPct val="0"/>
            </a:spcBef>
            <a:spcAft>
              <a:spcPct val="35000"/>
            </a:spcAft>
          </a:pPr>
          <a:r>
            <a:rPr lang="fi-FI" sz="2400" kern="1200" dirty="0">
              <a:latin typeface="Tahoma" panose="020B0604030504040204" pitchFamily="34" charset="0"/>
              <a:ea typeface="Tahoma" panose="020B0604030504040204" pitchFamily="34" charset="0"/>
              <a:cs typeface="Tahoma" panose="020B0604030504040204" pitchFamily="34" charset="0"/>
            </a:rPr>
            <a:t>Pemula perlu membuat penilaian risiko ke atas suratan, maklumat dan bahan rasmi yang dikelaskan;</a:t>
          </a:r>
          <a:endParaRPr lang="ms-MY" sz="2400" kern="1200" dirty="0">
            <a:latin typeface="Tahoma" panose="020B0604030504040204" pitchFamily="34" charset="0"/>
            <a:ea typeface="Tahoma" panose="020B0604030504040204" pitchFamily="34" charset="0"/>
            <a:cs typeface="Tahoma" panose="020B0604030504040204" pitchFamily="34" charset="0"/>
          </a:endParaRPr>
        </a:p>
      </dsp:txBody>
      <dsp:txXfrm>
        <a:off x="43406" y="43406"/>
        <a:ext cx="6916708" cy="1395191"/>
      </dsp:txXfrm>
    </dsp:sp>
    <dsp:sp modelId="{3BDB2321-BC30-4E67-827D-7B5C1221C3D6}">
      <dsp:nvSpPr>
        <dsp:cNvPr id="0" name=""/>
        <dsp:cNvSpPr/>
      </dsp:nvSpPr>
      <dsp:spPr>
        <a:xfrm>
          <a:off x="751403" y="1659335"/>
          <a:ext cx="8515905" cy="1621341"/>
        </a:xfrm>
        <a:prstGeom prst="roundRect">
          <a:avLst>
            <a:gd name="adj" fmla="val 10000"/>
          </a:avLst>
        </a:prstGeom>
        <a:solidFill>
          <a:schemeClr val="accent3">
            <a:hueOff val="-868515"/>
            <a:satOff val="-4237"/>
            <a:lumOff val="-147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l" defTabSz="1066800">
            <a:lnSpc>
              <a:spcPct val="90000"/>
            </a:lnSpc>
            <a:spcBef>
              <a:spcPct val="0"/>
            </a:spcBef>
            <a:spcAft>
              <a:spcPct val="35000"/>
            </a:spcAft>
          </a:pPr>
          <a:r>
            <a:rPr lang="fi-FI" sz="2400" kern="1200" dirty="0">
              <a:latin typeface="Tahoma" panose="020B0604030504040204" pitchFamily="34" charset="0"/>
              <a:ea typeface="Tahoma" panose="020B0604030504040204" pitchFamily="34" charset="0"/>
              <a:cs typeface="Tahoma" panose="020B0604030504040204" pitchFamily="34" charset="0"/>
            </a:rPr>
            <a:t>Pegawai Pengelas hendaklah merekodkan perkara-perkara dalam Jadual di dalam Buku Daftar Suratan Rahsia Rasmi Di Bawah Jadual Akta Rahsia Rasmi 1972 Dan Berhubungan Dengannya; dan</a:t>
          </a:r>
          <a:endParaRPr lang="ms-MY" sz="2400" kern="1200" dirty="0">
            <a:latin typeface="Tahoma" panose="020B0604030504040204" pitchFamily="34" charset="0"/>
            <a:ea typeface="Tahoma" panose="020B0604030504040204" pitchFamily="34" charset="0"/>
            <a:cs typeface="Tahoma" panose="020B0604030504040204" pitchFamily="34" charset="0"/>
          </a:endParaRPr>
        </a:p>
      </dsp:txBody>
      <dsp:txXfrm>
        <a:off x="798890" y="1706822"/>
        <a:ext cx="6706225" cy="1526367"/>
      </dsp:txXfrm>
    </dsp:sp>
    <dsp:sp modelId="{12764B86-69CF-4A6D-95AE-4B30D3DE1DE8}">
      <dsp:nvSpPr>
        <dsp:cNvPr id="0" name=""/>
        <dsp:cNvSpPr/>
      </dsp:nvSpPr>
      <dsp:spPr>
        <a:xfrm>
          <a:off x="1502806" y="3458009"/>
          <a:ext cx="8515905" cy="1482003"/>
        </a:xfrm>
        <a:prstGeom prst="roundRect">
          <a:avLst>
            <a:gd name="adj" fmla="val 10000"/>
          </a:avLst>
        </a:prstGeom>
        <a:solidFill>
          <a:schemeClr val="accent3">
            <a:hueOff val="-1737030"/>
            <a:satOff val="-8474"/>
            <a:lumOff val="-294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a:lnSpc>
              <a:spcPct val="90000"/>
            </a:lnSpc>
            <a:spcBef>
              <a:spcPct val="0"/>
            </a:spcBef>
            <a:spcAft>
              <a:spcPct val="35000"/>
            </a:spcAft>
          </a:pPr>
          <a:r>
            <a:rPr lang="fi-FI" sz="2000" kern="1200" dirty="0">
              <a:latin typeface="Tahoma" panose="020B0604030504040204" pitchFamily="34" charset="0"/>
              <a:ea typeface="Tahoma" panose="020B0604030504040204" pitchFamily="34" charset="0"/>
              <a:cs typeface="Tahoma" panose="020B0604030504040204" pitchFamily="34" charset="0"/>
            </a:rPr>
            <a:t>Pegawai Pengelas hendaklah merekodkan perkara-perkara luar Jadual dan menandatangani Buku Daftar Suratan Rahsia Rasmi Di Luar Jadual Akta Rahsia Rasmi 1972 Dan Berhubungan Dengannya Yang Dikelaskan.</a:t>
          </a:r>
          <a:endParaRPr lang="en-MY" sz="2000" kern="1200" dirty="0">
            <a:latin typeface="Tahoma" panose="020B0604030504040204" pitchFamily="34" charset="0"/>
            <a:ea typeface="Tahoma" panose="020B0604030504040204" pitchFamily="34" charset="0"/>
            <a:cs typeface="Tahoma" panose="020B0604030504040204" pitchFamily="34" charset="0"/>
          </a:endParaRPr>
        </a:p>
      </dsp:txBody>
      <dsp:txXfrm>
        <a:off x="1546212" y="3501415"/>
        <a:ext cx="6714387" cy="1395191"/>
      </dsp:txXfrm>
    </dsp:sp>
    <dsp:sp modelId="{66B74952-405B-4EE5-B54D-F5F1AB802884}">
      <dsp:nvSpPr>
        <dsp:cNvPr id="0" name=""/>
        <dsp:cNvSpPr/>
      </dsp:nvSpPr>
      <dsp:spPr>
        <a:xfrm>
          <a:off x="7552602" y="1123852"/>
          <a:ext cx="963302" cy="963302"/>
        </a:xfrm>
        <a:prstGeom prst="downArrow">
          <a:avLst>
            <a:gd name="adj1" fmla="val 55000"/>
            <a:gd name="adj2" fmla="val 45000"/>
          </a:avLst>
        </a:prstGeom>
        <a:solidFill>
          <a:schemeClr val="accent3">
            <a:tint val="40000"/>
            <a:alpha val="90000"/>
            <a:hueOff val="0"/>
            <a:satOff val="0"/>
            <a:lumOff val="0"/>
            <a:alphaOff val="0"/>
          </a:schemeClr>
        </a:solidFill>
        <a:ln w="15875" cap="rnd"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lvl="0" algn="ctr" defTabSz="1600200">
            <a:lnSpc>
              <a:spcPct val="90000"/>
            </a:lnSpc>
            <a:spcBef>
              <a:spcPct val="0"/>
            </a:spcBef>
            <a:spcAft>
              <a:spcPct val="35000"/>
            </a:spcAft>
          </a:pPr>
          <a:endParaRPr lang="en-MY" sz="3600" kern="1200"/>
        </a:p>
      </dsp:txBody>
      <dsp:txXfrm>
        <a:off x="7769345" y="1123852"/>
        <a:ext cx="529816" cy="724885"/>
      </dsp:txXfrm>
    </dsp:sp>
    <dsp:sp modelId="{DF9F4E7F-7898-4CCB-80E3-D3022D5C68D9}">
      <dsp:nvSpPr>
        <dsp:cNvPr id="0" name=""/>
        <dsp:cNvSpPr/>
      </dsp:nvSpPr>
      <dsp:spPr>
        <a:xfrm>
          <a:off x="8304006" y="2842977"/>
          <a:ext cx="963302" cy="963302"/>
        </a:xfrm>
        <a:prstGeom prst="downArrow">
          <a:avLst>
            <a:gd name="adj1" fmla="val 55000"/>
            <a:gd name="adj2" fmla="val 45000"/>
          </a:avLst>
        </a:prstGeom>
        <a:solidFill>
          <a:schemeClr val="accent3">
            <a:tint val="40000"/>
            <a:alpha val="90000"/>
            <a:hueOff val="-1401228"/>
            <a:satOff val="-10597"/>
            <a:lumOff val="-882"/>
            <a:alphaOff val="0"/>
          </a:schemeClr>
        </a:solidFill>
        <a:ln w="15875" cap="rnd" cmpd="sng" algn="ctr">
          <a:solidFill>
            <a:schemeClr val="accent3">
              <a:tint val="40000"/>
              <a:alpha val="90000"/>
              <a:hueOff val="-1401228"/>
              <a:satOff val="-10597"/>
              <a:lumOff val="-882"/>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lvl="0" algn="ctr" defTabSz="1600200">
            <a:lnSpc>
              <a:spcPct val="90000"/>
            </a:lnSpc>
            <a:spcBef>
              <a:spcPct val="0"/>
            </a:spcBef>
            <a:spcAft>
              <a:spcPct val="35000"/>
            </a:spcAft>
          </a:pPr>
          <a:endParaRPr lang="en-MY" sz="3600" kern="1200"/>
        </a:p>
      </dsp:txBody>
      <dsp:txXfrm>
        <a:off x="8520749" y="2842977"/>
        <a:ext cx="529816" cy="724885"/>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19B065-84F1-438F-94A3-2DD2E4B36A40}">
      <dsp:nvSpPr>
        <dsp:cNvPr id="0" name=""/>
        <dsp:cNvSpPr/>
      </dsp:nvSpPr>
      <dsp:spPr>
        <a:xfrm>
          <a:off x="1044" y="2089456"/>
          <a:ext cx="2436417" cy="20462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688" tIns="60960" rIns="170688" bIns="60960" numCol="1" spcCol="1270" anchor="ctr" anchorCtr="0">
          <a:noAutofit/>
        </a:bodyPr>
        <a:lstStyle/>
        <a:p>
          <a:pPr lvl="0" algn="ctr" defTabSz="1066800">
            <a:lnSpc>
              <a:spcPct val="90000"/>
            </a:lnSpc>
            <a:spcBef>
              <a:spcPct val="0"/>
            </a:spcBef>
            <a:spcAft>
              <a:spcPct val="35000"/>
            </a:spcAft>
          </a:pPr>
          <a:r>
            <a:rPr lang="en-MY" sz="2400" b="1" kern="1200" dirty="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PENGELASAN SEMULA</a:t>
          </a:r>
        </a:p>
      </dsp:txBody>
      <dsp:txXfrm>
        <a:off x="1044" y="2089456"/>
        <a:ext cx="2436417" cy="2046296"/>
      </dsp:txXfrm>
    </dsp:sp>
    <dsp:sp modelId="{7CA74D61-50FF-40B0-A0CC-206E1CD5E8A1}">
      <dsp:nvSpPr>
        <dsp:cNvPr id="0" name=""/>
        <dsp:cNvSpPr/>
      </dsp:nvSpPr>
      <dsp:spPr>
        <a:xfrm>
          <a:off x="2437462" y="203512"/>
          <a:ext cx="487283" cy="5818183"/>
        </a:xfrm>
        <a:prstGeom prst="leftBrace">
          <a:avLst>
            <a:gd name="adj1" fmla="val 35000"/>
            <a:gd name="adj2" fmla="val 50000"/>
          </a:avLst>
        </a:pr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0E058B1-5628-45BC-A5C0-25DCBEB0DFEA}">
      <dsp:nvSpPr>
        <dsp:cNvPr id="0" name=""/>
        <dsp:cNvSpPr/>
      </dsp:nvSpPr>
      <dsp:spPr>
        <a:xfrm>
          <a:off x="3106406" y="172036"/>
          <a:ext cx="7586983" cy="5818183"/>
        </a:xfrm>
        <a:prstGeom prst="rect">
          <a:avLst/>
        </a:prstGeom>
        <a:solidFill>
          <a:schemeClr val="accent1">
            <a:lumMod val="7500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228600" lvl="1" indent="-228600" algn="just" defTabSz="1111250">
            <a:lnSpc>
              <a:spcPct val="90000"/>
            </a:lnSpc>
            <a:spcBef>
              <a:spcPct val="0"/>
            </a:spcBef>
            <a:spcAft>
              <a:spcPct val="15000"/>
            </a:spcAft>
            <a:buChar char="••"/>
          </a:pPr>
          <a:r>
            <a:rPr lang="ms-MY" sz="2500" b="1" kern="1200" dirty="0">
              <a:solidFill>
                <a:schemeClr val="bg1"/>
              </a:solidFill>
              <a:latin typeface="Tahoma" panose="020B0604030504040204" pitchFamily="34" charset="0"/>
              <a:ea typeface="Tahoma" panose="020B0604030504040204" pitchFamily="34" charset="0"/>
              <a:cs typeface="Tahoma" panose="020B0604030504040204" pitchFamily="34" charset="0"/>
            </a:rPr>
            <a:t>Pengelasan semula apa-apa rahsia rasmi boleh dilaksanakan pada bila-bila masa oleh Menteri atau pegawai awam yang dipertanggungkan dengan apa-apa tanggungjawab tentang mana-mana kementerian, jabatan atau mana-mana perkhidmatan awam atau Menteri Besar atau Ketua Menteri sesuatu Negeri atau ketua pegawai yang menjaga hal ehwal pentadbiran sesuatu Negeri mengikut seksyen 2C Akta 88, atau mana-mana orang yang diturunkan kuasa oleh Menteri mengikut seksyen 5 Akta Perwakilan Kuasa 1956 [Akta 358]. Selepas pengelasan semula tersebut, rahsia rasmi itu hendaklah terhenti menjadi rahsia rasmi.</a:t>
          </a:r>
          <a:endParaRPr lang="en-MY" sz="2500" kern="1200" dirty="0">
            <a:solidFill>
              <a:schemeClr val="bg1"/>
            </a:solidFill>
          </a:endParaRPr>
        </a:p>
      </dsp:txBody>
      <dsp:txXfrm>
        <a:off x="3106406" y="172036"/>
        <a:ext cx="7586983" cy="5818183"/>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3345E7-8F75-4B0C-AC41-E2DC5796E97C}">
      <dsp:nvSpPr>
        <dsp:cNvPr id="0" name=""/>
        <dsp:cNvSpPr/>
      </dsp:nvSpPr>
      <dsp:spPr>
        <a:xfrm rot="5400000">
          <a:off x="5902149" y="-1811197"/>
          <a:ext cx="2207390" cy="6025735"/>
        </a:xfrm>
        <a:prstGeom prst="round2SameRect">
          <a:avLst/>
        </a:prstGeom>
        <a:solidFill>
          <a:srgbClr val="00B0F0">
            <a:alpha val="90000"/>
          </a:srgbClr>
        </a:solidFill>
        <a:ln w="1587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1066800">
            <a:lnSpc>
              <a:spcPct val="90000"/>
            </a:lnSpc>
            <a:spcBef>
              <a:spcPct val="0"/>
            </a:spcBef>
            <a:spcAft>
              <a:spcPct val="15000"/>
            </a:spcAft>
            <a:buChar char="••"/>
          </a:pPr>
          <a:r>
            <a:rPr lang="ms-MY" sz="2400" b="1" kern="1200" dirty="0">
              <a:latin typeface="Tahoma" panose="020B0604030504040204" pitchFamily="34" charset="0"/>
              <a:ea typeface="Tahoma" panose="020B0604030504040204" pitchFamily="34" charset="0"/>
              <a:cs typeface="Tahoma" panose="020B0604030504040204" pitchFamily="34" charset="0"/>
            </a:rPr>
            <a:t>sebelah luar kulit hadapan dan belakang, </a:t>
          </a:r>
          <a:endParaRPr lang="en-US" sz="2400" kern="1200" dirty="0"/>
        </a:p>
        <a:p>
          <a:pPr marL="228600" lvl="1" indent="-228600" algn="l" defTabSz="1066800">
            <a:lnSpc>
              <a:spcPct val="90000"/>
            </a:lnSpc>
            <a:spcBef>
              <a:spcPct val="0"/>
            </a:spcBef>
            <a:spcAft>
              <a:spcPct val="15000"/>
            </a:spcAft>
            <a:buChar char="••"/>
          </a:pPr>
          <a:r>
            <a:rPr lang="ms-MY" sz="2400" b="1" kern="1200" dirty="0">
              <a:latin typeface="Tahoma" panose="020B0604030504040204" pitchFamily="34" charset="0"/>
              <a:ea typeface="Tahoma" panose="020B0604030504040204" pitchFamily="34" charset="0"/>
              <a:cs typeface="Tahoma" panose="020B0604030504040204" pitchFamily="34" charset="0"/>
            </a:rPr>
            <a:t>muka tajuk </a:t>
          </a:r>
        </a:p>
        <a:p>
          <a:pPr marL="228600" lvl="1" indent="-228600" algn="l" defTabSz="1066800">
            <a:lnSpc>
              <a:spcPct val="90000"/>
            </a:lnSpc>
            <a:spcBef>
              <a:spcPct val="0"/>
            </a:spcBef>
            <a:spcAft>
              <a:spcPct val="15000"/>
            </a:spcAft>
            <a:buChar char="••"/>
          </a:pPr>
          <a:r>
            <a:rPr lang="ms-MY" sz="2400" b="1" kern="1200">
              <a:latin typeface="Tahoma" panose="020B0604030504040204" pitchFamily="34" charset="0"/>
              <a:ea typeface="Tahoma" panose="020B0604030504040204" pitchFamily="34" charset="0"/>
              <a:cs typeface="Tahoma" panose="020B0604030504040204" pitchFamily="34" charset="0"/>
            </a:rPr>
            <a:t>muka surat pertama </a:t>
          </a:r>
          <a:endParaRPr lang="ms-MY" sz="2400" b="1" kern="1200" dirty="0">
            <a:latin typeface="Tahoma" panose="020B0604030504040204" pitchFamily="34" charset="0"/>
            <a:ea typeface="Tahoma" panose="020B0604030504040204" pitchFamily="34" charset="0"/>
            <a:cs typeface="Tahoma" panose="020B0604030504040204" pitchFamily="34" charset="0"/>
          </a:endParaRPr>
        </a:p>
        <a:p>
          <a:pPr marL="228600" lvl="1" indent="-228600" algn="l" defTabSz="1066800">
            <a:lnSpc>
              <a:spcPct val="90000"/>
            </a:lnSpc>
            <a:spcBef>
              <a:spcPct val="0"/>
            </a:spcBef>
            <a:spcAft>
              <a:spcPct val="15000"/>
            </a:spcAft>
            <a:buChar char="••"/>
          </a:pPr>
          <a:r>
            <a:rPr lang="ms-MY" sz="2400" b="1" kern="1200" dirty="0">
              <a:latin typeface="Tahoma" panose="020B0604030504040204" pitchFamily="34" charset="0"/>
              <a:ea typeface="Tahoma" panose="020B0604030504040204" pitchFamily="34" charset="0"/>
              <a:cs typeface="Tahoma" panose="020B0604030504040204" pitchFamily="34" charset="0"/>
            </a:rPr>
            <a:t>muka surat penghabisan </a:t>
          </a:r>
        </a:p>
      </dsp:txBody>
      <dsp:txXfrm rot="-5400000">
        <a:off x="3992977" y="205731"/>
        <a:ext cx="5917979" cy="1991878"/>
      </dsp:txXfrm>
    </dsp:sp>
    <dsp:sp modelId="{4F3999F9-7DAE-41C9-B5DF-9D08C304757A}">
      <dsp:nvSpPr>
        <dsp:cNvPr id="0" name=""/>
        <dsp:cNvSpPr/>
      </dsp:nvSpPr>
      <dsp:spPr>
        <a:xfrm>
          <a:off x="9" y="0"/>
          <a:ext cx="3989329" cy="2439645"/>
        </a:xfrm>
        <a:prstGeom prst="roundRect">
          <a:avLst/>
        </a:prstGeom>
        <a:solidFill>
          <a:schemeClr val="accent1">
            <a:lumMod val="5000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lvl="0" algn="ctr" defTabSz="889000">
            <a:lnSpc>
              <a:spcPct val="90000"/>
            </a:lnSpc>
            <a:spcBef>
              <a:spcPct val="0"/>
            </a:spcBef>
            <a:spcAft>
              <a:spcPct val="35000"/>
            </a:spcAft>
          </a:pPr>
          <a:r>
            <a:rPr lang="en-US" sz="2000" kern="1200" dirty="0">
              <a:latin typeface="Tahoma" panose="020B0604030504040204" pitchFamily="34" charset="0"/>
              <a:ea typeface="Tahoma" panose="020B0604030504040204" pitchFamily="34" charset="0"/>
              <a:cs typeface="Tahoma" panose="020B0604030504040204" pitchFamily="34" charset="0"/>
            </a:rPr>
            <a:t>PERINGKAT KESELAMATAN HENDAKLAH DITANDA  DENGAN HURUF CERAI ATAU DICAP HURUF BESAR TIDAK KURANG DARIPADA 7 MM</a:t>
          </a:r>
        </a:p>
      </dsp:txBody>
      <dsp:txXfrm>
        <a:off x="119103" y="119094"/>
        <a:ext cx="3751141" cy="2201457"/>
      </dsp:txXfrm>
    </dsp:sp>
    <dsp:sp modelId="{EFB2567E-4E41-4CB7-8B35-97F58732C891}">
      <dsp:nvSpPr>
        <dsp:cNvPr id="0" name=""/>
        <dsp:cNvSpPr/>
      </dsp:nvSpPr>
      <dsp:spPr>
        <a:xfrm>
          <a:off x="1823" y="2459595"/>
          <a:ext cx="10008936" cy="1404154"/>
        </a:xfrm>
        <a:prstGeom prst="roundRect">
          <a:avLst/>
        </a:prstGeom>
        <a:solidFill>
          <a:srgbClr val="0070C0"/>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40005" rIns="80010" bIns="40005" numCol="1" spcCol="1270" anchor="ctr" anchorCtr="0">
          <a:noAutofit/>
        </a:bodyPr>
        <a:lstStyle/>
        <a:p>
          <a:pPr lvl="0" algn="ctr" defTabSz="933450">
            <a:lnSpc>
              <a:spcPct val="90000"/>
            </a:lnSpc>
            <a:spcBef>
              <a:spcPct val="0"/>
            </a:spcBef>
            <a:spcAft>
              <a:spcPct val="35000"/>
            </a:spcAft>
          </a:pPr>
          <a:r>
            <a:rPr lang="ms-MY" sz="2100" b="1" kern="1200" dirty="0">
              <a:latin typeface="Tahoma" panose="020B0604030504040204" pitchFamily="34" charset="0"/>
              <a:ea typeface="Tahoma" panose="020B0604030504040204" pitchFamily="34" charset="0"/>
              <a:cs typeface="Tahoma" panose="020B0604030504040204" pitchFamily="34" charset="0"/>
            </a:rPr>
            <a:t>Peringkat keselamatan hendaklah juga ditanda dengan huruf cerai atau dicap dengan huruf besar di penjuru kiri sebelah atas dan di penjuru kanan sebelah bawah di setiap muka yang mengandung perkara bertulis, bercetak atau bercap.</a:t>
          </a:r>
        </a:p>
      </dsp:txBody>
      <dsp:txXfrm>
        <a:off x="70368" y="2528140"/>
        <a:ext cx="9871846" cy="1267064"/>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19B065-84F1-438F-94A3-2DD2E4B36A40}">
      <dsp:nvSpPr>
        <dsp:cNvPr id="0" name=""/>
        <dsp:cNvSpPr/>
      </dsp:nvSpPr>
      <dsp:spPr>
        <a:xfrm>
          <a:off x="1044" y="2832014"/>
          <a:ext cx="2436417" cy="5611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9136" tIns="71120" rIns="199136" bIns="71120" numCol="1" spcCol="1270" anchor="ctr" anchorCtr="0">
          <a:noAutofit/>
        </a:bodyPr>
        <a:lstStyle/>
        <a:p>
          <a:pPr lvl="0" algn="ctr" defTabSz="1244600">
            <a:lnSpc>
              <a:spcPct val="90000"/>
            </a:lnSpc>
            <a:spcBef>
              <a:spcPct val="0"/>
            </a:spcBef>
            <a:spcAft>
              <a:spcPct val="35000"/>
            </a:spcAft>
          </a:pPr>
          <a:r>
            <a:rPr lang="nb-NO" sz="2800" b="1" kern="1200" dirty="0">
              <a:solidFill>
                <a:srgbClr val="C00000"/>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RAHSIA RASMI YANG TIDAK KEKAL TERJILID</a:t>
          </a:r>
          <a:endParaRPr lang="en-MY" sz="2800" b="1" kern="1200" dirty="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endParaRPr>
        </a:p>
      </dsp:txBody>
      <dsp:txXfrm>
        <a:off x="1044" y="2832014"/>
        <a:ext cx="2436417" cy="561179"/>
      </dsp:txXfrm>
    </dsp:sp>
    <dsp:sp modelId="{7CA74D61-50FF-40B0-A0CC-206E1CD5E8A1}">
      <dsp:nvSpPr>
        <dsp:cNvPr id="0" name=""/>
        <dsp:cNvSpPr/>
      </dsp:nvSpPr>
      <dsp:spPr>
        <a:xfrm>
          <a:off x="2437462" y="1165445"/>
          <a:ext cx="487283" cy="3894318"/>
        </a:xfrm>
        <a:prstGeom prst="leftBrace">
          <a:avLst>
            <a:gd name="adj1" fmla="val 35000"/>
            <a:gd name="adj2" fmla="val 50000"/>
          </a:avLst>
        </a:pr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0E058B1-5628-45BC-A5C0-25DCBEB0DFEA}">
      <dsp:nvSpPr>
        <dsp:cNvPr id="0" name=""/>
        <dsp:cNvSpPr/>
      </dsp:nvSpPr>
      <dsp:spPr>
        <a:xfrm>
          <a:off x="3106406" y="1144377"/>
          <a:ext cx="7586983" cy="3894318"/>
        </a:xfrm>
        <a:prstGeom prst="rect">
          <a:avLst/>
        </a:prstGeom>
        <a:solidFill>
          <a:srgbClr val="FF0000"/>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285750" lvl="1" indent="-285750" algn="just" defTabSz="1422400">
            <a:lnSpc>
              <a:spcPct val="90000"/>
            </a:lnSpc>
            <a:spcBef>
              <a:spcPct val="0"/>
            </a:spcBef>
            <a:spcAft>
              <a:spcPct val="15000"/>
            </a:spcAft>
            <a:buChar char="••"/>
          </a:pPr>
          <a:r>
            <a:rPr lang="nb-NO" sz="3200" kern="1200" dirty="0">
              <a:latin typeface="Tahoma" panose="020B0604030504040204" pitchFamily="34" charset="0"/>
              <a:ea typeface="Tahoma" panose="020B0604030504040204" pitchFamily="34" charset="0"/>
              <a:cs typeface="Tahoma" panose="020B0604030504040204" pitchFamily="34" charset="0"/>
            </a:rPr>
            <a:t>Peringkat keselamatan hendaklah ditandakan sebagai rahsia rasmi yang tidak kekal terjilid dengan dicap, ditaip atau ditulis dengan huruf besar di penjuru kiri sebelah atas dan di penjuru kanan sebelah bawah tiap-tiap muka surat yang mengandung perkara bertulis, bercetak atau berca</a:t>
          </a:r>
          <a:r>
            <a:rPr lang="nb-NO" sz="3900" kern="1200" dirty="0"/>
            <a:t>p.</a:t>
          </a:r>
          <a:endParaRPr lang="en-MY" sz="3900" kern="1200" dirty="0">
            <a:solidFill>
              <a:schemeClr val="bg1"/>
            </a:solidFill>
          </a:endParaRPr>
        </a:p>
      </dsp:txBody>
      <dsp:txXfrm>
        <a:off x="3106406" y="1144377"/>
        <a:ext cx="7586983" cy="3894318"/>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D18745-FC53-478E-A6E0-08DA85960FAE}">
      <dsp:nvSpPr>
        <dsp:cNvPr id="0" name=""/>
        <dsp:cNvSpPr/>
      </dsp:nvSpPr>
      <dsp:spPr>
        <a:xfrm>
          <a:off x="0" y="1151051"/>
          <a:ext cx="10018712" cy="176400"/>
        </a:xfrm>
        <a:prstGeom prst="rect">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F697206-8EE6-4644-95DE-E16DDEC2618C}">
      <dsp:nvSpPr>
        <dsp:cNvPr id="0" name=""/>
        <dsp:cNvSpPr/>
      </dsp:nvSpPr>
      <dsp:spPr>
        <a:xfrm>
          <a:off x="500446" y="142158"/>
          <a:ext cx="9145327" cy="1112212"/>
        </a:xfrm>
        <a:prstGeom prst="roundRect">
          <a:avLst/>
        </a:prstGeom>
        <a:solidFill>
          <a:schemeClr val="accent6">
            <a:lumMod val="5000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5078" tIns="0" rIns="265078" bIns="0" numCol="1" spcCol="1270" anchor="ctr" anchorCtr="0">
          <a:noAutofit/>
        </a:bodyPr>
        <a:lstStyle/>
        <a:p>
          <a:pPr lvl="0" algn="l" defTabSz="1066800">
            <a:lnSpc>
              <a:spcPct val="90000"/>
            </a:lnSpc>
            <a:spcBef>
              <a:spcPct val="0"/>
            </a:spcBef>
            <a:spcAft>
              <a:spcPct val="35000"/>
            </a:spcAft>
          </a:pPr>
          <a:r>
            <a:rPr lang="nb-NO" sz="2400" kern="1200" dirty="0">
              <a:latin typeface="Tahoma" panose="020B0604030504040204" pitchFamily="34" charset="0"/>
              <a:ea typeface="Tahoma" panose="020B0604030504040204" pitchFamily="34" charset="0"/>
              <a:cs typeface="Tahoma" panose="020B0604030504040204" pitchFamily="34" charset="0"/>
            </a:rPr>
            <a:t>Peringkat</a:t>
          </a:r>
          <a:r>
            <a:rPr lang="it-IT" sz="2400" kern="1200" dirty="0">
              <a:latin typeface="Tahoma" panose="020B0604030504040204" pitchFamily="34" charset="0"/>
              <a:ea typeface="Tahoma" panose="020B0604030504040204" pitchFamily="34" charset="0"/>
              <a:cs typeface="Tahoma" panose="020B0604030504040204" pitchFamily="34" charset="0"/>
            </a:rPr>
            <a:t> keselamatan fail terperingkat hendaklah ditandakan di sebelah luar kulit hadapan dan belakang.</a:t>
          </a:r>
        </a:p>
      </dsp:txBody>
      <dsp:txXfrm>
        <a:off x="554740" y="196452"/>
        <a:ext cx="9036739" cy="1003624"/>
      </dsp:txXfrm>
    </dsp:sp>
    <dsp:sp modelId="{DD991816-CEC3-4B4D-AD65-10B722327FAC}">
      <dsp:nvSpPr>
        <dsp:cNvPr id="0" name=""/>
        <dsp:cNvSpPr/>
      </dsp:nvSpPr>
      <dsp:spPr>
        <a:xfrm>
          <a:off x="0" y="2530719"/>
          <a:ext cx="10018712" cy="176400"/>
        </a:xfrm>
        <a:prstGeom prst="rect">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6333148-8865-426A-BE8F-62A4C619EFD1}">
      <dsp:nvSpPr>
        <dsp:cNvPr id="0" name=""/>
        <dsp:cNvSpPr/>
      </dsp:nvSpPr>
      <dsp:spPr>
        <a:xfrm>
          <a:off x="500446" y="1365251"/>
          <a:ext cx="9205231" cy="1268788"/>
        </a:xfrm>
        <a:prstGeom prst="roundRect">
          <a:avLst/>
        </a:prstGeom>
        <a:solidFill>
          <a:schemeClr val="accent6">
            <a:lumMod val="5000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5078" tIns="0" rIns="265078" bIns="0" numCol="1" spcCol="1270" anchor="ctr" anchorCtr="0">
          <a:noAutofit/>
        </a:bodyPr>
        <a:lstStyle/>
        <a:p>
          <a:pPr lvl="0" algn="l" defTabSz="1066800">
            <a:lnSpc>
              <a:spcPct val="90000"/>
            </a:lnSpc>
            <a:spcBef>
              <a:spcPct val="0"/>
            </a:spcBef>
            <a:spcAft>
              <a:spcPct val="35000"/>
            </a:spcAft>
          </a:pPr>
          <a:r>
            <a:rPr lang="it-IT" sz="2400" kern="1200" dirty="0">
              <a:latin typeface="Tahoma" panose="020B0604030504040204" pitchFamily="34" charset="0"/>
              <a:ea typeface="Tahoma" panose="020B0604030504040204" pitchFamily="34" charset="0"/>
              <a:cs typeface="Tahoma" panose="020B0604030504040204" pitchFamily="34" charset="0"/>
            </a:rPr>
            <a:t>Nombor rujukan fail hendaklah ditulis di sebelah luar kulit hadapan dan tajuknya dicatatkan di sebelah dalam kulit hadapan. </a:t>
          </a:r>
        </a:p>
      </dsp:txBody>
      <dsp:txXfrm>
        <a:off x="562383" y="1427188"/>
        <a:ext cx="9081357" cy="1144914"/>
      </dsp:txXfrm>
    </dsp:sp>
    <dsp:sp modelId="{9CE3142E-4863-428D-A9D5-F7AA0D30EBB8}">
      <dsp:nvSpPr>
        <dsp:cNvPr id="0" name=""/>
        <dsp:cNvSpPr/>
      </dsp:nvSpPr>
      <dsp:spPr>
        <a:xfrm>
          <a:off x="0" y="3796241"/>
          <a:ext cx="10018712" cy="176400"/>
        </a:xfrm>
        <a:prstGeom prst="rect">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940A329-DC55-4C04-9A6F-DC0F612E2463}">
      <dsp:nvSpPr>
        <dsp:cNvPr id="0" name=""/>
        <dsp:cNvSpPr/>
      </dsp:nvSpPr>
      <dsp:spPr>
        <a:xfrm>
          <a:off x="500446" y="2744919"/>
          <a:ext cx="9201798" cy="1154642"/>
        </a:xfrm>
        <a:prstGeom prst="roundRect">
          <a:avLst/>
        </a:prstGeom>
        <a:solidFill>
          <a:schemeClr val="accent6">
            <a:lumMod val="5000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5078" tIns="0" rIns="265078" bIns="0" numCol="1" spcCol="1270" anchor="ctr" anchorCtr="0">
          <a:noAutofit/>
        </a:bodyPr>
        <a:lstStyle/>
        <a:p>
          <a:pPr lvl="0" algn="l" defTabSz="1066800">
            <a:lnSpc>
              <a:spcPct val="90000"/>
            </a:lnSpc>
            <a:spcBef>
              <a:spcPct val="0"/>
            </a:spcBef>
            <a:spcAft>
              <a:spcPct val="35000"/>
            </a:spcAft>
          </a:pPr>
          <a:r>
            <a:rPr lang="it-IT" sz="2400" kern="1200" dirty="0">
              <a:latin typeface="Tahoma" panose="020B0604030504040204" pitchFamily="34" charset="0"/>
              <a:ea typeface="Tahoma" panose="020B0604030504040204" pitchFamily="34" charset="0"/>
              <a:cs typeface="Tahoma" panose="020B0604030504040204" pitchFamily="34" charset="0"/>
            </a:rPr>
            <a:t>Hanya tajuk fail </a:t>
          </a:r>
          <a:r>
            <a:rPr lang="it-IT" sz="2400" b="1" kern="1200" dirty="0">
              <a:latin typeface="Tahoma" panose="020B0604030504040204" pitchFamily="34" charset="0"/>
              <a:ea typeface="Tahoma" panose="020B0604030504040204" pitchFamily="34" charset="0"/>
              <a:cs typeface="Tahoma" panose="020B0604030504040204" pitchFamily="34" charset="0"/>
            </a:rPr>
            <a:t>‘Terhad’ </a:t>
          </a:r>
          <a:r>
            <a:rPr lang="it-IT" sz="2400" kern="1200" dirty="0">
              <a:latin typeface="Tahoma" panose="020B0604030504040204" pitchFamily="34" charset="0"/>
              <a:ea typeface="Tahoma" panose="020B0604030504040204" pitchFamily="34" charset="0"/>
              <a:cs typeface="Tahoma" panose="020B0604030504040204" pitchFamily="34" charset="0"/>
            </a:rPr>
            <a:t>sahaja boleh dicatatkan di sebelah luar kulit hadapan.</a:t>
          </a:r>
          <a:endParaRPr lang="en-MY" sz="2400" kern="1200" dirty="0">
            <a:latin typeface="Tahoma" panose="020B0604030504040204" pitchFamily="34" charset="0"/>
            <a:ea typeface="Tahoma" panose="020B0604030504040204" pitchFamily="34" charset="0"/>
            <a:cs typeface="Tahoma" panose="020B0604030504040204" pitchFamily="34" charset="0"/>
          </a:endParaRPr>
        </a:p>
      </dsp:txBody>
      <dsp:txXfrm>
        <a:off x="556811" y="2801284"/>
        <a:ext cx="9089068" cy="1041912"/>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VerticalAccentList">
  <dgm:title val=""/>
  <dgm:desc val=""/>
  <dgm:catLst>
    <dgm:cat type="list" pri="16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clrData>
  <dgm:layoutNode name="Name0">
    <dgm:varLst>
      <dgm:chMax/>
      <dgm:chPref/>
      <dgm:dir/>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constrLst>
      <dgm:constr type="primFontSz" for="des" forName="parenttext" refType="primFontSz" refFor="des" refForName="childtext" op="gte"/>
      <dgm:constr type="w" for="ch" forName="composite" refType="w"/>
      <dgm:constr type="h" for="ch" forName="composite" refType="h"/>
      <dgm:constr type="w" for="ch" forName="parallelogramComposite" refType="w"/>
      <dgm:constr type="h" for="ch" forName="parallelogramComposite" refType="h"/>
      <dgm:constr type="w" for="ch" forName="parenttextcomposite" refType="w" fact="0.9"/>
      <dgm:constr type="h" for="ch" forName="parenttextcomposite" refType="h" fact="0.6"/>
      <dgm:constr type="h" for="ch" forName="sibTrans" refType="h" refFor="ch" refForName="composite" op="equ" fact="0.02"/>
      <dgm:constr type="h" for="ch" forName="sibTrans" op="equ"/>
    </dgm:constrLst>
    <dgm:forEach name="nodesForEach" axis="ch" ptType="node">
      <dgm:layoutNode name="parenttextcomposite">
        <dgm:alg type="composite">
          <dgm:param type="ar" val="11"/>
        </dgm:alg>
        <dgm:shape xmlns:r="http://schemas.openxmlformats.org/officeDocument/2006/relationships" r:blip="">
          <dgm:adjLst/>
        </dgm:shape>
        <dgm:constrLst>
          <dgm:constr type="h" for="ch" forName="parenttext" refType="h"/>
          <dgm:constr type="w" for="ch" forName="parenttext" refType="w"/>
        </dgm:constrLst>
        <dgm:layoutNode name="parenttext" styleLbl="revTx">
          <dgm:varLst>
            <dgm:chMax/>
            <dgm:chPref val="2"/>
            <dgm:bulletEnabled val="1"/>
          </dgm:varLst>
          <dgm:choose name="Name4">
            <dgm:if name="Name5" func="var" arg="dir" op="equ" val="norm">
              <dgm:alg type="tx">
                <dgm:param type="parTxLTRAlign" val="l"/>
                <dgm:param type="txAnchorVert" val="b"/>
              </dgm:alg>
            </dgm:if>
            <dgm:else name="Name6">
              <dgm:alg type="tx">
                <dgm:param type="parTxLTRAlign" val="r"/>
                <dgm:param type="txAnchorVert" val="b"/>
              </dgm:alg>
            </dgm:else>
          </dgm:choose>
          <dgm:shape xmlns:r="http://schemas.openxmlformats.org/officeDocument/2006/relationships" type="rect"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choose name="Name7">
        <dgm:if name="Name8" axis="ch" ptType="node" func="cnt" op="gte" val="1">
          <dgm:layoutNode name="composite">
            <dgm:alg type="composite">
              <dgm:param type="ar" val="6"/>
            </dgm:alg>
            <dgm:shape xmlns:r="http://schemas.openxmlformats.org/officeDocument/2006/relationships" r:blip="">
              <dgm:adjLst/>
            </dgm:shape>
            <dgm:choose name="Name9">
              <dgm:if name="Name10" func="var" arg="dir" op="equ" val="norm">
                <dgm:constrLst>
                  <dgm:constr type="l" for="ch" forName="chevron1" refType="w" fact="0.0301"/>
                  <dgm:constr type="t" for="ch" forName="chevron1" refType="h" fact="0"/>
                  <dgm:constr type="w" for="ch" forName="chevron1" refType="w" fact="0.2106"/>
                  <dgm:constr type="h" for="ch" forName="chevron1" refType="h"/>
                  <dgm:constr type="l" for="ch" forName="chevron2" refType="w" fact="0.1566"/>
                  <dgm:constr type="t" for="ch" forName="chevron2" refType="h" fact="0"/>
                  <dgm:constr type="w" for="ch" forName="chevron2" refType="w" fact="0.2106"/>
                  <dgm:constr type="h" for="ch" forName="chevron2" refType="h"/>
                  <dgm:constr type="l" for="ch" forName="chevron3" refType="w" fact="0.2832"/>
                  <dgm:constr type="t" for="ch" forName="chevron3" refType="h" fact="0"/>
                  <dgm:constr type="w" for="ch" forName="chevron3" refType="w" fact="0.2106"/>
                  <dgm:constr type="h" for="ch" forName="chevron3" refType="h"/>
                  <dgm:constr type="l" for="ch" forName="chevron4" refType="w" fact="0.4097"/>
                  <dgm:constr type="t" for="ch" forName="chevron4" refType="h" fact="0"/>
                  <dgm:constr type="w" for="ch" forName="chevron4" refType="w" fact="0.2106"/>
                  <dgm:constr type="h" for="ch" forName="chevron4" refType="h"/>
                  <dgm:constr type="l" for="ch" forName="chevron5" refType="w" fact="0.5363"/>
                  <dgm:constr type="t" for="ch" forName="chevron5" refType="h" fact="0"/>
                  <dgm:constr type="w" for="ch" forName="chevron5" refType="w" fact="0.2106"/>
                  <dgm:constr type="h" for="ch" forName="chevron5" refType="h"/>
                  <dgm:constr type="l" for="ch" forName="chevron6" refType="w" fact="0.6628"/>
                  <dgm:constr type="t" for="ch" forName="chevron6" refType="h" fact="0"/>
                  <dgm:constr type="w" for="ch" forName="chevron6" refType="w" fact="0.2106"/>
                  <dgm:constr type="h" for="ch" forName="chevron6" refType="h"/>
                  <dgm:constr type="l" for="ch" forName="chevron7" refType="w" fact="0.7894"/>
                  <dgm:constr type="t" for="ch" forName="chevron7" refType="h" fact="0"/>
                  <dgm:constr type="w" for="ch" forName="chevron7" refType="w" fact="0.2106"/>
                  <dgm:constr type="h" for="ch" forName="chevron7" refType="h"/>
                  <dgm:constr type="l" for="ch" forName="childtext" refType="w" fact="0.0301"/>
                  <dgm:constr type="t" for="ch" forName="childtext" refType="h" fact="0.1"/>
                  <dgm:constr type="w" for="ch" forName="childtext" refType="w" fact="0.9117"/>
                  <dgm:constr type="h" for="ch" forName="childtext" refType="h" fact="0.8"/>
                </dgm:constrLst>
              </dgm:if>
              <dgm:else name="Name11">
                <dgm:constrLst>
                  <dgm:constr type="l" for="ch" forName="chevron1" refType="w" fact="0.0301"/>
                  <dgm:constr type="t" for="ch" forName="chevron1" refType="h" fact="0"/>
                  <dgm:constr type="w" for="ch" forName="chevron1" refType="w" fact="0.2106"/>
                  <dgm:constr type="h" for="ch" forName="chevron1" refType="h"/>
                  <dgm:constr type="l" for="ch" forName="chevron2" refType="w" fact="0.1566"/>
                  <dgm:constr type="t" for="ch" forName="chevron2" refType="h" fact="0"/>
                  <dgm:constr type="w" for="ch" forName="chevron2" refType="w" fact="0.2106"/>
                  <dgm:constr type="h" for="ch" forName="chevron2" refType="h"/>
                  <dgm:constr type="l" for="ch" forName="chevron3" refType="w" fact="0.2832"/>
                  <dgm:constr type="t" for="ch" forName="chevron3" refType="h" fact="0"/>
                  <dgm:constr type="w" for="ch" forName="chevron3" refType="w" fact="0.2106"/>
                  <dgm:constr type="h" for="ch" forName="chevron3" refType="h"/>
                  <dgm:constr type="l" for="ch" forName="chevron4" refType="w" fact="0.4097"/>
                  <dgm:constr type="t" for="ch" forName="chevron4" refType="h" fact="0"/>
                  <dgm:constr type="w" for="ch" forName="chevron4" refType="w" fact="0.2106"/>
                  <dgm:constr type="h" for="ch" forName="chevron4" refType="h"/>
                  <dgm:constr type="l" for="ch" forName="chevron5" refType="w" fact="0.5363"/>
                  <dgm:constr type="t" for="ch" forName="chevron5" refType="h" fact="0"/>
                  <dgm:constr type="w" for="ch" forName="chevron5" refType="w" fact="0.2106"/>
                  <dgm:constr type="h" for="ch" forName="chevron5" refType="h"/>
                  <dgm:constr type="l" for="ch" forName="chevron6" refType="w" fact="0.6628"/>
                  <dgm:constr type="t" for="ch" forName="chevron6" refType="h" fact="0"/>
                  <dgm:constr type="w" for="ch" forName="chevron6" refType="w" fact="0.2106"/>
                  <dgm:constr type="h" for="ch" forName="chevron6" refType="h"/>
                  <dgm:constr type="l" for="ch" forName="chevron7" refType="w" fact="0.7894"/>
                  <dgm:constr type="t" for="ch" forName="chevron7" refType="h" fact="0"/>
                  <dgm:constr type="w" for="ch" forName="chevron7" refType="w" fact="0.2106"/>
                  <dgm:constr type="h" for="ch" forName="chevron7" refType="h"/>
                  <dgm:constr type="l" for="ch" forName="childtext" refType="w" fact="0.0883"/>
                  <dgm:constr type="t" for="ch" forName="childtext" refType="h" fact="0.1"/>
                  <dgm:constr type="w" for="ch" forName="childtext" refType="w" fact="0.9117"/>
                  <dgm:constr type="h" for="ch" forName="childtext" refType="h" fact="0.8"/>
                </dgm:constrLst>
              </dgm:else>
            </dgm:choose>
            <dgm:ruleLst/>
            <dgm:layoutNode name="chevron1" styleLbl="alignNode1">
              <dgm:alg type="sp"/>
              <dgm:choose name="Name12">
                <dgm:if name="Name13" func="var" arg="dir" op="equ" val="norm">
                  <dgm:shape xmlns:r="http://schemas.openxmlformats.org/officeDocument/2006/relationships" type="chevron" r:blip="">
                    <dgm:adjLst>
                      <dgm:adj idx="1" val="0.7061"/>
                    </dgm:adjLst>
                  </dgm:shape>
                </dgm:if>
                <dgm:else name="Name14">
                  <dgm:shape xmlns:r="http://schemas.openxmlformats.org/officeDocument/2006/relationships" rot="180" type="chevron" r:blip="">
                    <dgm:adjLst>
                      <dgm:adj idx="1" val="0.7061"/>
                    </dgm:adjLst>
                  </dgm:shape>
                </dgm:else>
              </dgm:choose>
              <dgm:presOf/>
            </dgm:layoutNode>
            <dgm:layoutNode name="chevron2" styleLbl="alignNode1">
              <dgm:alg type="sp"/>
              <dgm:choose name="Name15">
                <dgm:if name="Name16" func="var" arg="dir" op="equ" val="norm">
                  <dgm:shape xmlns:r="http://schemas.openxmlformats.org/officeDocument/2006/relationships" type="chevron" r:blip="">
                    <dgm:adjLst>
                      <dgm:adj idx="1" val="0.7061"/>
                    </dgm:adjLst>
                  </dgm:shape>
                </dgm:if>
                <dgm:else name="Name17">
                  <dgm:shape xmlns:r="http://schemas.openxmlformats.org/officeDocument/2006/relationships" rot="180" type="chevron" r:blip="">
                    <dgm:adjLst>
                      <dgm:adj idx="1" val="0.7061"/>
                    </dgm:adjLst>
                  </dgm:shape>
                </dgm:else>
              </dgm:choose>
              <dgm:presOf/>
            </dgm:layoutNode>
            <dgm:layoutNode name="chevron3" styleLbl="alignNode1">
              <dgm:alg type="sp"/>
              <dgm:choose name="Name18">
                <dgm:if name="Name19" func="var" arg="dir" op="equ" val="norm">
                  <dgm:shape xmlns:r="http://schemas.openxmlformats.org/officeDocument/2006/relationships" type="chevron" r:blip="">
                    <dgm:adjLst>
                      <dgm:adj idx="1" val="0.7061"/>
                    </dgm:adjLst>
                  </dgm:shape>
                </dgm:if>
                <dgm:else name="Name20">
                  <dgm:shape xmlns:r="http://schemas.openxmlformats.org/officeDocument/2006/relationships" rot="180" type="chevron" r:blip="">
                    <dgm:adjLst>
                      <dgm:adj idx="1" val="0.7061"/>
                    </dgm:adjLst>
                  </dgm:shape>
                </dgm:else>
              </dgm:choose>
              <dgm:presOf/>
            </dgm:layoutNode>
            <dgm:layoutNode name="chevron4" styleLbl="alignNode1">
              <dgm:alg type="sp"/>
              <dgm:choose name="Name21">
                <dgm:if name="Name22" func="var" arg="dir" op="equ" val="norm">
                  <dgm:shape xmlns:r="http://schemas.openxmlformats.org/officeDocument/2006/relationships" type="chevron" r:blip="">
                    <dgm:adjLst>
                      <dgm:adj idx="1" val="0.7061"/>
                    </dgm:adjLst>
                  </dgm:shape>
                </dgm:if>
                <dgm:else name="Name23">
                  <dgm:shape xmlns:r="http://schemas.openxmlformats.org/officeDocument/2006/relationships" rot="180" type="chevron" r:blip="">
                    <dgm:adjLst>
                      <dgm:adj idx="1" val="0.7061"/>
                    </dgm:adjLst>
                  </dgm:shape>
                </dgm:else>
              </dgm:choose>
              <dgm:presOf/>
            </dgm:layoutNode>
            <dgm:layoutNode name="chevron5" styleLbl="alignNode1">
              <dgm:alg type="sp"/>
              <dgm:choose name="Name24">
                <dgm:if name="Name25" func="var" arg="dir" op="equ" val="norm">
                  <dgm:shape xmlns:r="http://schemas.openxmlformats.org/officeDocument/2006/relationships" type="chevron" r:blip="">
                    <dgm:adjLst>
                      <dgm:adj idx="1" val="0.7061"/>
                    </dgm:adjLst>
                  </dgm:shape>
                </dgm:if>
                <dgm:else name="Name26">
                  <dgm:shape xmlns:r="http://schemas.openxmlformats.org/officeDocument/2006/relationships" rot="180" type="chevron" r:blip="">
                    <dgm:adjLst>
                      <dgm:adj idx="1" val="0.7061"/>
                    </dgm:adjLst>
                  </dgm:shape>
                </dgm:else>
              </dgm:choose>
              <dgm:presOf/>
            </dgm:layoutNode>
            <dgm:layoutNode name="chevron6" styleLbl="alignNode1">
              <dgm:alg type="sp"/>
              <dgm:choose name="Name27">
                <dgm:if name="Name28" func="var" arg="dir" op="equ" val="norm">
                  <dgm:shape xmlns:r="http://schemas.openxmlformats.org/officeDocument/2006/relationships" type="chevron" r:blip="">
                    <dgm:adjLst>
                      <dgm:adj idx="1" val="0.7061"/>
                    </dgm:adjLst>
                  </dgm:shape>
                </dgm:if>
                <dgm:else name="Name29">
                  <dgm:shape xmlns:r="http://schemas.openxmlformats.org/officeDocument/2006/relationships" rot="180" type="chevron" r:blip="">
                    <dgm:adjLst>
                      <dgm:adj idx="1" val="0.7061"/>
                    </dgm:adjLst>
                  </dgm:shape>
                </dgm:else>
              </dgm:choose>
              <dgm:presOf/>
            </dgm:layoutNode>
            <dgm:layoutNode name="chevron7" styleLbl="alignNode1">
              <dgm:alg type="sp"/>
              <dgm:choose name="Name30">
                <dgm:if name="Name31" func="var" arg="dir" op="equ" val="norm">
                  <dgm:shape xmlns:r="http://schemas.openxmlformats.org/officeDocument/2006/relationships" type="chevron" r:blip="">
                    <dgm:adjLst>
                      <dgm:adj idx="1" val="0.7061"/>
                    </dgm:adjLst>
                  </dgm:shape>
                </dgm:if>
                <dgm:else name="Name32">
                  <dgm:shape xmlns:r="http://schemas.openxmlformats.org/officeDocument/2006/relationships" rot="180" type="chevron" r:blip="">
                    <dgm:adjLst>
                      <dgm:adj idx="1" val="0.7061"/>
                    </dgm:adjLst>
                  </dgm:shape>
                </dgm:else>
              </dgm:choose>
              <dgm:presOf/>
            </dgm:layoutNode>
            <dgm:layoutNode name="childtext" styleLbl="solidFgAcc1">
              <dgm:varLst>
                <dgm:chMax/>
                <dgm:chPref val="0"/>
                <dgm:bulletEnabled val="1"/>
              </dgm:varLst>
              <dgm:choose name="Name33">
                <dgm:if name="Name34" func="var" arg="dir" op="equ" val="norm">
                  <dgm:alg type="tx">
                    <dgm:param type="parTxLTRAlign" val="l"/>
                    <dgm:param type="txAnchorVertCh" val="t"/>
                  </dgm:alg>
                </dgm:if>
                <dgm:else name="Name35">
                  <dgm:alg type="tx">
                    <dgm:param type="parTxLTRAlign" val="r"/>
                    <dgm:param type="shpTxLTRAlignCh" val="r"/>
                    <dgm:param type="txAnchorVertCh" val="t"/>
                  </dgm:alg>
                </dgm:else>
              </dgm:choose>
              <dgm:shape xmlns:r="http://schemas.openxmlformats.org/officeDocument/2006/relationships" type="rect" r:blip="">
                <dgm:adjLst/>
              </dgm:shape>
              <dgm:presOf axis="des" ptType="node"/>
              <dgm:constrLst>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dgm:if>
        <dgm:else name="Name36">
          <dgm:layoutNode name="parallelogramComposite">
            <dgm:alg type="composite">
              <dgm:param type="ar" val="50"/>
            </dgm:alg>
            <dgm:shape xmlns:r="http://schemas.openxmlformats.org/officeDocument/2006/relationships" r:blip="">
              <dgm:adjLst/>
            </dgm:shape>
            <dgm:constrLst>
              <dgm:constr type="l" for="ch" forName="parallelogram1" refType="w" fact="0"/>
              <dgm:constr type="t" for="ch" forName="parallelogram1" refType="h" fact="0"/>
              <dgm:constr type="w" for="ch" forName="parallelogram1" refType="w" fact="0.12"/>
              <dgm:constr type="h" for="ch" forName="parallelogram1" refType="h"/>
              <dgm:constr type="l" for="ch" forName="parallelogram2" refType="w" fact="0.127"/>
              <dgm:constr type="t" for="ch" forName="parallelogram2" refType="h" fact="0"/>
              <dgm:constr type="w" for="ch" forName="parallelogram2" refType="w" fact="0.12"/>
              <dgm:constr type="h" for="ch" forName="parallelogram2" refType="h"/>
              <dgm:constr type="l" for="ch" forName="parallelogram3" refType="w" fact="0.254"/>
              <dgm:constr type="t" for="ch" forName="parallelogram3" refType="h" fact="0"/>
              <dgm:constr type="w" for="ch" forName="parallelogram3" refType="w" fact="0.12"/>
              <dgm:constr type="h" for="ch" forName="parallelogram3" refType="h"/>
              <dgm:constr type="l" for="ch" forName="parallelogram4" refType="w" fact="0.381"/>
              <dgm:constr type="t" for="ch" forName="parallelogram4" refType="h" fact="0"/>
              <dgm:constr type="w" for="ch" forName="parallelogram4" refType="w" fact="0.12"/>
              <dgm:constr type="h" for="ch" forName="parallelogram4" refType="h"/>
              <dgm:constr type="l" for="ch" forName="parallelogram5" refType="w" fact="0.508"/>
              <dgm:constr type="t" for="ch" forName="parallelogram5" refType="h" fact="0"/>
              <dgm:constr type="w" for="ch" forName="parallelogram5" refType="w" fact="0.12"/>
              <dgm:constr type="h" for="ch" forName="parallelogram5" refType="h"/>
              <dgm:constr type="l" for="ch" forName="parallelogram6" refType="w" fact="0.635"/>
              <dgm:constr type="t" for="ch" forName="parallelogram6" refType="h" fact="0"/>
              <dgm:constr type="w" for="ch" forName="parallelogram6" refType="w" fact="0.12"/>
              <dgm:constr type="h" for="ch" forName="parallelogram6" refType="h"/>
              <dgm:constr type="l" for="ch" forName="parallelogram7" refType="w" fact="0.762"/>
              <dgm:constr type="t" for="ch" forName="parallelogram7" refType="h" fact="0"/>
              <dgm:constr type="w" for="ch" forName="parallelogram7" refType="w" fact="0.12"/>
              <dgm:constr type="h" for="ch" forName="parallelogram7" refType="h"/>
            </dgm:constrLst>
            <dgm:ruleLst/>
            <dgm:layoutNode name="parallelogram1" styleLbl="alignNode1">
              <dgm:alg type="sp"/>
              <dgm:shape xmlns:r="http://schemas.openxmlformats.org/officeDocument/2006/relationships" type="parallelogram" r:blip="">
                <dgm:adjLst>
                  <dgm:adj idx="1" val="1.4084"/>
                </dgm:adjLst>
              </dgm:shape>
              <dgm:presOf/>
            </dgm:layoutNode>
            <dgm:layoutNode name="parallelogram2" styleLbl="alignNode1">
              <dgm:alg type="sp"/>
              <dgm:shape xmlns:r="http://schemas.openxmlformats.org/officeDocument/2006/relationships" type="parallelogram" r:blip="">
                <dgm:adjLst>
                  <dgm:adj idx="1" val="1.4084"/>
                </dgm:adjLst>
              </dgm:shape>
              <dgm:presOf/>
            </dgm:layoutNode>
            <dgm:layoutNode name="parallelogram3" styleLbl="alignNode1">
              <dgm:alg type="sp"/>
              <dgm:shape xmlns:r="http://schemas.openxmlformats.org/officeDocument/2006/relationships" type="parallelogram" r:blip="">
                <dgm:adjLst>
                  <dgm:adj idx="1" val="1.4084"/>
                </dgm:adjLst>
              </dgm:shape>
              <dgm:presOf/>
            </dgm:layoutNode>
            <dgm:layoutNode name="parallelogram4" styleLbl="alignNode1">
              <dgm:alg type="sp"/>
              <dgm:shape xmlns:r="http://schemas.openxmlformats.org/officeDocument/2006/relationships" type="parallelogram" r:blip="">
                <dgm:adjLst>
                  <dgm:adj idx="1" val="1.4084"/>
                </dgm:adjLst>
              </dgm:shape>
              <dgm:presOf/>
            </dgm:layoutNode>
            <dgm:layoutNode name="parallelogram5" styleLbl="alignNode1">
              <dgm:alg type="sp"/>
              <dgm:shape xmlns:r="http://schemas.openxmlformats.org/officeDocument/2006/relationships" type="parallelogram" r:blip="">
                <dgm:adjLst>
                  <dgm:adj idx="1" val="1.4084"/>
                </dgm:adjLst>
              </dgm:shape>
              <dgm:presOf/>
            </dgm:layoutNode>
            <dgm:layoutNode name="parallelogram6" styleLbl="alignNode1">
              <dgm:alg type="sp"/>
              <dgm:shape xmlns:r="http://schemas.openxmlformats.org/officeDocument/2006/relationships" type="parallelogram" r:blip="">
                <dgm:adjLst>
                  <dgm:adj idx="1" val="1.4084"/>
                </dgm:adjLst>
              </dgm:shape>
              <dgm:presOf/>
            </dgm:layoutNode>
            <dgm:layoutNode name="parallelogram7" styleLbl="alignNode1">
              <dgm:alg type="sp"/>
              <dgm:shape xmlns:r="http://schemas.openxmlformats.org/officeDocument/2006/relationships" type="parallelogram" r:blip="">
                <dgm:adjLst>
                  <dgm:adj idx="1" val="1.4084"/>
                </dgm:adjLst>
              </dgm:shape>
              <dgm:presOf/>
            </dgm:layoutNode>
          </dgm:layoutNode>
        </dgm:else>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VerticalAccentList">
  <dgm:title val=""/>
  <dgm:desc val=""/>
  <dgm:catLst>
    <dgm:cat type="list" pri="16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clrData>
  <dgm:layoutNode name="Name0">
    <dgm:varLst>
      <dgm:chMax/>
      <dgm:chPref/>
      <dgm:dir/>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constrLst>
      <dgm:constr type="primFontSz" for="des" forName="parenttext" refType="primFontSz" refFor="des" refForName="childtext" op="gte"/>
      <dgm:constr type="w" for="ch" forName="composite" refType="w"/>
      <dgm:constr type="h" for="ch" forName="composite" refType="h"/>
      <dgm:constr type="w" for="ch" forName="parallelogramComposite" refType="w"/>
      <dgm:constr type="h" for="ch" forName="parallelogramComposite" refType="h"/>
      <dgm:constr type="w" for="ch" forName="parenttextcomposite" refType="w" fact="0.9"/>
      <dgm:constr type="h" for="ch" forName="parenttextcomposite" refType="h" fact="0.6"/>
      <dgm:constr type="h" for="ch" forName="sibTrans" refType="h" refFor="ch" refForName="composite" op="equ" fact="0.02"/>
      <dgm:constr type="h" for="ch" forName="sibTrans" op="equ"/>
    </dgm:constrLst>
    <dgm:forEach name="nodesForEach" axis="ch" ptType="node">
      <dgm:layoutNode name="parenttextcomposite">
        <dgm:alg type="composite">
          <dgm:param type="ar" val="11"/>
        </dgm:alg>
        <dgm:shape xmlns:r="http://schemas.openxmlformats.org/officeDocument/2006/relationships" r:blip="">
          <dgm:adjLst/>
        </dgm:shape>
        <dgm:constrLst>
          <dgm:constr type="h" for="ch" forName="parenttext" refType="h"/>
          <dgm:constr type="w" for="ch" forName="parenttext" refType="w"/>
        </dgm:constrLst>
        <dgm:layoutNode name="parenttext" styleLbl="revTx">
          <dgm:varLst>
            <dgm:chMax/>
            <dgm:chPref val="2"/>
            <dgm:bulletEnabled val="1"/>
          </dgm:varLst>
          <dgm:choose name="Name4">
            <dgm:if name="Name5" func="var" arg="dir" op="equ" val="norm">
              <dgm:alg type="tx">
                <dgm:param type="parTxLTRAlign" val="l"/>
                <dgm:param type="txAnchorVert" val="b"/>
              </dgm:alg>
            </dgm:if>
            <dgm:else name="Name6">
              <dgm:alg type="tx">
                <dgm:param type="parTxLTRAlign" val="r"/>
                <dgm:param type="txAnchorVert" val="b"/>
              </dgm:alg>
            </dgm:else>
          </dgm:choose>
          <dgm:shape xmlns:r="http://schemas.openxmlformats.org/officeDocument/2006/relationships" type="rect"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choose name="Name7">
        <dgm:if name="Name8" axis="ch" ptType="node" func="cnt" op="gte" val="1">
          <dgm:layoutNode name="composite">
            <dgm:alg type="composite">
              <dgm:param type="ar" val="6"/>
            </dgm:alg>
            <dgm:shape xmlns:r="http://schemas.openxmlformats.org/officeDocument/2006/relationships" r:blip="">
              <dgm:adjLst/>
            </dgm:shape>
            <dgm:choose name="Name9">
              <dgm:if name="Name10" func="var" arg="dir" op="equ" val="norm">
                <dgm:constrLst>
                  <dgm:constr type="l" for="ch" forName="chevron1" refType="w" fact="0.0301"/>
                  <dgm:constr type="t" for="ch" forName="chevron1" refType="h" fact="0"/>
                  <dgm:constr type="w" for="ch" forName="chevron1" refType="w" fact="0.2106"/>
                  <dgm:constr type="h" for="ch" forName="chevron1" refType="h"/>
                  <dgm:constr type="l" for="ch" forName="chevron2" refType="w" fact="0.1566"/>
                  <dgm:constr type="t" for="ch" forName="chevron2" refType="h" fact="0"/>
                  <dgm:constr type="w" for="ch" forName="chevron2" refType="w" fact="0.2106"/>
                  <dgm:constr type="h" for="ch" forName="chevron2" refType="h"/>
                  <dgm:constr type="l" for="ch" forName="chevron3" refType="w" fact="0.2832"/>
                  <dgm:constr type="t" for="ch" forName="chevron3" refType="h" fact="0"/>
                  <dgm:constr type="w" for="ch" forName="chevron3" refType="w" fact="0.2106"/>
                  <dgm:constr type="h" for="ch" forName="chevron3" refType="h"/>
                  <dgm:constr type="l" for="ch" forName="chevron4" refType="w" fact="0.4097"/>
                  <dgm:constr type="t" for="ch" forName="chevron4" refType="h" fact="0"/>
                  <dgm:constr type="w" for="ch" forName="chevron4" refType="w" fact="0.2106"/>
                  <dgm:constr type="h" for="ch" forName="chevron4" refType="h"/>
                  <dgm:constr type="l" for="ch" forName="chevron5" refType="w" fact="0.5363"/>
                  <dgm:constr type="t" for="ch" forName="chevron5" refType="h" fact="0"/>
                  <dgm:constr type="w" for="ch" forName="chevron5" refType="w" fact="0.2106"/>
                  <dgm:constr type="h" for="ch" forName="chevron5" refType="h"/>
                  <dgm:constr type="l" for="ch" forName="chevron6" refType="w" fact="0.6628"/>
                  <dgm:constr type="t" for="ch" forName="chevron6" refType="h" fact="0"/>
                  <dgm:constr type="w" for="ch" forName="chevron6" refType="w" fact="0.2106"/>
                  <dgm:constr type="h" for="ch" forName="chevron6" refType="h"/>
                  <dgm:constr type="l" for="ch" forName="chevron7" refType="w" fact="0.7894"/>
                  <dgm:constr type="t" for="ch" forName="chevron7" refType="h" fact="0"/>
                  <dgm:constr type="w" for="ch" forName="chevron7" refType="w" fact="0.2106"/>
                  <dgm:constr type="h" for="ch" forName="chevron7" refType="h"/>
                  <dgm:constr type="l" for="ch" forName="childtext" refType="w" fact="0.0301"/>
                  <dgm:constr type="t" for="ch" forName="childtext" refType="h" fact="0.1"/>
                  <dgm:constr type="w" for="ch" forName="childtext" refType="w" fact="0.9117"/>
                  <dgm:constr type="h" for="ch" forName="childtext" refType="h" fact="0.8"/>
                </dgm:constrLst>
              </dgm:if>
              <dgm:else name="Name11">
                <dgm:constrLst>
                  <dgm:constr type="l" for="ch" forName="chevron1" refType="w" fact="0.0301"/>
                  <dgm:constr type="t" for="ch" forName="chevron1" refType="h" fact="0"/>
                  <dgm:constr type="w" for="ch" forName="chevron1" refType="w" fact="0.2106"/>
                  <dgm:constr type="h" for="ch" forName="chevron1" refType="h"/>
                  <dgm:constr type="l" for="ch" forName="chevron2" refType="w" fact="0.1566"/>
                  <dgm:constr type="t" for="ch" forName="chevron2" refType="h" fact="0"/>
                  <dgm:constr type="w" for="ch" forName="chevron2" refType="w" fact="0.2106"/>
                  <dgm:constr type="h" for="ch" forName="chevron2" refType="h"/>
                  <dgm:constr type="l" for="ch" forName="chevron3" refType="w" fact="0.2832"/>
                  <dgm:constr type="t" for="ch" forName="chevron3" refType="h" fact="0"/>
                  <dgm:constr type="w" for="ch" forName="chevron3" refType="w" fact="0.2106"/>
                  <dgm:constr type="h" for="ch" forName="chevron3" refType="h"/>
                  <dgm:constr type="l" for="ch" forName="chevron4" refType="w" fact="0.4097"/>
                  <dgm:constr type="t" for="ch" forName="chevron4" refType="h" fact="0"/>
                  <dgm:constr type="w" for="ch" forName="chevron4" refType="w" fact="0.2106"/>
                  <dgm:constr type="h" for="ch" forName="chevron4" refType="h"/>
                  <dgm:constr type="l" for="ch" forName="chevron5" refType="w" fact="0.5363"/>
                  <dgm:constr type="t" for="ch" forName="chevron5" refType="h" fact="0"/>
                  <dgm:constr type="w" for="ch" forName="chevron5" refType="w" fact="0.2106"/>
                  <dgm:constr type="h" for="ch" forName="chevron5" refType="h"/>
                  <dgm:constr type="l" for="ch" forName="chevron6" refType="w" fact="0.6628"/>
                  <dgm:constr type="t" for="ch" forName="chevron6" refType="h" fact="0"/>
                  <dgm:constr type="w" for="ch" forName="chevron6" refType="w" fact="0.2106"/>
                  <dgm:constr type="h" for="ch" forName="chevron6" refType="h"/>
                  <dgm:constr type="l" for="ch" forName="chevron7" refType="w" fact="0.7894"/>
                  <dgm:constr type="t" for="ch" forName="chevron7" refType="h" fact="0"/>
                  <dgm:constr type="w" for="ch" forName="chevron7" refType="w" fact="0.2106"/>
                  <dgm:constr type="h" for="ch" forName="chevron7" refType="h"/>
                  <dgm:constr type="l" for="ch" forName="childtext" refType="w" fact="0.0883"/>
                  <dgm:constr type="t" for="ch" forName="childtext" refType="h" fact="0.1"/>
                  <dgm:constr type="w" for="ch" forName="childtext" refType="w" fact="0.9117"/>
                  <dgm:constr type="h" for="ch" forName="childtext" refType="h" fact="0.8"/>
                </dgm:constrLst>
              </dgm:else>
            </dgm:choose>
            <dgm:ruleLst/>
            <dgm:layoutNode name="chevron1" styleLbl="alignNode1">
              <dgm:alg type="sp"/>
              <dgm:choose name="Name12">
                <dgm:if name="Name13" func="var" arg="dir" op="equ" val="norm">
                  <dgm:shape xmlns:r="http://schemas.openxmlformats.org/officeDocument/2006/relationships" type="chevron" r:blip="">
                    <dgm:adjLst>
                      <dgm:adj idx="1" val="0.7061"/>
                    </dgm:adjLst>
                  </dgm:shape>
                </dgm:if>
                <dgm:else name="Name14">
                  <dgm:shape xmlns:r="http://schemas.openxmlformats.org/officeDocument/2006/relationships" rot="180" type="chevron" r:blip="">
                    <dgm:adjLst>
                      <dgm:adj idx="1" val="0.7061"/>
                    </dgm:adjLst>
                  </dgm:shape>
                </dgm:else>
              </dgm:choose>
              <dgm:presOf/>
            </dgm:layoutNode>
            <dgm:layoutNode name="chevron2" styleLbl="alignNode1">
              <dgm:alg type="sp"/>
              <dgm:choose name="Name15">
                <dgm:if name="Name16" func="var" arg="dir" op="equ" val="norm">
                  <dgm:shape xmlns:r="http://schemas.openxmlformats.org/officeDocument/2006/relationships" type="chevron" r:blip="">
                    <dgm:adjLst>
                      <dgm:adj idx="1" val="0.7061"/>
                    </dgm:adjLst>
                  </dgm:shape>
                </dgm:if>
                <dgm:else name="Name17">
                  <dgm:shape xmlns:r="http://schemas.openxmlformats.org/officeDocument/2006/relationships" rot="180" type="chevron" r:blip="">
                    <dgm:adjLst>
                      <dgm:adj idx="1" val="0.7061"/>
                    </dgm:adjLst>
                  </dgm:shape>
                </dgm:else>
              </dgm:choose>
              <dgm:presOf/>
            </dgm:layoutNode>
            <dgm:layoutNode name="chevron3" styleLbl="alignNode1">
              <dgm:alg type="sp"/>
              <dgm:choose name="Name18">
                <dgm:if name="Name19" func="var" arg="dir" op="equ" val="norm">
                  <dgm:shape xmlns:r="http://schemas.openxmlformats.org/officeDocument/2006/relationships" type="chevron" r:blip="">
                    <dgm:adjLst>
                      <dgm:adj idx="1" val="0.7061"/>
                    </dgm:adjLst>
                  </dgm:shape>
                </dgm:if>
                <dgm:else name="Name20">
                  <dgm:shape xmlns:r="http://schemas.openxmlformats.org/officeDocument/2006/relationships" rot="180" type="chevron" r:blip="">
                    <dgm:adjLst>
                      <dgm:adj idx="1" val="0.7061"/>
                    </dgm:adjLst>
                  </dgm:shape>
                </dgm:else>
              </dgm:choose>
              <dgm:presOf/>
            </dgm:layoutNode>
            <dgm:layoutNode name="chevron4" styleLbl="alignNode1">
              <dgm:alg type="sp"/>
              <dgm:choose name="Name21">
                <dgm:if name="Name22" func="var" arg="dir" op="equ" val="norm">
                  <dgm:shape xmlns:r="http://schemas.openxmlformats.org/officeDocument/2006/relationships" type="chevron" r:blip="">
                    <dgm:adjLst>
                      <dgm:adj idx="1" val="0.7061"/>
                    </dgm:adjLst>
                  </dgm:shape>
                </dgm:if>
                <dgm:else name="Name23">
                  <dgm:shape xmlns:r="http://schemas.openxmlformats.org/officeDocument/2006/relationships" rot="180" type="chevron" r:blip="">
                    <dgm:adjLst>
                      <dgm:adj idx="1" val="0.7061"/>
                    </dgm:adjLst>
                  </dgm:shape>
                </dgm:else>
              </dgm:choose>
              <dgm:presOf/>
            </dgm:layoutNode>
            <dgm:layoutNode name="chevron5" styleLbl="alignNode1">
              <dgm:alg type="sp"/>
              <dgm:choose name="Name24">
                <dgm:if name="Name25" func="var" arg="dir" op="equ" val="norm">
                  <dgm:shape xmlns:r="http://schemas.openxmlformats.org/officeDocument/2006/relationships" type="chevron" r:blip="">
                    <dgm:adjLst>
                      <dgm:adj idx="1" val="0.7061"/>
                    </dgm:adjLst>
                  </dgm:shape>
                </dgm:if>
                <dgm:else name="Name26">
                  <dgm:shape xmlns:r="http://schemas.openxmlformats.org/officeDocument/2006/relationships" rot="180" type="chevron" r:blip="">
                    <dgm:adjLst>
                      <dgm:adj idx="1" val="0.7061"/>
                    </dgm:adjLst>
                  </dgm:shape>
                </dgm:else>
              </dgm:choose>
              <dgm:presOf/>
            </dgm:layoutNode>
            <dgm:layoutNode name="chevron6" styleLbl="alignNode1">
              <dgm:alg type="sp"/>
              <dgm:choose name="Name27">
                <dgm:if name="Name28" func="var" arg="dir" op="equ" val="norm">
                  <dgm:shape xmlns:r="http://schemas.openxmlformats.org/officeDocument/2006/relationships" type="chevron" r:blip="">
                    <dgm:adjLst>
                      <dgm:adj idx="1" val="0.7061"/>
                    </dgm:adjLst>
                  </dgm:shape>
                </dgm:if>
                <dgm:else name="Name29">
                  <dgm:shape xmlns:r="http://schemas.openxmlformats.org/officeDocument/2006/relationships" rot="180" type="chevron" r:blip="">
                    <dgm:adjLst>
                      <dgm:adj idx="1" val="0.7061"/>
                    </dgm:adjLst>
                  </dgm:shape>
                </dgm:else>
              </dgm:choose>
              <dgm:presOf/>
            </dgm:layoutNode>
            <dgm:layoutNode name="chevron7" styleLbl="alignNode1">
              <dgm:alg type="sp"/>
              <dgm:choose name="Name30">
                <dgm:if name="Name31" func="var" arg="dir" op="equ" val="norm">
                  <dgm:shape xmlns:r="http://schemas.openxmlformats.org/officeDocument/2006/relationships" type="chevron" r:blip="">
                    <dgm:adjLst>
                      <dgm:adj idx="1" val="0.7061"/>
                    </dgm:adjLst>
                  </dgm:shape>
                </dgm:if>
                <dgm:else name="Name32">
                  <dgm:shape xmlns:r="http://schemas.openxmlformats.org/officeDocument/2006/relationships" rot="180" type="chevron" r:blip="">
                    <dgm:adjLst>
                      <dgm:adj idx="1" val="0.7061"/>
                    </dgm:adjLst>
                  </dgm:shape>
                </dgm:else>
              </dgm:choose>
              <dgm:presOf/>
            </dgm:layoutNode>
            <dgm:layoutNode name="childtext" styleLbl="solidFgAcc1">
              <dgm:varLst>
                <dgm:chMax/>
                <dgm:chPref val="0"/>
                <dgm:bulletEnabled val="1"/>
              </dgm:varLst>
              <dgm:choose name="Name33">
                <dgm:if name="Name34" func="var" arg="dir" op="equ" val="norm">
                  <dgm:alg type="tx">
                    <dgm:param type="parTxLTRAlign" val="l"/>
                    <dgm:param type="txAnchorVertCh" val="t"/>
                  </dgm:alg>
                </dgm:if>
                <dgm:else name="Name35">
                  <dgm:alg type="tx">
                    <dgm:param type="parTxLTRAlign" val="r"/>
                    <dgm:param type="shpTxLTRAlignCh" val="r"/>
                    <dgm:param type="txAnchorVertCh" val="t"/>
                  </dgm:alg>
                </dgm:else>
              </dgm:choose>
              <dgm:shape xmlns:r="http://schemas.openxmlformats.org/officeDocument/2006/relationships" type="rect" r:blip="">
                <dgm:adjLst/>
              </dgm:shape>
              <dgm:presOf axis="des" ptType="node"/>
              <dgm:constrLst>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dgm:if>
        <dgm:else name="Name36">
          <dgm:layoutNode name="parallelogramComposite">
            <dgm:alg type="composite">
              <dgm:param type="ar" val="50"/>
            </dgm:alg>
            <dgm:shape xmlns:r="http://schemas.openxmlformats.org/officeDocument/2006/relationships" r:blip="">
              <dgm:adjLst/>
            </dgm:shape>
            <dgm:constrLst>
              <dgm:constr type="l" for="ch" forName="parallelogram1" refType="w" fact="0"/>
              <dgm:constr type="t" for="ch" forName="parallelogram1" refType="h" fact="0"/>
              <dgm:constr type="w" for="ch" forName="parallelogram1" refType="w" fact="0.12"/>
              <dgm:constr type="h" for="ch" forName="parallelogram1" refType="h"/>
              <dgm:constr type="l" for="ch" forName="parallelogram2" refType="w" fact="0.127"/>
              <dgm:constr type="t" for="ch" forName="parallelogram2" refType="h" fact="0"/>
              <dgm:constr type="w" for="ch" forName="parallelogram2" refType="w" fact="0.12"/>
              <dgm:constr type="h" for="ch" forName="parallelogram2" refType="h"/>
              <dgm:constr type="l" for="ch" forName="parallelogram3" refType="w" fact="0.254"/>
              <dgm:constr type="t" for="ch" forName="parallelogram3" refType="h" fact="0"/>
              <dgm:constr type="w" for="ch" forName="parallelogram3" refType="w" fact="0.12"/>
              <dgm:constr type="h" for="ch" forName="parallelogram3" refType="h"/>
              <dgm:constr type="l" for="ch" forName="parallelogram4" refType="w" fact="0.381"/>
              <dgm:constr type="t" for="ch" forName="parallelogram4" refType="h" fact="0"/>
              <dgm:constr type="w" for="ch" forName="parallelogram4" refType="w" fact="0.12"/>
              <dgm:constr type="h" for="ch" forName="parallelogram4" refType="h"/>
              <dgm:constr type="l" for="ch" forName="parallelogram5" refType="w" fact="0.508"/>
              <dgm:constr type="t" for="ch" forName="parallelogram5" refType="h" fact="0"/>
              <dgm:constr type="w" for="ch" forName="parallelogram5" refType="w" fact="0.12"/>
              <dgm:constr type="h" for="ch" forName="parallelogram5" refType="h"/>
              <dgm:constr type="l" for="ch" forName="parallelogram6" refType="w" fact="0.635"/>
              <dgm:constr type="t" for="ch" forName="parallelogram6" refType="h" fact="0"/>
              <dgm:constr type="w" for="ch" forName="parallelogram6" refType="w" fact="0.12"/>
              <dgm:constr type="h" for="ch" forName="parallelogram6" refType="h"/>
              <dgm:constr type="l" for="ch" forName="parallelogram7" refType="w" fact="0.762"/>
              <dgm:constr type="t" for="ch" forName="parallelogram7" refType="h" fact="0"/>
              <dgm:constr type="w" for="ch" forName="parallelogram7" refType="w" fact="0.12"/>
              <dgm:constr type="h" for="ch" forName="parallelogram7" refType="h"/>
            </dgm:constrLst>
            <dgm:ruleLst/>
            <dgm:layoutNode name="parallelogram1" styleLbl="alignNode1">
              <dgm:alg type="sp"/>
              <dgm:shape xmlns:r="http://schemas.openxmlformats.org/officeDocument/2006/relationships" type="parallelogram" r:blip="">
                <dgm:adjLst>
                  <dgm:adj idx="1" val="1.4084"/>
                </dgm:adjLst>
              </dgm:shape>
              <dgm:presOf/>
            </dgm:layoutNode>
            <dgm:layoutNode name="parallelogram2" styleLbl="alignNode1">
              <dgm:alg type="sp"/>
              <dgm:shape xmlns:r="http://schemas.openxmlformats.org/officeDocument/2006/relationships" type="parallelogram" r:blip="">
                <dgm:adjLst>
                  <dgm:adj idx="1" val="1.4084"/>
                </dgm:adjLst>
              </dgm:shape>
              <dgm:presOf/>
            </dgm:layoutNode>
            <dgm:layoutNode name="parallelogram3" styleLbl="alignNode1">
              <dgm:alg type="sp"/>
              <dgm:shape xmlns:r="http://schemas.openxmlformats.org/officeDocument/2006/relationships" type="parallelogram" r:blip="">
                <dgm:adjLst>
                  <dgm:adj idx="1" val="1.4084"/>
                </dgm:adjLst>
              </dgm:shape>
              <dgm:presOf/>
            </dgm:layoutNode>
            <dgm:layoutNode name="parallelogram4" styleLbl="alignNode1">
              <dgm:alg type="sp"/>
              <dgm:shape xmlns:r="http://schemas.openxmlformats.org/officeDocument/2006/relationships" type="parallelogram" r:blip="">
                <dgm:adjLst>
                  <dgm:adj idx="1" val="1.4084"/>
                </dgm:adjLst>
              </dgm:shape>
              <dgm:presOf/>
            </dgm:layoutNode>
            <dgm:layoutNode name="parallelogram5" styleLbl="alignNode1">
              <dgm:alg type="sp"/>
              <dgm:shape xmlns:r="http://schemas.openxmlformats.org/officeDocument/2006/relationships" type="parallelogram" r:blip="">
                <dgm:adjLst>
                  <dgm:adj idx="1" val="1.4084"/>
                </dgm:adjLst>
              </dgm:shape>
              <dgm:presOf/>
            </dgm:layoutNode>
            <dgm:layoutNode name="parallelogram6" styleLbl="alignNode1">
              <dgm:alg type="sp"/>
              <dgm:shape xmlns:r="http://schemas.openxmlformats.org/officeDocument/2006/relationships" type="parallelogram" r:blip="">
                <dgm:adjLst>
                  <dgm:adj idx="1" val="1.4084"/>
                </dgm:adjLst>
              </dgm:shape>
              <dgm:presOf/>
            </dgm:layoutNode>
            <dgm:layoutNode name="parallelogram7" styleLbl="alignNode1">
              <dgm:alg type="sp"/>
              <dgm:shape xmlns:r="http://schemas.openxmlformats.org/officeDocument/2006/relationships" type="parallelogram" r:blip="">
                <dgm:adjLst>
                  <dgm:adj idx="1" val="1.4084"/>
                </dgm:adjLst>
              </dgm:shape>
              <dgm:presOf/>
            </dgm:layoutNode>
          </dgm:layoutNode>
        </dgm:else>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5.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6.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7.xml><?xml version="1.0" encoding="utf-8"?>
<dgm:layoutDef xmlns:dgm="http://schemas.openxmlformats.org/drawingml/2006/diagram" xmlns:a="http://schemas.openxmlformats.org/drawingml/2006/main" uniqueId="urn:diagrams.loki3.com/BracketList">
  <dgm:title val="Vertical Bracket List"/>
  <dgm:desc val="Use to show grouped blocks of information.  Works well with large amounts of Level 2 text."/>
  <dgm:catLst>
    <dgm:cat type="list" pri="4110"/>
    <dgm:cat type="officeonline" pri="3000"/>
  </dgm:catLst>
  <dgm:sampData>
    <dgm:dataModel>
      <dgm:ptLst>
        <dgm:pt modelId="0" type="doc"/>
        <dgm:pt modelId="1">
          <dgm:prSet phldr="1"/>
        </dgm:pt>
        <dgm:pt modelId="11">
          <dgm:prSet phldr="1"/>
        </dgm:pt>
        <dgm:pt modelId="2">
          <dgm:prSet phldr="1"/>
        </dgm:pt>
        <dgm:pt modelId="21">
          <dgm:prSet phldr="1"/>
        </dgm:pt>
      </dgm:ptLst>
      <dgm:cxnLst>
        <dgm:cxn modelId="3" srcId="0" destId="1" srcOrd="0" destOrd="0"/>
        <dgm:cxn modelId="4" srcId="1" destId="11" srcOrd="0" destOrd="0"/>
        <dgm:cxn modelId="5" srcId="0" destId="2" srcOrd="0" destOrd="0"/>
        <dgm:cxn modelId="6" srcId="2" destId="21" srcOrd="0" destOrd="0"/>
      </dgm:cxnLst>
      <dgm:bg/>
      <dgm:whole/>
    </dgm:dataModel>
  </dgm:sampData>
  <dgm:styleData useDef="1">
    <dgm:dataModel>
      <dgm:ptLst/>
      <dgm:bg/>
      <dgm:whole/>
    </dgm:dataModel>
  </dgm:styleData>
  <dgm:clrData useDef="1">
    <dgm:dataModel>
      <dgm:pt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V" refType="primFontSz" refFor="des" refForName="parTx" fact="0.1"/>
      <dgm:constr type="primFontSz" for="des" forName="parTx" val="65"/>
      <dgm:constr type="primFontSz" for="des" forName="desTx" refType="primFontSz" refFor="des" refForName="parTx"/>
      <dgm:constr type="h" for="des" forName="parTx" refType="primFontSz" refFor="des" refForName="parTx" fact="0.55"/>
      <dgm:constr type="h" for="des" forName="bracket" refType="primFontSz" refFor="des" refForName="parTx" fact="0.55"/>
      <dgm:constr type="h" for="des" forName="desTx" refType="primFontSz" refFor="des" refForName="parTx" fact="0.55"/>
    </dgm:constrLst>
    <dgm:ruleLst>
      <dgm:rule type="primFontSz" for="des" forName="parTx" val="5" fact="NaN" max="NaN"/>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Tx" refType="w" fact="0.25"/>
          <dgm:constr type="w" for="ch" forName="bracket" refType="w" fact="0.05"/>
          <dgm:constr type="w" for="ch" forName="spH" refType="w" fact="0.02"/>
          <dgm:constr type="w" for="ch" forName="desTx" refType="w" fact="0.68"/>
          <dgm:constr type="h" for="ch" forName="bracket" refType="h" refFor="ch" refForName="desTx" op="gte"/>
          <dgm:constr type="h" for="ch" forName="bracket" refType="h" refFor="ch" refForName="parTx" op="gte"/>
          <dgm:constr type="h" for="ch" forName="desTx" refType="h" refFor="ch" refForName="parTx" op="gte"/>
        </dgm:constrLst>
        <dgm:ruleLst/>
        <dgm:layoutNode name="parTx" styleLbl="revTx">
          <dgm:varLst>
            <dgm:chMax val="1"/>
            <dgm:bulletEnabled val="1"/>
          </dgm:varLst>
          <dgm:choose name="Name8">
            <dgm:if name="Name9" func="var" arg="dir" op="equ" val="norm">
              <dgm:alg type="tx">
                <dgm:param type="parTxLTRAlign" val="r"/>
              </dgm:alg>
            </dgm:if>
            <dgm:else name="Name10">
              <dgm:alg type="tx">
                <dgm:param type="parTxLTRAlign" val="l"/>
              </dgm:alg>
            </dgm:else>
          </dgm:choose>
          <dgm:shape xmlns:r="http://schemas.openxmlformats.org/officeDocument/2006/relationships" type="rect" r:blip="">
            <dgm:adjLst/>
          </dgm:shape>
          <dgm:presOf axis="self" ptType="node"/>
          <dgm:constrLst>
            <dgm:constr type="tMarg" refType="primFontSz" fact="0.2"/>
            <dgm:constr type="bMarg" refType="primFontSz" fact="0.2"/>
          </dgm:constrLst>
          <dgm:ruleLst>
            <dgm:rule type="h" val="INF" fact="NaN" max="NaN"/>
          </dgm:ruleLst>
        </dgm:layoutNode>
        <dgm:layoutNode name="bracket" styleLbl="parChTrans1D1">
          <dgm:alg type="sp"/>
          <dgm:choose name="Name11">
            <dgm:if name="Name12" func="var" arg="dir" op="equ" val="norm">
              <dgm:shape xmlns:r="http://schemas.openxmlformats.org/officeDocument/2006/relationships" type="leftBrace" r:blip="">
                <dgm:adjLst>
                  <dgm:adj idx="1" val="0.35"/>
                </dgm:adjLst>
              </dgm:shape>
            </dgm:if>
            <dgm:else name="Name13">
              <dgm:shape xmlns:r="http://schemas.openxmlformats.org/officeDocument/2006/relationships" rot="180" type="leftBrace" r:blip="">
                <dgm:adjLst>
                  <dgm:adj idx="1" val="0.35"/>
                </dgm:adjLst>
              </dgm:shape>
            </dgm:else>
          </dgm:choose>
          <dgm:presOf/>
        </dgm:layoutNode>
        <dgm:layoutNode name="spH">
          <dgm:alg type="sp"/>
        </dgm:layoutNode>
        <dgm:choose name="Name14">
          <dgm:if name="Name15" axis="ch" ptType="node" func="cnt" op="gte" val="1">
            <dgm:layoutNode name="desTx" styleLbl="node1">
              <dgm:varLst>
                <dgm:bulletEnabled val="1"/>
              </dgm:varLst>
              <dgm:alg type="tx">
                <dgm:param type="stBulletLvl" val="1"/>
                <dgm:param type="txAnchorVertCh" val="mid"/>
              </dgm:alg>
              <dgm:shape xmlns:r="http://schemas.openxmlformats.org/officeDocument/2006/relationships" type="rect" r:blip="">
                <dgm:adjLst/>
              </dgm:shape>
              <dgm:presOf axis="des" ptType="node"/>
              <dgm:constrLst>
                <dgm:constr type="secFontSz" refType="primFontSz"/>
                <dgm:constr type="tMarg" refType="primFontSz" fact="0.3"/>
                <dgm:constr type="bMarg" refType="primFontSz" fact="0.3"/>
                <dgm:constr type="lMarg" refType="primFontSz" fact="0.3"/>
                <dgm:constr type="rMarg" refType="primFontSz" fact="0.3"/>
              </dgm:constrLst>
              <dgm:ruleLst>
                <dgm:rule type="h" val="INF" fact="NaN" max="NaN"/>
              </dgm:ruleLst>
            </dgm:layoutNode>
          </dgm:if>
          <dgm:else name="Name16"/>
        </dgm:choose>
      </dgm:layoutNode>
      <dgm:forEach name="Name17" axis="followSib" ptType="sibTrans" cnt="1">
        <dgm:layoutNode name="spV">
          <dgm:alg type="sp"/>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diagrams.loki3.com/BracketList">
  <dgm:title val="Vertical Bracket List"/>
  <dgm:desc val="Use to show grouped blocks of information.  Works well with large amounts of Level 2 text."/>
  <dgm:catLst>
    <dgm:cat type="list" pri="4110"/>
    <dgm:cat type="officeonline" pri="3000"/>
  </dgm:catLst>
  <dgm:sampData>
    <dgm:dataModel>
      <dgm:ptLst>
        <dgm:pt modelId="0" type="doc"/>
        <dgm:pt modelId="1">
          <dgm:prSet phldr="1"/>
        </dgm:pt>
        <dgm:pt modelId="11">
          <dgm:prSet phldr="1"/>
        </dgm:pt>
        <dgm:pt modelId="2">
          <dgm:prSet phldr="1"/>
        </dgm:pt>
        <dgm:pt modelId="21">
          <dgm:prSet phldr="1"/>
        </dgm:pt>
      </dgm:ptLst>
      <dgm:cxnLst>
        <dgm:cxn modelId="3" srcId="0" destId="1" srcOrd="0" destOrd="0"/>
        <dgm:cxn modelId="4" srcId="1" destId="11" srcOrd="0" destOrd="0"/>
        <dgm:cxn modelId="5" srcId="0" destId="2" srcOrd="0" destOrd="0"/>
        <dgm:cxn modelId="6" srcId="2" destId="21" srcOrd="0" destOrd="0"/>
      </dgm:cxnLst>
      <dgm:bg/>
      <dgm:whole/>
    </dgm:dataModel>
  </dgm:sampData>
  <dgm:styleData useDef="1">
    <dgm:dataModel>
      <dgm:ptLst/>
      <dgm:bg/>
      <dgm:whole/>
    </dgm:dataModel>
  </dgm:styleData>
  <dgm:clrData useDef="1">
    <dgm:dataModel>
      <dgm:pt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V" refType="primFontSz" refFor="des" refForName="parTx" fact="0.1"/>
      <dgm:constr type="primFontSz" for="des" forName="parTx" val="65"/>
      <dgm:constr type="primFontSz" for="des" forName="desTx" refType="primFontSz" refFor="des" refForName="parTx"/>
      <dgm:constr type="h" for="des" forName="parTx" refType="primFontSz" refFor="des" refForName="parTx" fact="0.55"/>
      <dgm:constr type="h" for="des" forName="bracket" refType="primFontSz" refFor="des" refForName="parTx" fact="0.55"/>
      <dgm:constr type="h" for="des" forName="desTx" refType="primFontSz" refFor="des" refForName="parTx" fact="0.55"/>
    </dgm:constrLst>
    <dgm:ruleLst>
      <dgm:rule type="primFontSz" for="des" forName="parTx" val="5" fact="NaN" max="NaN"/>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Tx" refType="w" fact="0.25"/>
          <dgm:constr type="w" for="ch" forName="bracket" refType="w" fact="0.05"/>
          <dgm:constr type="w" for="ch" forName="spH" refType="w" fact="0.02"/>
          <dgm:constr type="w" for="ch" forName="desTx" refType="w" fact="0.68"/>
          <dgm:constr type="h" for="ch" forName="bracket" refType="h" refFor="ch" refForName="desTx" op="gte"/>
          <dgm:constr type="h" for="ch" forName="bracket" refType="h" refFor="ch" refForName="parTx" op="gte"/>
          <dgm:constr type="h" for="ch" forName="desTx" refType="h" refFor="ch" refForName="parTx" op="gte"/>
        </dgm:constrLst>
        <dgm:ruleLst/>
        <dgm:layoutNode name="parTx" styleLbl="revTx">
          <dgm:varLst>
            <dgm:chMax val="1"/>
            <dgm:bulletEnabled val="1"/>
          </dgm:varLst>
          <dgm:choose name="Name8">
            <dgm:if name="Name9" func="var" arg="dir" op="equ" val="norm">
              <dgm:alg type="tx">
                <dgm:param type="parTxLTRAlign" val="r"/>
              </dgm:alg>
            </dgm:if>
            <dgm:else name="Name10">
              <dgm:alg type="tx">
                <dgm:param type="parTxLTRAlign" val="l"/>
              </dgm:alg>
            </dgm:else>
          </dgm:choose>
          <dgm:shape xmlns:r="http://schemas.openxmlformats.org/officeDocument/2006/relationships" type="rect" r:blip="">
            <dgm:adjLst/>
          </dgm:shape>
          <dgm:presOf axis="self" ptType="node"/>
          <dgm:constrLst>
            <dgm:constr type="tMarg" refType="primFontSz" fact="0.2"/>
            <dgm:constr type="bMarg" refType="primFontSz" fact="0.2"/>
          </dgm:constrLst>
          <dgm:ruleLst>
            <dgm:rule type="h" val="INF" fact="NaN" max="NaN"/>
          </dgm:ruleLst>
        </dgm:layoutNode>
        <dgm:layoutNode name="bracket" styleLbl="parChTrans1D1">
          <dgm:alg type="sp"/>
          <dgm:choose name="Name11">
            <dgm:if name="Name12" func="var" arg="dir" op="equ" val="norm">
              <dgm:shape xmlns:r="http://schemas.openxmlformats.org/officeDocument/2006/relationships" type="leftBrace" r:blip="">
                <dgm:adjLst>
                  <dgm:adj idx="1" val="0.35"/>
                </dgm:adjLst>
              </dgm:shape>
            </dgm:if>
            <dgm:else name="Name13">
              <dgm:shape xmlns:r="http://schemas.openxmlformats.org/officeDocument/2006/relationships" rot="180" type="leftBrace" r:blip="">
                <dgm:adjLst>
                  <dgm:adj idx="1" val="0.35"/>
                </dgm:adjLst>
              </dgm:shape>
            </dgm:else>
          </dgm:choose>
          <dgm:presOf/>
        </dgm:layoutNode>
        <dgm:layoutNode name="spH">
          <dgm:alg type="sp"/>
        </dgm:layoutNode>
        <dgm:choose name="Name14">
          <dgm:if name="Name15" axis="ch" ptType="node" func="cnt" op="gte" val="1">
            <dgm:layoutNode name="desTx" styleLbl="node1">
              <dgm:varLst>
                <dgm:bulletEnabled val="1"/>
              </dgm:varLst>
              <dgm:alg type="tx">
                <dgm:param type="stBulletLvl" val="1"/>
                <dgm:param type="txAnchorVertCh" val="mid"/>
              </dgm:alg>
              <dgm:shape xmlns:r="http://schemas.openxmlformats.org/officeDocument/2006/relationships" type="rect" r:blip="">
                <dgm:adjLst/>
              </dgm:shape>
              <dgm:presOf axis="des" ptType="node"/>
              <dgm:constrLst>
                <dgm:constr type="secFontSz" refType="primFontSz"/>
                <dgm:constr type="tMarg" refType="primFontSz" fact="0.3"/>
                <dgm:constr type="bMarg" refType="primFontSz" fact="0.3"/>
                <dgm:constr type="lMarg" refType="primFontSz" fact="0.3"/>
                <dgm:constr type="rMarg" refType="primFontSz" fact="0.3"/>
              </dgm:constrLst>
              <dgm:ruleLst>
                <dgm:rule type="h" val="INF" fact="NaN" max="NaN"/>
              </dgm:ruleLst>
            </dgm:layoutNode>
          </dgm:if>
          <dgm:else name="Name16"/>
        </dgm:choose>
      </dgm:layoutNode>
      <dgm:forEach name="Name17" axis="followSib" ptType="sibTrans" cnt="1">
        <dgm:layoutNode name="spV">
          <dgm:alg type="sp"/>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11/layout/ThemePictureAlternatingAccent">
  <dgm:title val="Theme Picture Alternating Accent"/>
  <dgm:desc val="Use to show a group of pictures with the first picture being the largest and on top. Additional Level 1 pictures alternate between squares and rectangles with a limit of nine Level 1 pictures. Works best with small amounts of text. Unused text does not appear, but remains available if you switch layouts."/>
  <dgm:catLst>
    <dgm:cat type="picture" pri="13750"/>
    <dgm:cat type="officeonline" pri="7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tyleData>
  <dgm:clr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clrData>
  <dgm:layoutNode name="Name0">
    <dgm:varLst>
      <dgm:chMax val="9"/>
      <dgm:chPref val="9"/>
    </dgm:varLst>
    <dgm:shape xmlns:r="http://schemas.openxmlformats.org/officeDocument/2006/relationships" r:blip="">
      <dgm:adjLst/>
    </dgm:shape>
    <dgm:choose name="Name1">
      <dgm:if name="Name2" axis="ch" ptType="node" func="cnt" op="equ" val="1">
        <dgm:alg type="composite">
          <dgm:param type="ar" val="1.62"/>
        </dgm:alg>
        <dgm:constrLst>
          <dgm:constr type="primFontSz" for="des" forName="parent1" val="65"/>
          <dgm:constr type="l" for="ch" forName="picture1" refType="w" fact="0"/>
          <dgm:constr type="t" for="ch" forName="picture1" refType="h" fact="0"/>
          <dgm:constr type="w" for="ch" forName="picture1" refType="w"/>
          <dgm:constr type="h" for="ch" forName="picture1" refType="h"/>
          <dgm:constr type="l" for="ch" forName="parent1" refType="w" fact="0"/>
          <dgm:constr type="t" for="ch" forName="parent1" refType="h" fact="0.8776"/>
          <dgm:constr type="w" for="ch" forName="parent1" refType="w"/>
          <dgm:constr type="h" for="ch" forName="parent1" refType="h" fact="0.1166"/>
        </dgm:constrLst>
      </dgm:if>
      <dgm:if name="Name3" axis="ch" ptType="node" func="cnt" op="equ" val="2">
        <dgm:alg type="composite">
          <dgm:param type="ar" val="1.0352"/>
        </dgm:alg>
        <dgm:constrLst>
          <dgm:constr type="primFontSz" for="des" forName="parent1" val="65"/>
          <dgm:constr type="primFontSz" for="des" forName="parent2" val="65"/>
          <dgm:constr type="l" for="ch" forName="picture1" refType="w" fact="0"/>
          <dgm:constr type="t" for="ch" forName="picture1" refType="h" fact="0"/>
          <dgm:constr type="w" for="ch" forName="picture1" refType="w"/>
          <dgm:constr type="h" for="ch" forName="picture1" refType="h" fact="0.639"/>
          <dgm:constr type="l" for="ch" forName="parent1" refType="w" fact="0"/>
          <dgm:constr type="t" for="ch" forName="parent1" refType="h" fact="0.5608"/>
          <dgm:constr type="w" for="ch" forName="parent1" refType="w"/>
          <dgm:constr type="h" for="ch" forName="parent1" refType="h" fact="0.0745"/>
          <dgm:constr type="l" for="ch" forName="picture2" refType="w" fact="0"/>
          <dgm:constr type="t" for="ch" forName="picture2" refType="h" fact="0.6589"/>
          <dgm:constr type="w" for="ch" forName="picture2" refType="w" fact="0.6312"/>
          <dgm:constr type="h" for="ch" forName="picture2" refType="h" fact="0.3411"/>
          <dgm:constr type="l" for="ch" forName="parent2" refType="w" fact="0"/>
          <dgm:constr type="t" for="ch" forName="parent2" refType="h" fact="0.9532"/>
          <dgm:constr type="w" for="ch" forName="parent2" refType="w" fact="0.6312"/>
          <dgm:constr type="h" for="ch" forName="parent2" refType="h" fact="0.0426"/>
        </dgm:constrLst>
      </dgm:if>
      <dgm:if name="Name4" axis="ch" ptType="node" func="cnt" op="equ" val="3">
        <dgm:alg type="composite">
          <dgm:param type="ar" val="1.0352"/>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l" for="ch" forName="picture1" refType="w" fact="0"/>
          <dgm:constr type="t" for="ch" forName="picture1" refType="h" fact="0"/>
          <dgm:constr type="w" for="ch" forName="picture1" refType="w"/>
          <dgm:constr type="h" for="ch" forName="picture1" refType="h" fact="0.639"/>
          <dgm:constr type="l" for="ch" forName="parent1" refType="w" fact="0"/>
          <dgm:constr type="t" for="ch" forName="parent1" refType="h" fact="0.5608"/>
          <dgm:constr type="w" for="ch" forName="parent1" refType="w"/>
          <dgm:constr type="h" for="ch" forName="parent1" refType="h" fact="0.0745"/>
          <dgm:constr type="l" for="ch" forName="picture2" refType="w" fact="0"/>
          <dgm:constr type="t" for="ch" forName="picture2" refType="h" fact="0.6589"/>
          <dgm:constr type="w" for="ch" forName="picture2" refType="w" fact="0.6312"/>
          <dgm:constr type="h" for="ch" forName="picture2" refType="h" fact="0.3411"/>
          <dgm:constr type="l" for="ch" forName="parent2" refType="w" fact="0"/>
          <dgm:constr type="t" for="ch" forName="parent2" refType="h" fact="0.9532"/>
          <dgm:constr type="w" for="ch" forName="parent2" refType="w" fact="0.6312"/>
          <dgm:constr type="h" for="ch" forName="parent2" refType="h" fact="0.0426"/>
          <dgm:constr type="l" for="ch" forName="picture3" refType="w" fact="0.6501"/>
          <dgm:constr type="t" for="ch" forName="picture3" refType="h" fact="0.6589"/>
          <dgm:constr type="w" for="ch" forName="picture3" refType="w" fact="0.3499"/>
          <dgm:constr type="h" for="ch" forName="picture3" refType="h" fact="0.3411"/>
          <dgm:constr type="l" for="ch" forName="parent3" refType="w" fact="0.6501"/>
          <dgm:constr type="t" for="ch" forName="parent3" refType="h" fact="0.9525"/>
          <dgm:constr type="w" for="ch" forName="parent3" refType="w" fact="0.3499"/>
          <dgm:constr type="h" for="ch" forName="parent3" refType="h" fact="0.043"/>
        </dgm:constrLst>
      </dgm:if>
      <dgm:if name="Name5" axis="ch" ptType="node" func="cnt" op="equ" val="4">
        <dgm:alg type="composite">
          <dgm:param type="ar" val="0.7603"/>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l" for="ch" forName="picture1" refType="w" fact="0"/>
          <dgm:constr type="t" for="ch" forName="picture1" refType="h" fact="0"/>
          <dgm:constr type="w" for="ch" forName="picture1" refType="w" fact="0.9998"/>
          <dgm:constr type="h" for="ch" forName="picture1" refType="h" fact="0.4692"/>
          <dgm:constr type="l" for="ch" forName="parent1" refType="w" fact="0"/>
          <dgm:constr type="t" for="ch" forName="parent1" refType="h" fact="0.4118"/>
          <dgm:constr type="w" for="ch" forName="parent1" refType="w" fact="0.9998"/>
          <dgm:constr type="h" for="ch" forName="parent1" refType="h" fact="0.0547"/>
          <dgm:constr type="l" for="ch" forName="picture2" refType="w" fact="0"/>
          <dgm:constr type="t" for="ch" forName="picture2" refType="h" fact="0.4839"/>
          <dgm:constr type="w" for="ch" forName="picture2" refType="w" fact="0.631"/>
          <dgm:constr type="h" for="ch" forName="picture2" refType="h" fact="0.2504"/>
          <dgm:constr type="l" for="ch" forName="parent2" refType="w" fact="0"/>
          <dgm:constr type="t" for="ch" forName="parent2" refType="h" fact="0.6999"/>
          <dgm:constr type="w" for="ch" forName="parent2" refType="w" fact="0.631"/>
          <dgm:constr type="h" for="ch" forName="parent2" refType="h" fact="0.0313"/>
          <dgm:constr type="l" for="ch" forName="picture3" refType="w" fact="0.65"/>
          <dgm:constr type="t" for="ch" forName="picture3" refType="h" fact="0.4839"/>
          <dgm:constr type="w" for="ch" forName="picture3" refType="w" fact="0.3498"/>
          <dgm:constr type="h" for="ch" forName="picture3" refType="h" fact="0.2504"/>
          <dgm:constr type="l" for="ch" forName="parent3" refType="w" fact="0.65"/>
          <dgm:constr type="t" for="ch" forName="parent3" refType="h" fact="0.6994"/>
          <dgm:constr type="w" for="ch" forName="parent3" refType="w" fact="0.3498"/>
          <dgm:constr type="h" for="ch" forName="parent3" refType="h" fact="0.0316"/>
          <dgm:constr type="l" for="ch" forName="picture4" refType="w" fact="0"/>
          <dgm:constr type="t" for="ch" forName="picture4" refType="h" fact="0.7496"/>
          <dgm:constr type="w" for="ch" forName="picture4" refType="w" fact="0.3498"/>
          <dgm:constr type="h" for="ch" forName="picture4" refType="h" fact="0.2504"/>
          <dgm:constr type="l" for="ch" forName="parent4" refType="w" fact="0"/>
          <dgm:constr type="t" for="ch" forName="parent4" refType="h" fact="0.9651"/>
          <dgm:constr type="w" for="ch" forName="parent4" refType="w" fact="0.3498"/>
          <dgm:constr type="h" for="ch" forName="parent4" refType="h" fact="0.0316"/>
        </dgm:constrLst>
      </dgm:if>
      <dgm:if name="Name6" axis="ch" ptType="node" func="cnt" op="equ" val="5">
        <dgm:alg type="composite">
          <dgm:param type="ar" val="0.7603"/>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primFontSz" for="des" forName="parent5" refType="primFontSz" refFor="des" refForName="parent2" op="equ"/>
          <dgm:constr type="l" for="ch" forName="picture1" refType="w" fact="0"/>
          <dgm:constr type="t" for="ch" forName="picture1" refType="h" fact="0"/>
          <dgm:constr type="w" for="ch" forName="picture1" refType="w" fact="0.9998"/>
          <dgm:constr type="h" for="ch" forName="picture1" refType="h" fact="0.4692"/>
          <dgm:constr type="l" for="ch" forName="parent1" refType="w" fact="0"/>
          <dgm:constr type="t" for="ch" forName="parent1" refType="h" fact="0.4118"/>
          <dgm:constr type="w" for="ch" forName="parent1" refType="w" fact="0.9998"/>
          <dgm:constr type="h" for="ch" forName="parent1" refType="h" fact="0.0547"/>
          <dgm:constr type="l" for="ch" forName="picture2" refType="w" fact="0"/>
          <dgm:constr type="t" for="ch" forName="picture2" refType="h" fact="0.4839"/>
          <dgm:constr type="w" for="ch" forName="picture2" refType="w" fact="0.631"/>
          <dgm:constr type="h" for="ch" forName="picture2" refType="h" fact="0.2504"/>
          <dgm:constr type="l" for="ch" forName="parent2" refType="w" fact="0"/>
          <dgm:constr type="t" for="ch" forName="parent2" refType="h" fact="0.6999"/>
          <dgm:constr type="w" for="ch" forName="parent2" refType="w" fact="0.631"/>
          <dgm:constr type="h" for="ch" forName="parent2" refType="h" fact="0.0313"/>
          <dgm:constr type="l" for="ch" forName="picture3" refType="w" fact="0.65"/>
          <dgm:constr type="t" for="ch" forName="picture3" refType="h" fact="0.4839"/>
          <dgm:constr type="w" for="ch" forName="picture3" refType="w" fact="0.3498"/>
          <dgm:constr type="h" for="ch" forName="picture3" refType="h" fact="0.2504"/>
          <dgm:constr type="l" for="ch" forName="parent3" refType="w" fact="0.65"/>
          <dgm:constr type="t" for="ch" forName="parent3" refType="h" fact="0.6994"/>
          <dgm:constr type="w" for="ch" forName="parent3" refType="w" fact="0.3498"/>
          <dgm:constr type="h" for="ch" forName="parent3" refType="h" fact="0.0316"/>
          <dgm:constr type="l" for="ch" forName="picture4" refType="w" fact="0"/>
          <dgm:constr type="t" for="ch" forName="picture4" refType="h" fact="0.7496"/>
          <dgm:constr type="w" for="ch" forName="picture4" refType="w" fact="0.3498"/>
          <dgm:constr type="h" for="ch" forName="picture4" refType="h" fact="0.2504"/>
          <dgm:constr type="l" for="ch" forName="parent4" refType="w" fact="0"/>
          <dgm:constr type="t" for="ch" forName="parent4" refType="h" fact="0.9651"/>
          <dgm:constr type="w" for="ch" forName="parent4" refType="w" fact="0.3498"/>
          <dgm:constr type="h" for="ch" forName="parent4" refType="h" fact="0.0316"/>
          <dgm:constr type="l" for="ch" forName="picture5" refType="w" fact="0.369"/>
          <dgm:constr type="t" for="ch" forName="picture5" refType="h" fact="0.7496"/>
          <dgm:constr type="w" for="ch" forName="picture5" refType="w" fact="0.631"/>
          <dgm:constr type="h" for="ch" forName="picture5" refType="h" fact="0.2504"/>
          <dgm:constr type="l" for="ch" forName="parent5" refType="w" fact="0.369"/>
          <dgm:constr type="t" for="ch" forName="parent5" refType="h" fact="0.9656"/>
          <dgm:constr type="w" for="ch" forName="parent5" refType="w" fact="0.631"/>
          <dgm:constr type="h" for="ch" forName="parent5" refType="h" fact="0.0313"/>
        </dgm:constrLst>
      </dgm:if>
      <dgm:if name="Name7" axis="ch" ptType="node" func="cnt" op="equ" val="6">
        <dgm:alg type="composite">
          <dgm:param type="ar" val="0.6012"/>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primFontSz" for="des" forName="parent5" refType="primFontSz" refFor="des" refForName="parent2" op="equ"/>
          <dgm:constr type="primFontSz" for="des" forName="parent6" refType="primFontSz" refFor="des" refForName="parent2" op="equ"/>
          <dgm:constr type="l" for="ch" forName="picture1" refType="w" fact="0"/>
          <dgm:constr type="t" for="ch" forName="picture1" refType="h" fact="0"/>
          <dgm:constr type="w" for="ch" forName="picture1" refType="w" fact="0.9992"/>
          <dgm:constr type="h" for="ch" forName="picture1" refType="h" fact="0.3708"/>
          <dgm:constr type="l" for="ch" forName="parent1" refType="w" fact="0"/>
          <dgm:constr type="t" for="ch" forName="parent1" refType="h" fact="0.3254"/>
          <dgm:constr type="w" for="ch" forName="parent1" refType="w" fact="0.9992"/>
          <dgm:constr type="h" for="ch" forName="parent1" refType="h" fact="0.0432"/>
          <dgm:constr type="l" for="ch" forName="picture2" refType="w" fact="0"/>
          <dgm:constr type="t" for="ch" forName="picture2" refType="h" fact="0.3824"/>
          <dgm:constr type="w" for="ch" forName="picture2" refType="w" fact="0.6307"/>
          <dgm:constr type="h" for="ch" forName="picture2" refType="h" fact="0.1979"/>
          <dgm:constr type="l" for="ch" forName="parent2" refType="w" fact="0"/>
          <dgm:constr type="t" for="ch" forName="parent2" refType="h" fact="0.5531"/>
          <dgm:constr type="w" for="ch" forName="parent2" refType="w" fact="0.6307"/>
          <dgm:constr type="h" for="ch" forName="parent2" refType="h" fact="0.0247"/>
          <dgm:constr type="l" for="ch" forName="picture3" refType="w" fact="0.6496"/>
          <dgm:constr type="t" for="ch" forName="picture3" refType="h" fact="0.3824"/>
          <dgm:constr type="w" for="ch" forName="picture3" refType="w" fact="0.3496"/>
          <dgm:constr type="h" for="ch" forName="picture3" refType="h" fact="0.1979"/>
          <dgm:constr type="l" for="ch" forName="parent3" refType="w" fact="0.6496"/>
          <dgm:constr type="t" for="ch" forName="parent3" refType="h" fact="0.5527"/>
          <dgm:constr type="w" for="ch" forName="parent3" refType="w" fact="0.3496"/>
          <dgm:constr type="h" for="ch" forName="parent3" refType="h" fact="0.025"/>
          <dgm:constr type="l" for="ch" forName="picture4" refType="w" fact="0"/>
          <dgm:constr type="t" for="ch" forName="picture4" refType="h" fact="0.5924"/>
          <dgm:constr type="w" for="ch" forName="picture4" refType="w" fact="0.3496"/>
          <dgm:constr type="h" for="ch" forName="picture4" refType="h" fact="0.1979"/>
          <dgm:constr type="l" for="ch" forName="parent4" refType="w" fact="0"/>
          <dgm:constr type="t" for="ch" forName="parent4" refType="h" fact="0.7627"/>
          <dgm:constr type="w" for="ch" forName="parent4" refType="w" fact="0.3496"/>
          <dgm:constr type="h" for="ch" forName="parent4" refType="h" fact="0.025"/>
          <dgm:constr type="l" for="ch" forName="picture5" refType="w" fact="0.3688"/>
          <dgm:constr type="t" for="ch" forName="picture5" refType="h" fact="0.5924"/>
          <dgm:constr type="w" for="ch" forName="picture5" refType="w" fact="0.6307"/>
          <dgm:constr type="h" for="ch" forName="picture5" refType="h" fact="0.1979"/>
          <dgm:constr type="l" for="ch" forName="parent5" refType="w" fact="0.3688"/>
          <dgm:constr type="t" for="ch" forName="parent5" refType="h" fact="0.7631"/>
          <dgm:constr type="w" for="ch" forName="parent5" refType="w" fact="0.6307"/>
          <dgm:constr type="h" for="ch" forName="parent5" refType="h" fact="0.0247"/>
          <dgm:constr type="l" for="ch" forName="picture6" refType="w" fact="0"/>
          <dgm:constr type="t" for="ch" forName="picture6" refType="h" fact="0.8021"/>
          <dgm:constr type="w" for="ch" forName="picture6" refType="w" fact="0.6307"/>
          <dgm:constr type="h" for="ch" forName="picture6" refType="h" fact="0.1979"/>
          <dgm:constr type="l" for="ch" forName="parent6" refType="w" fact="0"/>
          <dgm:constr type="t" for="ch" forName="parent6" refType="h" fact="0.9728"/>
          <dgm:constr type="w" for="ch" forName="parent6" refType="w" fact="0.6307"/>
          <dgm:constr type="h" for="ch" forName="parent6" refType="h" fact="0.0247"/>
        </dgm:constrLst>
      </dgm:if>
      <dgm:if name="Name8" axis="ch" ptType="node" func="cnt" op="equ" val="7">
        <dgm:alg type="composite">
          <dgm:param type="ar" val="0.6012"/>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primFontSz" for="des" forName="parent5" refType="primFontSz" refFor="des" refForName="parent2" op="equ"/>
          <dgm:constr type="primFontSz" for="des" forName="parent6" refType="primFontSz" refFor="des" refForName="parent2" op="equ"/>
          <dgm:constr type="primFontSz" for="des" forName="parent7" refType="primFontSz" refFor="des" refForName="parent2" op="equ"/>
          <dgm:constr type="l" for="ch" forName="picture1" refType="w" fact="0"/>
          <dgm:constr type="t" for="ch" forName="picture1" refType="h" fact="0"/>
          <dgm:constr type="w" for="ch" forName="picture1" refType="w" fact="0.9992"/>
          <dgm:constr type="h" for="ch" forName="picture1" refType="h" fact="0.3708"/>
          <dgm:constr type="l" for="ch" forName="parent1" refType="w" fact="0"/>
          <dgm:constr type="t" for="ch" forName="parent1" refType="h" fact="0.3254"/>
          <dgm:constr type="w" for="ch" forName="parent1" refType="w" fact="0.9992"/>
          <dgm:constr type="h" for="ch" forName="parent1" refType="h" fact="0.0432"/>
          <dgm:constr type="l" for="ch" forName="picture2" refType="w" fact="0"/>
          <dgm:constr type="t" for="ch" forName="picture2" refType="h" fact="0.3824"/>
          <dgm:constr type="w" for="ch" forName="picture2" refType="w" fact="0.6307"/>
          <dgm:constr type="h" for="ch" forName="picture2" refType="h" fact="0.1979"/>
          <dgm:constr type="l" for="ch" forName="parent2" refType="w" fact="0"/>
          <dgm:constr type="t" for="ch" forName="parent2" refType="h" fact="0.5531"/>
          <dgm:constr type="w" for="ch" forName="parent2" refType="w" fact="0.6307"/>
          <dgm:constr type="h" for="ch" forName="parent2" refType="h" fact="0.0247"/>
          <dgm:constr type="l" for="ch" forName="picture3" refType="w" fact="0.6496"/>
          <dgm:constr type="t" for="ch" forName="picture3" refType="h" fact="0.3824"/>
          <dgm:constr type="w" for="ch" forName="picture3" refType="w" fact="0.3496"/>
          <dgm:constr type="h" for="ch" forName="picture3" refType="h" fact="0.1979"/>
          <dgm:constr type="l" for="ch" forName="parent3" refType="w" fact="0.6496"/>
          <dgm:constr type="t" for="ch" forName="parent3" refType="h" fact="0.5527"/>
          <dgm:constr type="w" for="ch" forName="parent3" refType="w" fact="0.3496"/>
          <dgm:constr type="h" for="ch" forName="parent3" refType="h" fact="0.025"/>
          <dgm:constr type="l" for="ch" forName="picture4" refType="w" fact="0"/>
          <dgm:constr type="t" for="ch" forName="picture4" refType="h" fact="0.5924"/>
          <dgm:constr type="w" for="ch" forName="picture4" refType="w" fact="0.3496"/>
          <dgm:constr type="h" for="ch" forName="picture4" refType="h" fact="0.1979"/>
          <dgm:constr type="l" for="ch" forName="parent4" refType="w" fact="0"/>
          <dgm:constr type="t" for="ch" forName="parent4" refType="h" fact="0.7627"/>
          <dgm:constr type="w" for="ch" forName="parent4" refType="w" fact="0.3496"/>
          <dgm:constr type="h" for="ch" forName="parent4" refType="h" fact="0.025"/>
          <dgm:constr type="l" for="ch" forName="picture5" refType="w" fact="0.3688"/>
          <dgm:constr type="t" for="ch" forName="picture5" refType="h" fact="0.5924"/>
          <dgm:constr type="w" for="ch" forName="picture5" refType="w" fact="0.6307"/>
          <dgm:constr type="h" for="ch" forName="picture5" refType="h" fact="0.1979"/>
          <dgm:constr type="l" for="ch" forName="parent5" refType="w" fact="0.3688"/>
          <dgm:constr type="t" for="ch" forName="parent5" refType="h" fact="0.7631"/>
          <dgm:constr type="w" for="ch" forName="parent5" refType="w" fact="0.6307"/>
          <dgm:constr type="h" for="ch" forName="parent5" refType="h" fact="0.0247"/>
          <dgm:constr type="l" for="ch" forName="picture6" refType="w" fact="0"/>
          <dgm:constr type="t" for="ch" forName="picture6" refType="h" fact="0.8021"/>
          <dgm:constr type="w" for="ch" forName="picture6" refType="w" fact="0.6307"/>
          <dgm:constr type="h" for="ch" forName="picture6" refType="h" fact="0.1979"/>
          <dgm:constr type="l" for="ch" forName="parent6" refType="w" fact="0"/>
          <dgm:constr type="t" for="ch" forName="parent6" refType="h" fact="0.9728"/>
          <dgm:constr type="w" for="ch" forName="parent6" refType="w" fact="0.6307"/>
          <dgm:constr type="h" for="ch" forName="parent6" refType="h" fact="0.0247"/>
          <dgm:constr type="l" for="ch" forName="picture7" refType="w" fact="0.6504"/>
          <dgm:constr type="t" for="ch" forName="picture7" refType="h" fact="0.8021"/>
          <dgm:constr type="w" for="ch" forName="picture7" refType="w" fact="0.3496"/>
          <dgm:constr type="h" for="ch" forName="picture7" refType="h" fact="0.1979"/>
          <dgm:constr type="l" for="ch" forName="parent7" refType="w" fact="0.6504"/>
          <dgm:constr type="t" for="ch" forName="parent7" refType="h" fact="0.9724"/>
          <dgm:constr type="w" for="ch" forName="parent7" refType="w" fact="0.3496"/>
          <dgm:constr type="h" for="ch" forName="parent7" refType="h" fact="0.025"/>
        </dgm:constrLst>
      </dgm:if>
      <dgm:if name="Name9" axis="ch" ptType="node" func="cnt" op="equ" val="8">
        <dgm:alg type="composite">
          <dgm:param type="ar" val="0.4976"/>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primFontSz" for="des" forName="parent5" refType="primFontSz" refFor="des" refForName="parent2" op="equ"/>
          <dgm:constr type="primFontSz" for="des" forName="parent6" refType="primFontSz" refFor="des" refForName="parent2" op="equ"/>
          <dgm:constr type="primFontSz" for="des" forName="parent7" refType="primFontSz" refFor="des" refForName="parent2" op="equ"/>
          <dgm:constr type="primFontSz" for="des" forName="parent8" refType="primFontSz" refFor="des" refForName="parent2" op="equ"/>
          <dgm:constr type="l" for="ch" forName="picture1" refType="w" fact="0"/>
          <dgm:constr type="t" for="ch" forName="picture1" refType="h" fact="0"/>
          <dgm:constr type="w" for="ch" forName="picture1" refType="w" fact="0.9992"/>
          <dgm:constr type="h" for="ch" forName="picture1" refType="h" fact="0.3069"/>
          <dgm:constr type="l" for="ch" forName="parent1" refType="w" fact="0"/>
          <dgm:constr type="t" for="ch" forName="parent1" refType="h" fact="0.2693"/>
          <dgm:constr type="w" for="ch" forName="parent1" refType="w" fact="0.9992"/>
          <dgm:constr type="h" for="ch" forName="parent1" refType="h" fact="0.0358"/>
          <dgm:constr type="l" for="ch" forName="picture2" refType="w" fact="0"/>
          <dgm:constr type="t" for="ch" forName="picture2" refType="h" fact="0.3165"/>
          <dgm:constr type="w" for="ch" forName="picture2" refType="w" fact="0.6307"/>
          <dgm:constr type="h" for="ch" forName="picture2" refType="h" fact="0.1638"/>
          <dgm:constr type="l" for="ch" forName="parent2" refType="w" fact="0"/>
          <dgm:constr type="t" for="ch" forName="parent2" refType="h" fact="0.4578"/>
          <dgm:constr type="w" for="ch" forName="parent2" refType="w" fact="0.6307"/>
          <dgm:constr type="h" for="ch" forName="parent2" refType="h" fact="0.0205"/>
          <dgm:constr type="l" for="ch" forName="picture3" refType="w" fact="0.6496"/>
          <dgm:constr type="t" for="ch" forName="picture3" refType="h" fact="0.3165"/>
          <dgm:constr type="w" for="ch" forName="picture3" refType="w" fact="0.3496"/>
          <dgm:constr type="h" for="ch" forName="picture3" refType="h" fact="0.1638"/>
          <dgm:constr type="l" for="ch" forName="parent3" refType="w" fact="0.6496"/>
          <dgm:constr type="t" for="ch" forName="parent3" refType="h" fact="0.4575"/>
          <dgm:constr type="w" for="ch" forName="parent3" refType="w" fact="0.3496"/>
          <dgm:constr type="h" for="ch" forName="parent3" refType="h" fact="0.0207"/>
          <dgm:constr type="l" for="ch" forName="picture5" refType="w" fact="0.3688"/>
          <dgm:constr type="t" for="ch" forName="picture5" refType="h" fact="0.4903"/>
          <dgm:constr type="w" for="ch" forName="picture5" refType="w" fact="0.6307"/>
          <dgm:constr type="h" for="ch" forName="picture5" refType="h" fact="0.1638"/>
          <dgm:constr type="l" for="ch" forName="parent5" refType="w" fact="0.3688"/>
          <dgm:constr type="t" for="ch" forName="parent5" refType="h" fact="0.6316"/>
          <dgm:constr type="w" for="ch" forName="parent5" refType="w" fact="0.6307"/>
          <dgm:constr type="h" for="ch" forName="parent5" refType="h" fact="0.0205"/>
          <dgm:constr type="l" for="ch" forName="picture4" refType="w" fact="0"/>
          <dgm:constr type="t" for="ch" forName="picture4" refType="h" fact="0.4903"/>
          <dgm:constr type="w" for="ch" forName="picture4" refType="w" fact="0.3496"/>
          <dgm:constr type="h" for="ch" forName="picture4" refType="h" fact="0.1638"/>
          <dgm:constr type="l" for="ch" forName="parent4" refType="w" fact="0"/>
          <dgm:constr type="t" for="ch" forName="parent4" refType="h" fact="0.6313"/>
          <dgm:constr type="w" for="ch" forName="parent4" refType="w" fact="0.3496"/>
          <dgm:constr type="h" for="ch" forName="parent4" refType="h" fact="0.0207"/>
          <dgm:constr type="l" for="ch" forName="picture6" refType="w" fact="0"/>
          <dgm:constr type="t" for="ch" forName="picture6" refType="h" fact="0.6638"/>
          <dgm:constr type="w" for="ch" forName="picture6" refType="w" fact="0.6307"/>
          <dgm:constr type="h" for="ch" forName="picture6" refType="h" fact="0.1638"/>
          <dgm:constr type="l" for="ch" forName="parent6" refType="w" fact="0"/>
          <dgm:constr type="t" for="ch" forName="parent6" refType="h" fact="0.8051"/>
          <dgm:constr type="w" for="ch" forName="parent6" refType="w" fact="0.6307"/>
          <dgm:constr type="h" for="ch" forName="parent6" refType="h" fact="0.0205"/>
          <dgm:constr type="l" for="ch" forName="picture7" refType="w" fact="0.6504"/>
          <dgm:constr type="t" for="ch" forName="picture7" refType="h" fact="0.6638"/>
          <dgm:constr type="w" for="ch" forName="picture7" refType="w" fact="0.3496"/>
          <dgm:constr type="h" for="ch" forName="picture7" refType="h" fact="0.1638"/>
          <dgm:constr type="l" for="ch" forName="parent7" refType="w" fact="0.6504"/>
          <dgm:constr type="t" for="ch" forName="parent7" refType="h" fact="0.8048"/>
          <dgm:constr type="w" for="ch" forName="parent7" refType="w" fact="0.3496"/>
          <dgm:constr type="h" for="ch" forName="parent7" refType="h" fact="0.0207"/>
          <dgm:constr type="l" for="ch" forName="picture8" refType="w" fact="0"/>
          <dgm:constr type="t" for="ch" forName="picture8" refType="h" fact="0.8362"/>
          <dgm:constr type="w" for="ch" forName="picture8" refType="w" fact="0.3496"/>
          <dgm:constr type="h" for="ch" forName="picture8" refType="h" fact="0.1638"/>
          <dgm:constr type="l" for="ch" forName="parent8" refType="w" fact="0"/>
          <dgm:constr type="t" for="ch" forName="parent8" refType="h" fact="0.9772"/>
          <dgm:constr type="w" for="ch" forName="parent8" refType="w" fact="0.3496"/>
          <dgm:constr type="h" for="ch" forName="parent8" refType="h" fact="0.0207"/>
        </dgm:constrLst>
      </dgm:if>
      <dgm:else name="Name10">
        <dgm:alg type="composite">
          <dgm:param type="ar" val="0.4976"/>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primFontSz" for="des" forName="parent5" refType="primFontSz" refFor="des" refForName="parent2" op="equ"/>
          <dgm:constr type="primFontSz" for="des" forName="parent6" refType="primFontSz" refFor="des" refForName="parent2" op="equ"/>
          <dgm:constr type="primFontSz" for="des" forName="parent7" refType="primFontSz" refFor="des" refForName="parent2" op="equ"/>
          <dgm:constr type="primFontSz" for="des" forName="parent8" refType="primFontSz" refFor="des" refForName="parent2" op="equ"/>
          <dgm:constr type="primFontSz" for="des" forName="parent9" refType="primFontSz" refFor="des" refForName="parent2" op="equ"/>
          <dgm:constr type="l" for="ch" forName="picture1" refType="w" fact="0"/>
          <dgm:constr type="t" for="ch" forName="picture1" refType="h" fact="0"/>
          <dgm:constr type="w" for="ch" forName="picture1" refType="w" fact="0.9992"/>
          <dgm:constr type="h" for="ch" forName="picture1" refType="h" fact="0.3069"/>
          <dgm:constr type="l" for="ch" forName="parent1" refType="w" fact="0"/>
          <dgm:constr type="t" for="ch" forName="parent1" refType="h" fact="0.2693"/>
          <dgm:constr type="w" for="ch" forName="parent1" refType="w" fact="0.9992"/>
          <dgm:constr type="h" for="ch" forName="parent1" refType="h" fact="0.0358"/>
          <dgm:constr type="l" for="ch" forName="picture2" refType="w" fact="0"/>
          <dgm:constr type="t" for="ch" forName="picture2" refType="h" fact="0.3165"/>
          <dgm:constr type="w" for="ch" forName="picture2" refType="w" fact="0.6307"/>
          <dgm:constr type="h" for="ch" forName="picture2" refType="h" fact="0.1638"/>
          <dgm:constr type="l" for="ch" forName="parent2" refType="w" fact="0"/>
          <dgm:constr type="t" for="ch" forName="parent2" refType="h" fact="0.4578"/>
          <dgm:constr type="w" for="ch" forName="parent2" refType="w" fact="0.6307"/>
          <dgm:constr type="h" for="ch" forName="parent2" refType="h" fact="0.0205"/>
          <dgm:constr type="l" for="ch" forName="picture3" refType="w" fact="0.6496"/>
          <dgm:constr type="t" for="ch" forName="picture3" refType="h" fact="0.3165"/>
          <dgm:constr type="w" for="ch" forName="picture3" refType="w" fact="0.3496"/>
          <dgm:constr type="h" for="ch" forName="picture3" refType="h" fact="0.1638"/>
          <dgm:constr type="l" for="ch" forName="parent3" refType="w" fact="0.6496"/>
          <dgm:constr type="t" for="ch" forName="parent3" refType="h" fact="0.4575"/>
          <dgm:constr type="w" for="ch" forName="parent3" refType="w" fact="0.3496"/>
          <dgm:constr type="h" for="ch" forName="parent3" refType="h" fact="0.0207"/>
          <dgm:constr type="l" for="ch" forName="picture5" refType="w" fact="0.3688"/>
          <dgm:constr type="t" for="ch" forName="picture5" refType="h" fact="0.4903"/>
          <dgm:constr type="w" for="ch" forName="picture5" refType="w" fact="0.6307"/>
          <dgm:constr type="h" for="ch" forName="picture5" refType="h" fact="0.1638"/>
          <dgm:constr type="l" for="ch" forName="parent5" refType="w" fact="0.3688"/>
          <dgm:constr type="t" for="ch" forName="parent5" refType="h" fact="0.6316"/>
          <dgm:constr type="w" for="ch" forName="parent5" refType="w" fact="0.6307"/>
          <dgm:constr type="h" for="ch" forName="parent5" refType="h" fact="0.0205"/>
          <dgm:constr type="l" for="ch" forName="picture4" refType="w" fact="0"/>
          <dgm:constr type="t" for="ch" forName="picture4" refType="h" fact="0.4903"/>
          <dgm:constr type="w" for="ch" forName="picture4" refType="w" fact="0.3496"/>
          <dgm:constr type="h" for="ch" forName="picture4" refType="h" fact="0.1638"/>
          <dgm:constr type="l" for="ch" forName="parent4" refType="w" fact="0"/>
          <dgm:constr type="t" for="ch" forName="parent4" refType="h" fact="0.6313"/>
          <dgm:constr type="w" for="ch" forName="parent4" refType="w" fact="0.3496"/>
          <dgm:constr type="h" for="ch" forName="parent4" refType="h" fact="0.0207"/>
          <dgm:constr type="l" for="ch" forName="picture6" refType="w" fact="0"/>
          <dgm:constr type="t" for="ch" forName="picture6" refType="h" fact="0.6638"/>
          <dgm:constr type="w" for="ch" forName="picture6" refType="w" fact="0.6307"/>
          <dgm:constr type="h" for="ch" forName="picture6" refType="h" fact="0.1638"/>
          <dgm:constr type="l" for="ch" forName="parent6" refType="w" fact="0"/>
          <dgm:constr type="t" for="ch" forName="parent6" refType="h" fact="0.8051"/>
          <dgm:constr type="w" for="ch" forName="parent6" refType="w" fact="0.6307"/>
          <dgm:constr type="h" for="ch" forName="parent6" refType="h" fact="0.0205"/>
          <dgm:constr type="l" for="ch" forName="picture7" refType="w" fact="0.6504"/>
          <dgm:constr type="t" for="ch" forName="picture7" refType="h" fact="0.6638"/>
          <dgm:constr type="w" for="ch" forName="picture7" refType="w" fact="0.3496"/>
          <dgm:constr type="h" for="ch" forName="picture7" refType="h" fact="0.1638"/>
          <dgm:constr type="l" for="ch" forName="parent7" refType="w" fact="0.6504"/>
          <dgm:constr type="t" for="ch" forName="parent7" refType="h" fact="0.8048"/>
          <dgm:constr type="w" for="ch" forName="parent7" refType="w" fact="0.3496"/>
          <dgm:constr type="h" for="ch" forName="parent7" refType="h" fact="0.0207"/>
          <dgm:constr type="l" for="ch" forName="picture8" refType="w" fact="0"/>
          <dgm:constr type="t" for="ch" forName="picture8" refType="h" fact="0.8362"/>
          <dgm:constr type="w" for="ch" forName="picture8" refType="w" fact="0.3496"/>
          <dgm:constr type="h" for="ch" forName="picture8" refType="h" fact="0.1638"/>
          <dgm:constr type="l" for="ch" forName="parent8" refType="w" fact="0"/>
          <dgm:constr type="t" for="ch" forName="parent8" refType="h" fact="0.9772"/>
          <dgm:constr type="w" for="ch" forName="parent8" refType="w" fact="0.3496"/>
          <dgm:constr type="h" for="ch" forName="parent8" refType="h" fact="0.0207"/>
          <dgm:constr type="l" for="ch" forName="picture9" refType="w" fact="0.3689"/>
          <dgm:constr type="t" for="ch" forName="picture9" refType="h" fact="0.8362"/>
          <dgm:constr type="w" for="ch" forName="picture9" refType="w" fact="0.6307"/>
          <dgm:constr type="h" for="ch" forName="picture9" refType="h" fact="0.1638"/>
          <dgm:constr type="l" for="ch" forName="parent9" refType="w" fact="0.3689"/>
          <dgm:constr type="t" for="ch" forName="parent9" refType="h" fact="0.9775"/>
          <dgm:constr type="w" for="ch" forName="parent9" refType="w" fact="0.6307"/>
          <dgm:constr type="h" for="ch" forName="parent9" refType="h" fact="0.0205"/>
        </dgm:constrLst>
      </dgm:else>
    </dgm:choose>
    <dgm:forEach name="Name11" axis="ch" ptType="node" cnt="1">
      <dgm:layoutNode name="picture1">
        <dgm:alg type="sp"/>
        <dgm:shape xmlns:r="http://schemas.openxmlformats.org/officeDocument/2006/relationships" r:blip="">
          <dgm:adjLst/>
        </dgm:shape>
        <dgm:presOf/>
        <dgm:forEach name="Name12" ref="pictureWrapper"/>
      </dgm:layoutNode>
      <dgm:layoutNode name="parent1">
        <dgm:varLst>
          <dgm:chMax val="0"/>
          <dgm:chPref val="0"/>
          <dgm:bulletEnabled val="1"/>
        </dgm:varLst>
        <dgm:alg type="tx">
          <dgm:param type="parTxLTRAlign" val="l"/>
          <dgm:param type="parTxRTLAlign" val="l"/>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13" axis="ch" ptType="node" st="2" cnt="1">
      <dgm:layoutNode name="picture2">
        <dgm:alg type="sp"/>
        <dgm:shape xmlns:r="http://schemas.openxmlformats.org/officeDocument/2006/relationships" r:blip="">
          <dgm:adjLst/>
        </dgm:shape>
        <dgm:presOf/>
        <dgm:forEach name="Name14" ref="pictureWrapper"/>
      </dgm:layoutNode>
      <dgm:layoutNode name="parent2">
        <dgm:varLst>
          <dgm:chMax val="0"/>
          <dgm:chPref val="0"/>
          <dgm:bulletEnabled val="1"/>
        </dgm:varLst>
        <dgm:alg type="tx">
          <dgm:param type="parTxLTRAlign" val="l"/>
          <dgm:param type="parTxRTLAlign" val="l"/>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15" axis="ch" ptType="node" st="3" cnt="1">
      <dgm:layoutNode name="picture3">
        <dgm:alg type="sp"/>
        <dgm:shape xmlns:r="http://schemas.openxmlformats.org/officeDocument/2006/relationships" r:blip="">
          <dgm:adjLst/>
        </dgm:shape>
        <dgm:presOf/>
        <dgm:forEach name="Name16" ref="pictureWrapper"/>
      </dgm:layoutNode>
      <dgm:layoutNode name="parent3">
        <dgm:varLst>
          <dgm:chMax val="0"/>
          <dgm:chPref val="0"/>
          <dgm:bulletEnabled val="1"/>
        </dgm:varLst>
        <dgm:alg type="tx">
          <dgm:param type="parTxLTRAlign" val="r"/>
          <dgm:param type="parTxRTLAlign" val="r"/>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17" axis="ch" ptType="node" st="4" cnt="1">
      <dgm:layoutNode name="picture4">
        <dgm:alg type="sp"/>
        <dgm:shape xmlns:r="http://schemas.openxmlformats.org/officeDocument/2006/relationships" r:blip="">
          <dgm:adjLst/>
        </dgm:shape>
        <dgm:presOf/>
        <dgm:forEach name="Name18" ref="pictureWrapper"/>
      </dgm:layoutNode>
      <dgm:layoutNode name="parent4">
        <dgm:varLst>
          <dgm:chMax val="0"/>
          <dgm:chPref val="0"/>
          <dgm:bulletEnabled val="1"/>
        </dgm:varLst>
        <dgm:alg type="tx">
          <dgm:param type="parTxLTRAlign" val="l"/>
          <dgm:param type="parTxRTLAlign" val="l"/>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19" axis="ch" ptType="node" st="5" cnt="1">
      <dgm:layoutNode name="picture5">
        <dgm:alg type="sp"/>
        <dgm:shape xmlns:r="http://schemas.openxmlformats.org/officeDocument/2006/relationships" r:blip="">
          <dgm:adjLst/>
        </dgm:shape>
        <dgm:presOf/>
        <dgm:forEach name="Name20" ref="pictureWrapper"/>
      </dgm:layoutNode>
      <dgm:layoutNode name="parent5">
        <dgm:varLst>
          <dgm:chMax val="0"/>
          <dgm:chPref val="0"/>
          <dgm:bulletEnabled val="1"/>
        </dgm:varLst>
        <dgm:alg type="tx">
          <dgm:param type="parTxLTRAlign" val="r"/>
          <dgm:param type="parTxRTLAlign" val="r"/>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21" axis="ch" ptType="node" st="6" cnt="1">
      <dgm:layoutNode name="picture6">
        <dgm:alg type="sp"/>
        <dgm:shape xmlns:r="http://schemas.openxmlformats.org/officeDocument/2006/relationships" r:blip="">
          <dgm:adjLst/>
        </dgm:shape>
        <dgm:presOf/>
        <dgm:forEach name="Name22" ref="pictureWrapper"/>
      </dgm:layoutNode>
      <dgm:layoutNode name="parent6">
        <dgm:varLst>
          <dgm:chMax val="0"/>
          <dgm:chPref val="0"/>
          <dgm:bulletEnabled val="1"/>
        </dgm:varLst>
        <dgm:alg type="tx">
          <dgm:param type="parTxLTRAlign" val="l"/>
          <dgm:param type="parTxRTLAlign" val="l"/>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23" axis="ch" ptType="node" st="7" cnt="1">
      <dgm:layoutNode name="picture7">
        <dgm:alg type="sp"/>
        <dgm:shape xmlns:r="http://schemas.openxmlformats.org/officeDocument/2006/relationships" r:blip="">
          <dgm:adjLst/>
        </dgm:shape>
        <dgm:presOf/>
        <dgm:forEach name="Name24" ref="pictureWrapper"/>
      </dgm:layoutNode>
      <dgm:layoutNode name="parent7">
        <dgm:varLst>
          <dgm:chMax val="0"/>
          <dgm:chPref val="0"/>
          <dgm:bulletEnabled val="1"/>
        </dgm:varLst>
        <dgm:alg type="tx">
          <dgm:param type="parTxLTRAlign" val="r"/>
          <dgm:param type="parTxRTLAlign" val="r"/>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25" axis="ch" ptType="node" st="8" cnt="1">
      <dgm:layoutNode name="picture8">
        <dgm:alg type="sp"/>
        <dgm:shape xmlns:r="http://schemas.openxmlformats.org/officeDocument/2006/relationships" r:blip="">
          <dgm:adjLst/>
        </dgm:shape>
        <dgm:presOf/>
        <dgm:forEach name="Name26" ref="pictureWrapper"/>
      </dgm:layoutNode>
      <dgm:layoutNode name="parent8">
        <dgm:varLst>
          <dgm:chMax val="0"/>
          <dgm:chPref val="0"/>
          <dgm:bulletEnabled val="1"/>
        </dgm:varLst>
        <dgm:alg type="tx">
          <dgm:param type="parTxLTRAlign" val="l"/>
          <dgm:param type="parTxRTLAlign" val="l"/>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27" axis="ch" ptType="node" st="9" cnt="1">
      <dgm:layoutNode name="picture9">
        <dgm:alg type="sp"/>
        <dgm:shape xmlns:r="http://schemas.openxmlformats.org/officeDocument/2006/relationships" r:blip="">
          <dgm:adjLst/>
        </dgm:shape>
        <dgm:presOf/>
        <dgm:forEach name="Name28" ref="pictureWrapper"/>
      </dgm:layoutNode>
      <dgm:layoutNode name="parent9">
        <dgm:varLst>
          <dgm:chMax val="0"/>
          <dgm:chPref val="0"/>
          <dgm:bulletEnabled val="1"/>
        </dgm:varLst>
        <dgm:alg type="tx">
          <dgm:param type="parTxLTRAlign" val="r"/>
          <dgm:param type="parTxRTLAlign" val="r"/>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wrapper" axis="self" ptType="parTrans">
      <dgm:forEach name="pictureWrapper" axis="self">
        <dgm:layoutNode name="picture" styleLbl="alignImgPlace1">
          <dgm:alg type="sp"/>
          <dgm:shape xmlns:r="http://schemas.openxmlformats.org/officeDocument/2006/relationships" type="rect" r:blip="" blipPhldr="1">
            <dgm:adjLst/>
          </dgm:shape>
          <dgm:presOf/>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11/layout/ThemePictureAlternatingAccent">
  <dgm:title val="Theme Picture Alternating Accent"/>
  <dgm:desc val="Use to show a group of pictures with the first picture being the largest and on top. Additional Level 1 pictures alternate between squares and rectangles with a limit of nine Level 1 pictures. Works best with small amounts of text. Unused text does not appear, but remains available if you switch layouts."/>
  <dgm:catLst>
    <dgm:cat type="picture" pri="13750"/>
    <dgm:cat type="officeonline" pri="7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tyleData>
  <dgm:clr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clrData>
  <dgm:layoutNode name="Name0">
    <dgm:varLst>
      <dgm:chMax val="9"/>
      <dgm:chPref val="9"/>
    </dgm:varLst>
    <dgm:shape xmlns:r="http://schemas.openxmlformats.org/officeDocument/2006/relationships" r:blip="">
      <dgm:adjLst/>
    </dgm:shape>
    <dgm:choose name="Name1">
      <dgm:if name="Name2" axis="ch" ptType="node" func="cnt" op="equ" val="1">
        <dgm:alg type="composite">
          <dgm:param type="ar" val="1.62"/>
        </dgm:alg>
        <dgm:constrLst>
          <dgm:constr type="primFontSz" for="des" forName="parent1" val="65"/>
          <dgm:constr type="l" for="ch" forName="picture1" refType="w" fact="0"/>
          <dgm:constr type="t" for="ch" forName="picture1" refType="h" fact="0"/>
          <dgm:constr type="w" for="ch" forName="picture1" refType="w"/>
          <dgm:constr type="h" for="ch" forName="picture1" refType="h"/>
          <dgm:constr type="l" for="ch" forName="parent1" refType="w" fact="0"/>
          <dgm:constr type="t" for="ch" forName="parent1" refType="h" fact="0.8776"/>
          <dgm:constr type="w" for="ch" forName="parent1" refType="w"/>
          <dgm:constr type="h" for="ch" forName="parent1" refType="h" fact="0.1166"/>
        </dgm:constrLst>
      </dgm:if>
      <dgm:if name="Name3" axis="ch" ptType="node" func="cnt" op="equ" val="2">
        <dgm:alg type="composite">
          <dgm:param type="ar" val="1.0352"/>
        </dgm:alg>
        <dgm:constrLst>
          <dgm:constr type="primFontSz" for="des" forName="parent1" val="65"/>
          <dgm:constr type="primFontSz" for="des" forName="parent2" val="65"/>
          <dgm:constr type="l" for="ch" forName="picture1" refType="w" fact="0"/>
          <dgm:constr type="t" for="ch" forName="picture1" refType="h" fact="0"/>
          <dgm:constr type="w" for="ch" forName="picture1" refType="w"/>
          <dgm:constr type="h" for="ch" forName="picture1" refType="h" fact="0.639"/>
          <dgm:constr type="l" for="ch" forName="parent1" refType="w" fact="0"/>
          <dgm:constr type="t" for="ch" forName="parent1" refType="h" fact="0.5608"/>
          <dgm:constr type="w" for="ch" forName="parent1" refType="w"/>
          <dgm:constr type="h" for="ch" forName="parent1" refType="h" fact="0.0745"/>
          <dgm:constr type="l" for="ch" forName="picture2" refType="w" fact="0"/>
          <dgm:constr type="t" for="ch" forName="picture2" refType="h" fact="0.6589"/>
          <dgm:constr type="w" for="ch" forName="picture2" refType="w" fact="0.6312"/>
          <dgm:constr type="h" for="ch" forName="picture2" refType="h" fact="0.3411"/>
          <dgm:constr type="l" for="ch" forName="parent2" refType="w" fact="0"/>
          <dgm:constr type="t" for="ch" forName="parent2" refType="h" fact="0.9532"/>
          <dgm:constr type="w" for="ch" forName="parent2" refType="w" fact="0.6312"/>
          <dgm:constr type="h" for="ch" forName="parent2" refType="h" fact="0.0426"/>
        </dgm:constrLst>
      </dgm:if>
      <dgm:if name="Name4" axis="ch" ptType="node" func="cnt" op="equ" val="3">
        <dgm:alg type="composite">
          <dgm:param type="ar" val="1.0352"/>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l" for="ch" forName="picture1" refType="w" fact="0"/>
          <dgm:constr type="t" for="ch" forName="picture1" refType="h" fact="0"/>
          <dgm:constr type="w" for="ch" forName="picture1" refType="w"/>
          <dgm:constr type="h" for="ch" forName="picture1" refType="h" fact="0.639"/>
          <dgm:constr type="l" for="ch" forName="parent1" refType="w" fact="0"/>
          <dgm:constr type="t" for="ch" forName="parent1" refType="h" fact="0.5608"/>
          <dgm:constr type="w" for="ch" forName="parent1" refType="w"/>
          <dgm:constr type="h" for="ch" forName="parent1" refType="h" fact="0.0745"/>
          <dgm:constr type="l" for="ch" forName="picture2" refType="w" fact="0"/>
          <dgm:constr type="t" for="ch" forName="picture2" refType="h" fact="0.6589"/>
          <dgm:constr type="w" for="ch" forName="picture2" refType="w" fact="0.6312"/>
          <dgm:constr type="h" for="ch" forName="picture2" refType="h" fact="0.3411"/>
          <dgm:constr type="l" for="ch" forName="parent2" refType="w" fact="0"/>
          <dgm:constr type="t" for="ch" forName="parent2" refType="h" fact="0.9532"/>
          <dgm:constr type="w" for="ch" forName="parent2" refType="w" fact="0.6312"/>
          <dgm:constr type="h" for="ch" forName="parent2" refType="h" fact="0.0426"/>
          <dgm:constr type="l" for="ch" forName="picture3" refType="w" fact="0.6501"/>
          <dgm:constr type="t" for="ch" forName="picture3" refType="h" fact="0.6589"/>
          <dgm:constr type="w" for="ch" forName="picture3" refType="w" fact="0.3499"/>
          <dgm:constr type="h" for="ch" forName="picture3" refType="h" fact="0.3411"/>
          <dgm:constr type="l" for="ch" forName="parent3" refType="w" fact="0.6501"/>
          <dgm:constr type="t" for="ch" forName="parent3" refType="h" fact="0.9525"/>
          <dgm:constr type="w" for="ch" forName="parent3" refType="w" fact="0.3499"/>
          <dgm:constr type="h" for="ch" forName="parent3" refType="h" fact="0.043"/>
        </dgm:constrLst>
      </dgm:if>
      <dgm:if name="Name5" axis="ch" ptType="node" func="cnt" op="equ" val="4">
        <dgm:alg type="composite">
          <dgm:param type="ar" val="0.7603"/>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l" for="ch" forName="picture1" refType="w" fact="0"/>
          <dgm:constr type="t" for="ch" forName="picture1" refType="h" fact="0"/>
          <dgm:constr type="w" for="ch" forName="picture1" refType="w" fact="0.9998"/>
          <dgm:constr type="h" for="ch" forName="picture1" refType="h" fact="0.4692"/>
          <dgm:constr type="l" for="ch" forName="parent1" refType="w" fact="0"/>
          <dgm:constr type="t" for="ch" forName="parent1" refType="h" fact="0.4118"/>
          <dgm:constr type="w" for="ch" forName="parent1" refType="w" fact="0.9998"/>
          <dgm:constr type="h" for="ch" forName="parent1" refType="h" fact="0.0547"/>
          <dgm:constr type="l" for="ch" forName="picture2" refType="w" fact="0"/>
          <dgm:constr type="t" for="ch" forName="picture2" refType="h" fact="0.4839"/>
          <dgm:constr type="w" for="ch" forName="picture2" refType="w" fact="0.631"/>
          <dgm:constr type="h" for="ch" forName="picture2" refType="h" fact="0.2504"/>
          <dgm:constr type="l" for="ch" forName="parent2" refType="w" fact="0"/>
          <dgm:constr type="t" for="ch" forName="parent2" refType="h" fact="0.6999"/>
          <dgm:constr type="w" for="ch" forName="parent2" refType="w" fact="0.631"/>
          <dgm:constr type="h" for="ch" forName="parent2" refType="h" fact="0.0313"/>
          <dgm:constr type="l" for="ch" forName="picture3" refType="w" fact="0.65"/>
          <dgm:constr type="t" for="ch" forName="picture3" refType="h" fact="0.4839"/>
          <dgm:constr type="w" for="ch" forName="picture3" refType="w" fact="0.3498"/>
          <dgm:constr type="h" for="ch" forName="picture3" refType="h" fact="0.2504"/>
          <dgm:constr type="l" for="ch" forName="parent3" refType="w" fact="0.65"/>
          <dgm:constr type="t" for="ch" forName="parent3" refType="h" fact="0.6994"/>
          <dgm:constr type="w" for="ch" forName="parent3" refType="w" fact="0.3498"/>
          <dgm:constr type="h" for="ch" forName="parent3" refType="h" fact="0.0316"/>
          <dgm:constr type="l" for="ch" forName="picture4" refType="w" fact="0"/>
          <dgm:constr type="t" for="ch" forName="picture4" refType="h" fact="0.7496"/>
          <dgm:constr type="w" for="ch" forName="picture4" refType="w" fact="0.3498"/>
          <dgm:constr type="h" for="ch" forName="picture4" refType="h" fact="0.2504"/>
          <dgm:constr type="l" for="ch" forName="parent4" refType="w" fact="0"/>
          <dgm:constr type="t" for="ch" forName="parent4" refType="h" fact="0.9651"/>
          <dgm:constr type="w" for="ch" forName="parent4" refType="w" fact="0.3498"/>
          <dgm:constr type="h" for="ch" forName="parent4" refType="h" fact="0.0316"/>
        </dgm:constrLst>
      </dgm:if>
      <dgm:if name="Name6" axis="ch" ptType="node" func="cnt" op="equ" val="5">
        <dgm:alg type="composite">
          <dgm:param type="ar" val="0.7603"/>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primFontSz" for="des" forName="parent5" refType="primFontSz" refFor="des" refForName="parent2" op="equ"/>
          <dgm:constr type="l" for="ch" forName="picture1" refType="w" fact="0"/>
          <dgm:constr type="t" for="ch" forName="picture1" refType="h" fact="0"/>
          <dgm:constr type="w" for="ch" forName="picture1" refType="w" fact="0.9998"/>
          <dgm:constr type="h" for="ch" forName="picture1" refType="h" fact="0.4692"/>
          <dgm:constr type="l" for="ch" forName="parent1" refType="w" fact="0"/>
          <dgm:constr type="t" for="ch" forName="parent1" refType="h" fact="0.4118"/>
          <dgm:constr type="w" for="ch" forName="parent1" refType="w" fact="0.9998"/>
          <dgm:constr type="h" for="ch" forName="parent1" refType="h" fact="0.0547"/>
          <dgm:constr type="l" for="ch" forName="picture2" refType="w" fact="0"/>
          <dgm:constr type="t" for="ch" forName="picture2" refType="h" fact="0.4839"/>
          <dgm:constr type="w" for="ch" forName="picture2" refType="w" fact="0.631"/>
          <dgm:constr type="h" for="ch" forName="picture2" refType="h" fact="0.2504"/>
          <dgm:constr type="l" for="ch" forName="parent2" refType="w" fact="0"/>
          <dgm:constr type="t" for="ch" forName="parent2" refType="h" fact="0.6999"/>
          <dgm:constr type="w" for="ch" forName="parent2" refType="w" fact="0.631"/>
          <dgm:constr type="h" for="ch" forName="parent2" refType="h" fact="0.0313"/>
          <dgm:constr type="l" for="ch" forName="picture3" refType="w" fact="0.65"/>
          <dgm:constr type="t" for="ch" forName="picture3" refType="h" fact="0.4839"/>
          <dgm:constr type="w" for="ch" forName="picture3" refType="w" fact="0.3498"/>
          <dgm:constr type="h" for="ch" forName="picture3" refType="h" fact="0.2504"/>
          <dgm:constr type="l" for="ch" forName="parent3" refType="w" fact="0.65"/>
          <dgm:constr type="t" for="ch" forName="parent3" refType="h" fact="0.6994"/>
          <dgm:constr type="w" for="ch" forName="parent3" refType="w" fact="0.3498"/>
          <dgm:constr type="h" for="ch" forName="parent3" refType="h" fact="0.0316"/>
          <dgm:constr type="l" for="ch" forName="picture4" refType="w" fact="0"/>
          <dgm:constr type="t" for="ch" forName="picture4" refType="h" fact="0.7496"/>
          <dgm:constr type="w" for="ch" forName="picture4" refType="w" fact="0.3498"/>
          <dgm:constr type="h" for="ch" forName="picture4" refType="h" fact="0.2504"/>
          <dgm:constr type="l" for="ch" forName="parent4" refType="w" fact="0"/>
          <dgm:constr type="t" for="ch" forName="parent4" refType="h" fact="0.9651"/>
          <dgm:constr type="w" for="ch" forName="parent4" refType="w" fact="0.3498"/>
          <dgm:constr type="h" for="ch" forName="parent4" refType="h" fact="0.0316"/>
          <dgm:constr type="l" for="ch" forName="picture5" refType="w" fact="0.369"/>
          <dgm:constr type="t" for="ch" forName="picture5" refType="h" fact="0.7496"/>
          <dgm:constr type="w" for="ch" forName="picture5" refType="w" fact="0.631"/>
          <dgm:constr type="h" for="ch" forName="picture5" refType="h" fact="0.2504"/>
          <dgm:constr type="l" for="ch" forName="parent5" refType="w" fact="0.369"/>
          <dgm:constr type="t" for="ch" forName="parent5" refType="h" fact="0.9656"/>
          <dgm:constr type="w" for="ch" forName="parent5" refType="w" fact="0.631"/>
          <dgm:constr type="h" for="ch" forName="parent5" refType="h" fact="0.0313"/>
        </dgm:constrLst>
      </dgm:if>
      <dgm:if name="Name7" axis="ch" ptType="node" func="cnt" op="equ" val="6">
        <dgm:alg type="composite">
          <dgm:param type="ar" val="0.6012"/>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primFontSz" for="des" forName="parent5" refType="primFontSz" refFor="des" refForName="parent2" op="equ"/>
          <dgm:constr type="primFontSz" for="des" forName="parent6" refType="primFontSz" refFor="des" refForName="parent2" op="equ"/>
          <dgm:constr type="l" for="ch" forName="picture1" refType="w" fact="0"/>
          <dgm:constr type="t" for="ch" forName="picture1" refType="h" fact="0"/>
          <dgm:constr type="w" for="ch" forName="picture1" refType="w" fact="0.9992"/>
          <dgm:constr type="h" for="ch" forName="picture1" refType="h" fact="0.3708"/>
          <dgm:constr type="l" for="ch" forName="parent1" refType="w" fact="0"/>
          <dgm:constr type="t" for="ch" forName="parent1" refType="h" fact="0.3254"/>
          <dgm:constr type="w" for="ch" forName="parent1" refType="w" fact="0.9992"/>
          <dgm:constr type="h" for="ch" forName="parent1" refType="h" fact="0.0432"/>
          <dgm:constr type="l" for="ch" forName="picture2" refType="w" fact="0"/>
          <dgm:constr type="t" for="ch" forName="picture2" refType="h" fact="0.3824"/>
          <dgm:constr type="w" for="ch" forName="picture2" refType="w" fact="0.6307"/>
          <dgm:constr type="h" for="ch" forName="picture2" refType="h" fact="0.1979"/>
          <dgm:constr type="l" for="ch" forName="parent2" refType="w" fact="0"/>
          <dgm:constr type="t" for="ch" forName="parent2" refType="h" fact="0.5531"/>
          <dgm:constr type="w" for="ch" forName="parent2" refType="w" fact="0.6307"/>
          <dgm:constr type="h" for="ch" forName="parent2" refType="h" fact="0.0247"/>
          <dgm:constr type="l" for="ch" forName="picture3" refType="w" fact="0.6496"/>
          <dgm:constr type="t" for="ch" forName="picture3" refType="h" fact="0.3824"/>
          <dgm:constr type="w" for="ch" forName="picture3" refType="w" fact="0.3496"/>
          <dgm:constr type="h" for="ch" forName="picture3" refType="h" fact="0.1979"/>
          <dgm:constr type="l" for="ch" forName="parent3" refType="w" fact="0.6496"/>
          <dgm:constr type="t" for="ch" forName="parent3" refType="h" fact="0.5527"/>
          <dgm:constr type="w" for="ch" forName="parent3" refType="w" fact="0.3496"/>
          <dgm:constr type="h" for="ch" forName="parent3" refType="h" fact="0.025"/>
          <dgm:constr type="l" for="ch" forName="picture4" refType="w" fact="0"/>
          <dgm:constr type="t" for="ch" forName="picture4" refType="h" fact="0.5924"/>
          <dgm:constr type="w" for="ch" forName="picture4" refType="w" fact="0.3496"/>
          <dgm:constr type="h" for="ch" forName="picture4" refType="h" fact="0.1979"/>
          <dgm:constr type="l" for="ch" forName="parent4" refType="w" fact="0"/>
          <dgm:constr type="t" for="ch" forName="parent4" refType="h" fact="0.7627"/>
          <dgm:constr type="w" for="ch" forName="parent4" refType="w" fact="0.3496"/>
          <dgm:constr type="h" for="ch" forName="parent4" refType="h" fact="0.025"/>
          <dgm:constr type="l" for="ch" forName="picture5" refType="w" fact="0.3688"/>
          <dgm:constr type="t" for="ch" forName="picture5" refType="h" fact="0.5924"/>
          <dgm:constr type="w" for="ch" forName="picture5" refType="w" fact="0.6307"/>
          <dgm:constr type="h" for="ch" forName="picture5" refType="h" fact="0.1979"/>
          <dgm:constr type="l" for="ch" forName="parent5" refType="w" fact="0.3688"/>
          <dgm:constr type="t" for="ch" forName="parent5" refType="h" fact="0.7631"/>
          <dgm:constr type="w" for="ch" forName="parent5" refType="w" fact="0.6307"/>
          <dgm:constr type="h" for="ch" forName="parent5" refType="h" fact="0.0247"/>
          <dgm:constr type="l" for="ch" forName="picture6" refType="w" fact="0"/>
          <dgm:constr type="t" for="ch" forName="picture6" refType="h" fact="0.8021"/>
          <dgm:constr type="w" for="ch" forName="picture6" refType="w" fact="0.6307"/>
          <dgm:constr type="h" for="ch" forName="picture6" refType="h" fact="0.1979"/>
          <dgm:constr type="l" for="ch" forName="parent6" refType="w" fact="0"/>
          <dgm:constr type="t" for="ch" forName="parent6" refType="h" fact="0.9728"/>
          <dgm:constr type="w" for="ch" forName="parent6" refType="w" fact="0.6307"/>
          <dgm:constr type="h" for="ch" forName="parent6" refType="h" fact="0.0247"/>
        </dgm:constrLst>
      </dgm:if>
      <dgm:if name="Name8" axis="ch" ptType="node" func="cnt" op="equ" val="7">
        <dgm:alg type="composite">
          <dgm:param type="ar" val="0.6012"/>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primFontSz" for="des" forName="parent5" refType="primFontSz" refFor="des" refForName="parent2" op="equ"/>
          <dgm:constr type="primFontSz" for="des" forName="parent6" refType="primFontSz" refFor="des" refForName="parent2" op="equ"/>
          <dgm:constr type="primFontSz" for="des" forName="parent7" refType="primFontSz" refFor="des" refForName="parent2" op="equ"/>
          <dgm:constr type="l" for="ch" forName="picture1" refType="w" fact="0"/>
          <dgm:constr type="t" for="ch" forName="picture1" refType="h" fact="0"/>
          <dgm:constr type="w" for="ch" forName="picture1" refType="w" fact="0.9992"/>
          <dgm:constr type="h" for="ch" forName="picture1" refType="h" fact="0.3708"/>
          <dgm:constr type="l" for="ch" forName="parent1" refType="w" fact="0"/>
          <dgm:constr type="t" for="ch" forName="parent1" refType="h" fact="0.3254"/>
          <dgm:constr type="w" for="ch" forName="parent1" refType="w" fact="0.9992"/>
          <dgm:constr type="h" for="ch" forName="parent1" refType="h" fact="0.0432"/>
          <dgm:constr type="l" for="ch" forName="picture2" refType="w" fact="0"/>
          <dgm:constr type="t" for="ch" forName="picture2" refType="h" fact="0.3824"/>
          <dgm:constr type="w" for="ch" forName="picture2" refType="w" fact="0.6307"/>
          <dgm:constr type="h" for="ch" forName="picture2" refType="h" fact="0.1979"/>
          <dgm:constr type="l" for="ch" forName="parent2" refType="w" fact="0"/>
          <dgm:constr type="t" for="ch" forName="parent2" refType="h" fact="0.5531"/>
          <dgm:constr type="w" for="ch" forName="parent2" refType="w" fact="0.6307"/>
          <dgm:constr type="h" for="ch" forName="parent2" refType="h" fact="0.0247"/>
          <dgm:constr type="l" for="ch" forName="picture3" refType="w" fact="0.6496"/>
          <dgm:constr type="t" for="ch" forName="picture3" refType="h" fact="0.3824"/>
          <dgm:constr type="w" for="ch" forName="picture3" refType="w" fact="0.3496"/>
          <dgm:constr type="h" for="ch" forName="picture3" refType="h" fact="0.1979"/>
          <dgm:constr type="l" for="ch" forName="parent3" refType="w" fact="0.6496"/>
          <dgm:constr type="t" for="ch" forName="parent3" refType="h" fact="0.5527"/>
          <dgm:constr type="w" for="ch" forName="parent3" refType="w" fact="0.3496"/>
          <dgm:constr type="h" for="ch" forName="parent3" refType="h" fact="0.025"/>
          <dgm:constr type="l" for="ch" forName="picture4" refType="w" fact="0"/>
          <dgm:constr type="t" for="ch" forName="picture4" refType="h" fact="0.5924"/>
          <dgm:constr type="w" for="ch" forName="picture4" refType="w" fact="0.3496"/>
          <dgm:constr type="h" for="ch" forName="picture4" refType="h" fact="0.1979"/>
          <dgm:constr type="l" for="ch" forName="parent4" refType="w" fact="0"/>
          <dgm:constr type="t" for="ch" forName="parent4" refType="h" fact="0.7627"/>
          <dgm:constr type="w" for="ch" forName="parent4" refType="w" fact="0.3496"/>
          <dgm:constr type="h" for="ch" forName="parent4" refType="h" fact="0.025"/>
          <dgm:constr type="l" for="ch" forName="picture5" refType="w" fact="0.3688"/>
          <dgm:constr type="t" for="ch" forName="picture5" refType="h" fact="0.5924"/>
          <dgm:constr type="w" for="ch" forName="picture5" refType="w" fact="0.6307"/>
          <dgm:constr type="h" for="ch" forName="picture5" refType="h" fact="0.1979"/>
          <dgm:constr type="l" for="ch" forName="parent5" refType="w" fact="0.3688"/>
          <dgm:constr type="t" for="ch" forName="parent5" refType="h" fact="0.7631"/>
          <dgm:constr type="w" for="ch" forName="parent5" refType="w" fact="0.6307"/>
          <dgm:constr type="h" for="ch" forName="parent5" refType="h" fact="0.0247"/>
          <dgm:constr type="l" for="ch" forName="picture6" refType="w" fact="0"/>
          <dgm:constr type="t" for="ch" forName="picture6" refType="h" fact="0.8021"/>
          <dgm:constr type="w" for="ch" forName="picture6" refType="w" fact="0.6307"/>
          <dgm:constr type="h" for="ch" forName="picture6" refType="h" fact="0.1979"/>
          <dgm:constr type="l" for="ch" forName="parent6" refType="w" fact="0"/>
          <dgm:constr type="t" for="ch" forName="parent6" refType="h" fact="0.9728"/>
          <dgm:constr type="w" for="ch" forName="parent6" refType="w" fact="0.6307"/>
          <dgm:constr type="h" for="ch" forName="parent6" refType="h" fact="0.0247"/>
          <dgm:constr type="l" for="ch" forName="picture7" refType="w" fact="0.6504"/>
          <dgm:constr type="t" for="ch" forName="picture7" refType="h" fact="0.8021"/>
          <dgm:constr type="w" for="ch" forName="picture7" refType="w" fact="0.3496"/>
          <dgm:constr type="h" for="ch" forName="picture7" refType="h" fact="0.1979"/>
          <dgm:constr type="l" for="ch" forName="parent7" refType="w" fact="0.6504"/>
          <dgm:constr type="t" for="ch" forName="parent7" refType="h" fact="0.9724"/>
          <dgm:constr type="w" for="ch" forName="parent7" refType="w" fact="0.3496"/>
          <dgm:constr type="h" for="ch" forName="parent7" refType="h" fact="0.025"/>
        </dgm:constrLst>
      </dgm:if>
      <dgm:if name="Name9" axis="ch" ptType="node" func="cnt" op="equ" val="8">
        <dgm:alg type="composite">
          <dgm:param type="ar" val="0.4976"/>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primFontSz" for="des" forName="parent5" refType="primFontSz" refFor="des" refForName="parent2" op="equ"/>
          <dgm:constr type="primFontSz" for="des" forName="parent6" refType="primFontSz" refFor="des" refForName="parent2" op="equ"/>
          <dgm:constr type="primFontSz" for="des" forName="parent7" refType="primFontSz" refFor="des" refForName="parent2" op="equ"/>
          <dgm:constr type="primFontSz" for="des" forName="parent8" refType="primFontSz" refFor="des" refForName="parent2" op="equ"/>
          <dgm:constr type="l" for="ch" forName="picture1" refType="w" fact="0"/>
          <dgm:constr type="t" for="ch" forName="picture1" refType="h" fact="0"/>
          <dgm:constr type="w" for="ch" forName="picture1" refType="w" fact="0.9992"/>
          <dgm:constr type="h" for="ch" forName="picture1" refType="h" fact="0.3069"/>
          <dgm:constr type="l" for="ch" forName="parent1" refType="w" fact="0"/>
          <dgm:constr type="t" for="ch" forName="parent1" refType="h" fact="0.2693"/>
          <dgm:constr type="w" for="ch" forName="parent1" refType="w" fact="0.9992"/>
          <dgm:constr type="h" for="ch" forName="parent1" refType="h" fact="0.0358"/>
          <dgm:constr type="l" for="ch" forName="picture2" refType="w" fact="0"/>
          <dgm:constr type="t" for="ch" forName="picture2" refType="h" fact="0.3165"/>
          <dgm:constr type="w" for="ch" forName="picture2" refType="w" fact="0.6307"/>
          <dgm:constr type="h" for="ch" forName="picture2" refType="h" fact="0.1638"/>
          <dgm:constr type="l" for="ch" forName="parent2" refType="w" fact="0"/>
          <dgm:constr type="t" for="ch" forName="parent2" refType="h" fact="0.4578"/>
          <dgm:constr type="w" for="ch" forName="parent2" refType="w" fact="0.6307"/>
          <dgm:constr type="h" for="ch" forName="parent2" refType="h" fact="0.0205"/>
          <dgm:constr type="l" for="ch" forName="picture3" refType="w" fact="0.6496"/>
          <dgm:constr type="t" for="ch" forName="picture3" refType="h" fact="0.3165"/>
          <dgm:constr type="w" for="ch" forName="picture3" refType="w" fact="0.3496"/>
          <dgm:constr type="h" for="ch" forName="picture3" refType="h" fact="0.1638"/>
          <dgm:constr type="l" for="ch" forName="parent3" refType="w" fact="0.6496"/>
          <dgm:constr type="t" for="ch" forName="parent3" refType="h" fact="0.4575"/>
          <dgm:constr type="w" for="ch" forName="parent3" refType="w" fact="0.3496"/>
          <dgm:constr type="h" for="ch" forName="parent3" refType="h" fact="0.0207"/>
          <dgm:constr type="l" for="ch" forName="picture5" refType="w" fact="0.3688"/>
          <dgm:constr type="t" for="ch" forName="picture5" refType="h" fact="0.4903"/>
          <dgm:constr type="w" for="ch" forName="picture5" refType="w" fact="0.6307"/>
          <dgm:constr type="h" for="ch" forName="picture5" refType="h" fact="0.1638"/>
          <dgm:constr type="l" for="ch" forName="parent5" refType="w" fact="0.3688"/>
          <dgm:constr type="t" for="ch" forName="parent5" refType="h" fact="0.6316"/>
          <dgm:constr type="w" for="ch" forName="parent5" refType="w" fact="0.6307"/>
          <dgm:constr type="h" for="ch" forName="parent5" refType="h" fact="0.0205"/>
          <dgm:constr type="l" for="ch" forName="picture4" refType="w" fact="0"/>
          <dgm:constr type="t" for="ch" forName="picture4" refType="h" fact="0.4903"/>
          <dgm:constr type="w" for="ch" forName="picture4" refType="w" fact="0.3496"/>
          <dgm:constr type="h" for="ch" forName="picture4" refType="h" fact="0.1638"/>
          <dgm:constr type="l" for="ch" forName="parent4" refType="w" fact="0"/>
          <dgm:constr type="t" for="ch" forName="parent4" refType="h" fact="0.6313"/>
          <dgm:constr type="w" for="ch" forName="parent4" refType="w" fact="0.3496"/>
          <dgm:constr type="h" for="ch" forName="parent4" refType="h" fact="0.0207"/>
          <dgm:constr type="l" for="ch" forName="picture6" refType="w" fact="0"/>
          <dgm:constr type="t" for="ch" forName="picture6" refType="h" fact="0.6638"/>
          <dgm:constr type="w" for="ch" forName="picture6" refType="w" fact="0.6307"/>
          <dgm:constr type="h" for="ch" forName="picture6" refType="h" fact="0.1638"/>
          <dgm:constr type="l" for="ch" forName="parent6" refType="w" fact="0"/>
          <dgm:constr type="t" for="ch" forName="parent6" refType="h" fact="0.8051"/>
          <dgm:constr type="w" for="ch" forName="parent6" refType="w" fact="0.6307"/>
          <dgm:constr type="h" for="ch" forName="parent6" refType="h" fact="0.0205"/>
          <dgm:constr type="l" for="ch" forName="picture7" refType="w" fact="0.6504"/>
          <dgm:constr type="t" for="ch" forName="picture7" refType="h" fact="0.6638"/>
          <dgm:constr type="w" for="ch" forName="picture7" refType="w" fact="0.3496"/>
          <dgm:constr type="h" for="ch" forName="picture7" refType="h" fact="0.1638"/>
          <dgm:constr type="l" for="ch" forName="parent7" refType="w" fact="0.6504"/>
          <dgm:constr type="t" for="ch" forName="parent7" refType="h" fact="0.8048"/>
          <dgm:constr type="w" for="ch" forName="parent7" refType="w" fact="0.3496"/>
          <dgm:constr type="h" for="ch" forName="parent7" refType="h" fact="0.0207"/>
          <dgm:constr type="l" for="ch" forName="picture8" refType="w" fact="0"/>
          <dgm:constr type="t" for="ch" forName="picture8" refType="h" fact="0.8362"/>
          <dgm:constr type="w" for="ch" forName="picture8" refType="w" fact="0.3496"/>
          <dgm:constr type="h" for="ch" forName="picture8" refType="h" fact="0.1638"/>
          <dgm:constr type="l" for="ch" forName="parent8" refType="w" fact="0"/>
          <dgm:constr type="t" for="ch" forName="parent8" refType="h" fact="0.9772"/>
          <dgm:constr type="w" for="ch" forName="parent8" refType="w" fact="0.3496"/>
          <dgm:constr type="h" for="ch" forName="parent8" refType="h" fact="0.0207"/>
        </dgm:constrLst>
      </dgm:if>
      <dgm:else name="Name10">
        <dgm:alg type="composite">
          <dgm:param type="ar" val="0.4976"/>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primFontSz" for="des" forName="parent5" refType="primFontSz" refFor="des" refForName="parent2" op="equ"/>
          <dgm:constr type="primFontSz" for="des" forName="parent6" refType="primFontSz" refFor="des" refForName="parent2" op="equ"/>
          <dgm:constr type="primFontSz" for="des" forName="parent7" refType="primFontSz" refFor="des" refForName="parent2" op="equ"/>
          <dgm:constr type="primFontSz" for="des" forName="parent8" refType="primFontSz" refFor="des" refForName="parent2" op="equ"/>
          <dgm:constr type="primFontSz" for="des" forName="parent9" refType="primFontSz" refFor="des" refForName="parent2" op="equ"/>
          <dgm:constr type="l" for="ch" forName="picture1" refType="w" fact="0"/>
          <dgm:constr type="t" for="ch" forName="picture1" refType="h" fact="0"/>
          <dgm:constr type="w" for="ch" forName="picture1" refType="w" fact="0.9992"/>
          <dgm:constr type="h" for="ch" forName="picture1" refType="h" fact="0.3069"/>
          <dgm:constr type="l" for="ch" forName="parent1" refType="w" fact="0"/>
          <dgm:constr type="t" for="ch" forName="parent1" refType="h" fact="0.2693"/>
          <dgm:constr type="w" for="ch" forName="parent1" refType="w" fact="0.9992"/>
          <dgm:constr type="h" for="ch" forName="parent1" refType="h" fact="0.0358"/>
          <dgm:constr type="l" for="ch" forName="picture2" refType="w" fact="0"/>
          <dgm:constr type="t" for="ch" forName="picture2" refType="h" fact="0.3165"/>
          <dgm:constr type="w" for="ch" forName="picture2" refType="w" fact="0.6307"/>
          <dgm:constr type="h" for="ch" forName="picture2" refType="h" fact="0.1638"/>
          <dgm:constr type="l" for="ch" forName="parent2" refType="w" fact="0"/>
          <dgm:constr type="t" for="ch" forName="parent2" refType="h" fact="0.4578"/>
          <dgm:constr type="w" for="ch" forName="parent2" refType="w" fact="0.6307"/>
          <dgm:constr type="h" for="ch" forName="parent2" refType="h" fact="0.0205"/>
          <dgm:constr type="l" for="ch" forName="picture3" refType="w" fact="0.6496"/>
          <dgm:constr type="t" for="ch" forName="picture3" refType="h" fact="0.3165"/>
          <dgm:constr type="w" for="ch" forName="picture3" refType="w" fact="0.3496"/>
          <dgm:constr type="h" for="ch" forName="picture3" refType="h" fact="0.1638"/>
          <dgm:constr type="l" for="ch" forName="parent3" refType="w" fact="0.6496"/>
          <dgm:constr type="t" for="ch" forName="parent3" refType="h" fact="0.4575"/>
          <dgm:constr type="w" for="ch" forName="parent3" refType="w" fact="0.3496"/>
          <dgm:constr type="h" for="ch" forName="parent3" refType="h" fact="0.0207"/>
          <dgm:constr type="l" for="ch" forName="picture5" refType="w" fact="0.3688"/>
          <dgm:constr type="t" for="ch" forName="picture5" refType="h" fact="0.4903"/>
          <dgm:constr type="w" for="ch" forName="picture5" refType="w" fact="0.6307"/>
          <dgm:constr type="h" for="ch" forName="picture5" refType="h" fact="0.1638"/>
          <dgm:constr type="l" for="ch" forName="parent5" refType="w" fact="0.3688"/>
          <dgm:constr type="t" for="ch" forName="parent5" refType="h" fact="0.6316"/>
          <dgm:constr type="w" for="ch" forName="parent5" refType="w" fact="0.6307"/>
          <dgm:constr type="h" for="ch" forName="parent5" refType="h" fact="0.0205"/>
          <dgm:constr type="l" for="ch" forName="picture4" refType="w" fact="0"/>
          <dgm:constr type="t" for="ch" forName="picture4" refType="h" fact="0.4903"/>
          <dgm:constr type="w" for="ch" forName="picture4" refType="w" fact="0.3496"/>
          <dgm:constr type="h" for="ch" forName="picture4" refType="h" fact="0.1638"/>
          <dgm:constr type="l" for="ch" forName="parent4" refType="w" fact="0"/>
          <dgm:constr type="t" for="ch" forName="parent4" refType="h" fact="0.6313"/>
          <dgm:constr type="w" for="ch" forName="parent4" refType="w" fact="0.3496"/>
          <dgm:constr type="h" for="ch" forName="parent4" refType="h" fact="0.0207"/>
          <dgm:constr type="l" for="ch" forName="picture6" refType="w" fact="0"/>
          <dgm:constr type="t" for="ch" forName="picture6" refType="h" fact="0.6638"/>
          <dgm:constr type="w" for="ch" forName="picture6" refType="w" fact="0.6307"/>
          <dgm:constr type="h" for="ch" forName="picture6" refType="h" fact="0.1638"/>
          <dgm:constr type="l" for="ch" forName="parent6" refType="w" fact="0"/>
          <dgm:constr type="t" for="ch" forName="parent6" refType="h" fact="0.8051"/>
          <dgm:constr type="w" for="ch" forName="parent6" refType="w" fact="0.6307"/>
          <dgm:constr type="h" for="ch" forName="parent6" refType="h" fact="0.0205"/>
          <dgm:constr type="l" for="ch" forName="picture7" refType="w" fact="0.6504"/>
          <dgm:constr type="t" for="ch" forName="picture7" refType="h" fact="0.6638"/>
          <dgm:constr type="w" for="ch" forName="picture7" refType="w" fact="0.3496"/>
          <dgm:constr type="h" for="ch" forName="picture7" refType="h" fact="0.1638"/>
          <dgm:constr type="l" for="ch" forName="parent7" refType="w" fact="0.6504"/>
          <dgm:constr type="t" for="ch" forName="parent7" refType="h" fact="0.8048"/>
          <dgm:constr type="w" for="ch" forName="parent7" refType="w" fact="0.3496"/>
          <dgm:constr type="h" for="ch" forName="parent7" refType="h" fact="0.0207"/>
          <dgm:constr type="l" for="ch" forName="picture8" refType="w" fact="0"/>
          <dgm:constr type="t" for="ch" forName="picture8" refType="h" fact="0.8362"/>
          <dgm:constr type="w" for="ch" forName="picture8" refType="w" fact="0.3496"/>
          <dgm:constr type="h" for="ch" forName="picture8" refType="h" fact="0.1638"/>
          <dgm:constr type="l" for="ch" forName="parent8" refType="w" fact="0"/>
          <dgm:constr type="t" for="ch" forName="parent8" refType="h" fact="0.9772"/>
          <dgm:constr type="w" for="ch" forName="parent8" refType="w" fact="0.3496"/>
          <dgm:constr type="h" for="ch" forName="parent8" refType="h" fact="0.0207"/>
          <dgm:constr type="l" for="ch" forName="picture9" refType="w" fact="0.3689"/>
          <dgm:constr type="t" for="ch" forName="picture9" refType="h" fact="0.8362"/>
          <dgm:constr type="w" for="ch" forName="picture9" refType="w" fact="0.6307"/>
          <dgm:constr type="h" for="ch" forName="picture9" refType="h" fact="0.1638"/>
          <dgm:constr type="l" for="ch" forName="parent9" refType="w" fact="0.3689"/>
          <dgm:constr type="t" for="ch" forName="parent9" refType="h" fact="0.9775"/>
          <dgm:constr type="w" for="ch" forName="parent9" refType="w" fact="0.6307"/>
          <dgm:constr type="h" for="ch" forName="parent9" refType="h" fact="0.0205"/>
        </dgm:constrLst>
      </dgm:else>
    </dgm:choose>
    <dgm:forEach name="Name11" axis="ch" ptType="node" cnt="1">
      <dgm:layoutNode name="picture1">
        <dgm:alg type="sp"/>
        <dgm:shape xmlns:r="http://schemas.openxmlformats.org/officeDocument/2006/relationships" r:blip="">
          <dgm:adjLst/>
        </dgm:shape>
        <dgm:presOf/>
        <dgm:forEach name="Name12" ref="pictureWrapper"/>
      </dgm:layoutNode>
      <dgm:layoutNode name="parent1">
        <dgm:varLst>
          <dgm:chMax val="0"/>
          <dgm:chPref val="0"/>
          <dgm:bulletEnabled val="1"/>
        </dgm:varLst>
        <dgm:alg type="tx">
          <dgm:param type="parTxLTRAlign" val="l"/>
          <dgm:param type="parTxRTLAlign" val="l"/>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13" axis="ch" ptType="node" st="2" cnt="1">
      <dgm:layoutNode name="picture2">
        <dgm:alg type="sp"/>
        <dgm:shape xmlns:r="http://schemas.openxmlformats.org/officeDocument/2006/relationships" r:blip="">
          <dgm:adjLst/>
        </dgm:shape>
        <dgm:presOf/>
        <dgm:forEach name="Name14" ref="pictureWrapper"/>
      </dgm:layoutNode>
      <dgm:layoutNode name="parent2">
        <dgm:varLst>
          <dgm:chMax val="0"/>
          <dgm:chPref val="0"/>
          <dgm:bulletEnabled val="1"/>
        </dgm:varLst>
        <dgm:alg type="tx">
          <dgm:param type="parTxLTRAlign" val="l"/>
          <dgm:param type="parTxRTLAlign" val="l"/>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15" axis="ch" ptType="node" st="3" cnt="1">
      <dgm:layoutNode name="picture3">
        <dgm:alg type="sp"/>
        <dgm:shape xmlns:r="http://schemas.openxmlformats.org/officeDocument/2006/relationships" r:blip="">
          <dgm:adjLst/>
        </dgm:shape>
        <dgm:presOf/>
        <dgm:forEach name="Name16" ref="pictureWrapper"/>
      </dgm:layoutNode>
      <dgm:layoutNode name="parent3">
        <dgm:varLst>
          <dgm:chMax val="0"/>
          <dgm:chPref val="0"/>
          <dgm:bulletEnabled val="1"/>
        </dgm:varLst>
        <dgm:alg type="tx">
          <dgm:param type="parTxLTRAlign" val="r"/>
          <dgm:param type="parTxRTLAlign" val="r"/>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17" axis="ch" ptType="node" st="4" cnt="1">
      <dgm:layoutNode name="picture4">
        <dgm:alg type="sp"/>
        <dgm:shape xmlns:r="http://schemas.openxmlformats.org/officeDocument/2006/relationships" r:blip="">
          <dgm:adjLst/>
        </dgm:shape>
        <dgm:presOf/>
        <dgm:forEach name="Name18" ref="pictureWrapper"/>
      </dgm:layoutNode>
      <dgm:layoutNode name="parent4">
        <dgm:varLst>
          <dgm:chMax val="0"/>
          <dgm:chPref val="0"/>
          <dgm:bulletEnabled val="1"/>
        </dgm:varLst>
        <dgm:alg type="tx">
          <dgm:param type="parTxLTRAlign" val="l"/>
          <dgm:param type="parTxRTLAlign" val="l"/>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19" axis="ch" ptType="node" st="5" cnt="1">
      <dgm:layoutNode name="picture5">
        <dgm:alg type="sp"/>
        <dgm:shape xmlns:r="http://schemas.openxmlformats.org/officeDocument/2006/relationships" r:blip="">
          <dgm:adjLst/>
        </dgm:shape>
        <dgm:presOf/>
        <dgm:forEach name="Name20" ref="pictureWrapper"/>
      </dgm:layoutNode>
      <dgm:layoutNode name="parent5">
        <dgm:varLst>
          <dgm:chMax val="0"/>
          <dgm:chPref val="0"/>
          <dgm:bulletEnabled val="1"/>
        </dgm:varLst>
        <dgm:alg type="tx">
          <dgm:param type="parTxLTRAlign" val="r"/>
          <dgm:param type="parTxRTLAlign" val="r"/>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21" axis="ch" ptType="node" st="6" cnt="1">
      <dgm:layoutNode name="picture6">
        <dgm:alg type="sp"/>
        <dgm:shape xmlns:r="http://schemas.openxmlformats.org/officeDocument/2006/relationships" r:blip="">
          <dgm:adjLst/>
        </dgm:shape>
        <dgm:presOf/>
        <dgm:forEach name="Name22" ref="pictureWrapper"/>
      </dgm:layoutNode>
      <dgm:layoutNode name="parent6">
        <dgm:varLst>
          <dgm:chMax val="0"/>
          <dgm:chPref val="0"/>
          <dgm:bulletEnabled val="1"/>
        </dgm:varLst>
        <dgm:alg type="tx">
          <dgm:param type="parTxLTRAlign" val="l"/>
          <dgm:param type="parTxRTLAlign" val="l"/>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23" axis="ch" ptType="node" st="7" cnt="1">
      <dgm:layoutNode name="picture7">
        <dgm:alg type="sp"/>
        <dgm:shape xmlns:r="http://schemas.openxmlformats.org/officeDocument/2006/relationships" r:blip="">
          <dgm:adjLst/>
        </dgm:shape>
        <dgm:presOf/>
        <dgm:forEach name="Name24" ref="pictureWrapper"/>
      </dgm:layoutNode>
      <dgm:layoutNode name="parent7">
        <dgm:varLst>
          <dgm:chMax val="0"/>
          <dgm:chPref val="0"/>
          <dgm:bulletEnabled val="1"/>
        </dgm:varLst>
        <dgm:alg type="tx">
          <dgm:param type="parTxLTRAlign" val="r"/>
          <dgm:param type="parTxRTLAlign" val="r"/>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25" axis="ch" ptType="node" st="8" cnt="1">
      <dgm:layoutNode name="picture8">
        <dgm:alg type="sp"/>
        <dgm:shape xmlns:r="http://schemas.openxmlformats.org/officeDocument/2006/relationships" r:blip="">
          <dgm:adjLst/>
        </dgm:shape>
        <dgm:presOf/>
        <dgm:forEach name="Name26" ref="pictureWrapper"/>
      </dgm:layoutNode>
      <dgm:layoutNode name="parent8">
        <dgm:varLst>
          <dgm:chMax val="0"/>
          <dgm:chPref val="0"/>
          <dgm:bulletEnabled val="1"/>
        </dgm:varLst>
        <dgm:alg type="tx">
          <dgm:param type="parTxLTRAlign" val="l"/>
          <dgm:param type="parTxRTLAlign" val="l"/>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27" axis="ch" ptType="node" st="9" cnt="1">
      <dgm:layoutNode name="picture9">
        <dgm:alg type="sp"/>
        <dgm:shape xmlns:r="http://schemas.openxmlformats.org/officeDocument/2006/relationships" r:blip="">
          <dgm:adjLst/>
        </dgm:shape>
        <dgm:presOf/>
        <dgm:forEach name="Name28" ref="pictureWrapper"/>
      </dgm:layoutNode>
      <dgm:layoutNode name="parent9">
        <dgm:varLst>
          <dgm:chMax val="0"/>
          <dgm:chPref val="0"/>
          <dgm:bulletEnabled val="1"/>
        </dgm:varLst>
        <dgm:alg type="tx">
          <dgm:param type="parTxLTRAlign" val="r"/>
          <dgm:param type="parTxRTLAlign" val="r"/>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wrapper" axis="self" ptType="parTrans">
      <dgm:forEach name="pictureWrapper" axis="self">
        <dgm:layoutNode name="picture" styleLbl="alignImgPlace1">
          <dgm:alg type="sp"/>
          <dgm:shape xmlns:r="http://schemas.openxmlformats.org/officeDocument/2006/relationships" type="rect" r:blip="" blipPhldr="1">
            <dgm:adjLst/>
          </dgm:shape>
          <dgm:presOf/>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11/layout/ThemePictureAlternatingAccent">
  <dgm:title val="Theme Picture Alternating Accent"/>
  <dgm:desc val="Use to show a group of pictures with the first picture being the largest and on top. Additional Level 1 pictures alternate between squares and rectangles with a limit of nine Level 1 pictures. Works best with small amounts of text. Unused text does not appear, but remains available if you switch layouts."/>
  <dgm:catLst>
    <dgm:cat type="picture" pri="13750"/>
    <dgm:cat type="officeonline" pri="7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tyleData>
  <dgm:clr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clrData>
  <dgm:layoutNode name="Name0">
    <dgm:varLst>
      <dgm:chMax val="9"/>
      <dgm:chPref val="9"/>
    </dgm:varLst>
    <dgm:shape xmlns:r="http://schemas.openxmlformats.org/officeDocument/2006/relationships" r:blip="">
      <dgm:adjLst/>
    </dgm:shape>
    <dgm:choose name="Name1">
      <dgm:if name="Name2" axis="ch" ptType="node" func="cnt" op="equ" val="1">
        <dgm:alg type="composite">
          <dgm:param type="ar" val="1.62"/>
        </dgm:alg>
        <dgm:constrLst>
          <dgm:constr type="primFontSz" for="des" forName="parent1" val="65"/>
          <dgm:constr type="l" for="ch" forName="picture1" refType="w" fact="0"/>
          <dgm:constr type="t" for="ch" forName="picture1" refType="h" fact="0"/>
          <dgm:constr type="w" for="ch" forName="picture1" refType="w"/>
          <dgm:constr type="h" for="ch" forName="picture1" refType="h"/>
          <dgm:constr type="l" for="ch" forName="parent1" refType="w" fact="0"/>
          <dgm:constr type="t" for="ch" forName="parent1" refType="h" fact="0.8776"/>
          <dgm:constr type="w" for="ch" forName="parent1" refType="w"/>
          <dgm:constr type="h" for="ch" forName="parent1" refType="h" fact="0.1166"/>
        </dgm:constrLst>
      </dgm:if>
      <dgm:if name="Name3" axis="ch" ptType="node" func="cnt" op="equ" val="2">
        <dgm:alg type="composite">
          <dgm:param type="ar" val="1.0352"/>
        </dgm:alg>
        <dgm:constrLst>
          <dgm:constr type="primFontSz" for="des" forName="parent1" val="65"/>
          <dgm:constr type="primFontSz" for="des" forName="parent2" val="65"/>
          <dgm:constr type="l" for="ch" forName="picture1" refType="w" fact="0"/>
          <dgm:constr type="t" for="ch" forName="picture1" refType="h" fact="0"/>
          <dgm:constr type="w" for="ch" forName="picture1" refType="w"/>
          <dgm:constr type="h" for="ch" forName="picture1" refType="h" fact="0.639"/>
          <dgm:constr type="l" for="ch" forName="parent1" refType="w" fact="0"/>
          <dgm:constr type="t" for="ch" forName="parent1" refType="h" fact="0.5608"/>
          <dgm:constr type="w" for="ch" forName="parent1" refType="w"/>
          <dgm:constr type="h" for="ch" forName="parent1" refType="h" fact="0.0745"/>
          <dgm:constr type="l" for="ch" forName="picture2" refType="w" fact="0"/>
          <dgm:constr type="t" for="ch" forName="picture2" refType="h" fact="0.6589"/>
          <dgm:constr type="w" for="ch" forName="picture2" refType="w" fact="0.6312"/>
          <dgm:constr type="h" for="ch" forName="picture2" refType="h" fact="0.3411"/>
          <dgm:constr type="l" for="ch" forName="parent2" refType="w" fact="0"/>
          <dgm:constr type="t" for="ch" forName="parent2" refType="h" fact="0.9532"/>
          <dgm:constr type="w" for="ch" forName="parent2" refType="w" fact="0.6312"/>
          <dgm:constr type="h" for="ch" forName="parent2" refType="h" fact="0.0426"/>
        </dgm:constrLst>
      </dgm:if>
      <dgm:if name="Name4" axis="ch" ptType="node" func="cnt" op="equ" val="3">
        <dgm:alg type="composite">
          <dgm:param type="ar" val="1.0352"/>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l" for="ch" forName="picture1" refType="w" fact="0"/>
          <dgm:constr type="t" for="ch" forName="picture1" refType="h" fact="0"/>
          <dgm:constr type="w" for="ch" forName="picture1" refType="w"/>
          <dgm:constr type="h" for="ch" forName="picture1" refType="h" fact="0.639"/>
          <dgm:constr type="l" for="ch" forName="parent1" refType="w" fact="0"/>
          <dgm:constr type="t" for="ch" forName="parent1" refType="h" fact="0.5608"/>
          <dgm:constr type="w" for="ch" forName="parent1" refType="w"/>
          <dgm:constr type="h" for="ch" forName="parent1" refType="h" fact="0.0745"/>
          <dgm:constr type="l" for="ch" forName="picture2" refType="w" fact="0"/>
          <dgm:constr type="t" for="ch" forName="picture2" refType="h" fact="0.6589"/>
          <dgm:constr type="w" for="ch" forName="picture2" refType="w" fact="0.6312"/>
          <dgm:constr type="h" for="ch" forName="picture2" refType="h" fact="0.3411"/>
          <dgm:constr type="l" for="ch" forName="parent2" refType="w" fact="0"/>
          <dgm:constr type="t" for="ch" forName="parent2" refType="h" fact="0.9532"/>
          <dgm:constr type="w" for="ch" forName="parent2" refType="w" fact="0.6312"/>
          <dgm:constr type="h" for="ch" forName="parent2" refType="h" fact="0.0426"/>
          <dgm:constr type="l" for="ch" forName="picture3" refType="w" fact="0.6501"/>
          <dgm:constr type="t" for="ch" forName="picture3" refType="h" fact="0.6589"/>
          <dgm:constr type="w" for="ch" forName="picture3" refType="w" fact="0.3499"/>
          <dgm:constr type="h" for="ch" forName="picture3" refType="h" fact="0.3411"/>
          <dgm:constr type="l" for="ch" forName="parent3" refType="w" fact="0.6501"/>
          <dgm:constr type="t" for="ch" forName="parent3" refType="h" fact="0.9525"/>
          <dgm:constr type="w" for="ch" forName="parent3" refType="w" fact="0.3499"/>
          <dgm:constr type="h" for="ch" forName="parent3" refType="h" fact="0.043"/>
        </dgm:constrLst>
      </dgm:if>
      <dgm:if name="Name5" axis="ch" ptType="node" func="cnt" op="equ" val="4">
        <dgm:alg type="composite">
          <dgm:param type="ar" val="0.7603"/>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l" for="ch" forName="picture1" refType="w" fact="0"/>
          <dgm:constr type="t" for="ch" forName="picture1" refType="h" fact="0"/>
          <dgm:constr type="w" for="ch" forName="picture1" refType="w" fact="0.9998"/>
          <dgm:constr type="h" for="ch" forName="picture1" refType="h" fact="0.4692"/>
          <dgm:constr type="l" for="ch" forName="parent1" refType="w" fact="0"/>
          <dgm:constr type="t" for="ch" forName="parent1" refType="h" fact="0.4118"/>
          <dgm:constr type="w" for="ch" forName="parent1" refType="w" fact="0.9998"/>
          <dgm:constr type="h" for="ch" forName="parent1" refType="h" fact="0.0547"/>
          <dgm:constr type="l" for="ch" forName="picture2" refType="w" fact="0"/>
          <dgm:constr type="t" for="ch" forName="picture2" refType="h" fact="0.4839"/>
          <dgm:constr type="w" for="ch" forName="picture2" refType="w" fact="0.631"/>
          <dgm:constr type="h" for="ch" forName="picture2" refType="h" fact="0.2504"/>
          <dgm:constr type="l" for="ch" forName="parent2" refType="w" fact="0"/>
          <dgm:constr type="t" for="ch" forName="parent2" refType="h" fact="0.6999"/>
          <dgm:constr type="w" for="ch" forName="parent2" refType="w" fact="0.631"/>
          <dgm:constr type="h" for="ch" forName="parent2" refType="h" fact="0.0313"/>
          <dgm:constr type="l" for="ch" forName="picture3" refType="w" fact="0.65"/>
          <dgm:constr type="t" for="ch" forName="picture3" refType="h" fact="0.4839"/>
          <dgm:constr type="w" for="ch" forName="picture3" refType="w" fact="0.3498"/>
          <dgm:constr type="h" for="ch" forName="picture3" refType="h" fact="0.2504"/>
          <dgm:constr type="l" for="ch" forName="parent3" refType="w" fact="0.65"/>
          <dgm:constr type="t" for="ch" forName="parent3" refType="h" fact="0.6994"/>
          <dgm:constr type="w" for="ch" forName="parent3" refType="w" fact="0.3498"/>
          <dgm:constr type="h" for="ch" forName="parent3" refType="h" fact="0.0316"/>
          <dgm:constr type="l" for="ch" forName="picture4" refType="w" fact="0"/>
          <dgm:constr type="t" for="ch" forName="picture4" refType="h" fact="0.7496"/>
          <dgm:constr type="w" for="ch" forName="picture4" refType="w" fact="0.3498"/>
          <dgm:constr type="h" for="ch" forName="picture4" refType="h" fact="0.2504"/>
          <dgm:constr type="l" for="ch" forName="parent4" refType="w" fact="0"/>
          <dgm:constr type="t" for="ch" forName="parent4" refType="h" fact="0.9651"/>
          <dgm:constr type="w" for="ch" forName="parent4" refType="w" fact="0.3498"/>
          <dgm:constr type="h" for="ch" forName="parent4" refType="h" fact="0.0316"/>
        </dgm:constrLst>
      </dgm:if>
      <dgm:if name="Name6" axis="ch" ptType="node" func="cnt" op="equ" val="5">
        <dgm:alg type="composite">
          <dgm:param type="ar" val="0.7603"/>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primFontSz" for="des" forName="parent5" refType="primFontSz" refFor="des" refForName="parent2" op="equ"/>
          <dgm:constr type="l" for="ch" forName="picture1" refType="w" fact="0"/>
          <dgm:constr type="t" for="ch" forName="picture1" refType="h" fact="0"/>
          <dgm:constr type="w" for="ch" forName="picture1" refType="w" fact="0.9998"/>
          <dgm:constr type="h" for="ch" forName="picture1" refType="h" fact="0.4692"/>
          <dgm:constr type="l" for="ch" forName="parent1" refType="w" fact="0"/>
          <dgm:constr type="t" for="ch" forName="parent1" refType="h" fact="0.4118"/>
          <dgm:constr type="w" for="ch" forName="parent1" refType="w" fact="0.9998"/>
          <dgm:constr type="h" for="ch" forName="parent1" refType="h" fact="0.0547"/>
          <dgm:constr type="l" for="ch" forName="picture2" refType="w" fact="0"/>
          <dgm:constr type="t" for="ch" forName="picture2" refType="h" fact="0.4839"/>
          <dgm:constr type="w" for="ch" forName="picture2" refType="w" fact="0.631"/>
          <dgm:constr type="h" for="ch" forName="picture2" refType="h" fact="0.2504"/>
          <dgm:constr type="l" for="ch" forName="parent2" refType="w" fact="0"/>
          <dgm:constr type="t" for="ch" forName="parent2" refType="h" fact="0.6999"/>
          <dgm:constr type="w" for="ch" forName="parent2" refType="w" fact="0.631"/>
          <dgm:constr type="h" for="ch" forName="parent2" refType="h" fact="0.0313"/>
          <dgm:constr type="l" for="ch" forName="picture3" refType="w" fact="0.65"/>
          <dgm:constr type="t" for="ch" forName="picture3" refType="h" fact="0.4839"/>
          <dgm:constr type="w" for="ch" forName="picture3" refType="w" fact="0.3498"/>
          <dgm:constr type="h" for="ch" forName="picture3" refType="h" fact="0.2504"/>
          <dgm:constr type="l" for="ch" forName="parent3" refType="w" fact="0.65"/>
          <dgm:constr type="t" for="ch" forName="parent3" refType="h" fact="0.6994"/>
          <dgm:constr type="w" for="ch" forName="parent3" refType="w" fact="0.3498"/>
          <dgm:constr type="h" for="ch" forName="parent3" refType="h" fact="0.0316"/>
          <dgm:constr type="l" for="ch" forName="picture4" refType="w" fact="0"/>
          <dgm:constr type="t" for="ch" forName="picture4" refType="h" fact="0.7496"/>
          <dgm:constr type="w" for="ch" forName="picture4" refType="w" fact="0.3498"/>
          <dgm:constr type="h" for="ch" forName="picture4" refType="h" fact="0.2504"/>
          <dgm:constr type="l" for="ch" forName="parent4" refType="w" fact="0"/>
          <dgm:constr type="t" for="ch" forName="parent4" refType="h" fact="0.9651"/>
          <dgm:constr type="w" for="ch" forName="parent4" refType="w" fact="0.3498"/>
          <dgm:constr type="h" for="ch" forName="parent4" refType="h" fact="0.0316"/>
          <dgm:constr type="l" for="ch" forName="picture5" refType="w" fact="0.369"/>
          <dgm:constr type="t" for="ch" forName="picture5" refType="h" fact="0.7496"/>
          <dgm:constr type="w" for="ch" forName="picture5" refType="w" fact="0.631"/>
          <dgm:constr type="h" for="ch" forName="picture5" refType="h" fact="0.2504"/>
          <dgm:constr type="l" for="ch" forName="parent5" refType="w" fact="0.369"/>
          <dgm:constr type="t" for="ch" forName="parent5" refType="h" fact="0.9656"/>
          <dgm:constr type="w" for="ch" forName="parent5" refType="w" fact="0.631"/>
          <dgm:constr type="h" for="ch" forName="parent5" refType="h" fact="0.0313"/>
        </dgm:constrLst>
      </dgm:if>
      <dgm:if name="Name7" axis="ch" ptType="node" func="cnt" op="equ" val="6">
        <dgm:alg type="composite">
          <dgm:param type="ar" val="0.6012"/>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primFontSz" for="des" forName="parent5" refType="primFontSz" refFor="des" refForName="parent2" op="equ"/>
          <dgm:constr type="primFontSz" for="des" forName="parent6" refType="primFontSz" refFor="des" refForName="parent2" op="equ"/>
          <dgm:constr type="l" for="ch" forName="picture1" refType="w" fact="0"/>
          <dgm:constr type="t" for="ch" forName="picture1" refType="h" fact="0"/>
          <dgm:constr type="w" for="ch" forName="picture1" refType="w" fact="0.9992"/>
          <dgm:constr type="h" for="ch" forName="picture1" refType="h" fact="0.3708"/>
          <dgm:constr type="l" for="ch" forName="parent1" refType="w" fact="0"/>
          <dgm:constr type="t" for="ch" forName="parent1" refType="h" fact="0.3254"/>
          <dgm:constr type="w" for="ch" forName="parent1" refType="w" fact="0.9992"/>
          <dgm:constr type="h" for="ch" forName="parent1" refType="h" fact="0.0432"/>
          <dgm:constr type="l" for="ch" forName="picture2" refType="w" fact="0"/>
          <dgm:constr type="t" for="ch" forName="picture2" refType="h" fact="0.3824"/>
          <dgm:constr type="w" for="ch" forName="picture2" refType="w" fact="0.6307"/>
          <dgm:constr type="h" for="ch" forName="picture2" refType="h" fact="0.1979"/>
          <dgm:constr type="l" for="ch" forName="parent2" refType="w" fact="0"/>
          <dgm:constr type="t" for="ch" forName="parent2" refType="h" fact="0.5531"/>
          <dgm:constr type="w" for="ch" forName="parent2" refType="w" fact="0.6307"/>
          <dgm:constr type="h" for="ch" forName="parent2" refType="h" fact="0.0247"/>
          <dgm:constr type="l" for="ch" forName="picture3" refType="w" fact="0.6496"/>
          <dgm:constr type="t" for="ch" forName="picture3" refType="h" fact="0.3824"/>
          <dgm:constr type="w" for="ch" forName="picture3" refType="w" fact="0.3496"/>
          <dgm:constr type="h" for="ch" forName="picture3" refType="h" fact="0.1979"/>
          <dgm:constr type="l" for="ch" forName="parent3" refType="w" fact="0.6496"/>
          <dgm:constr type="t" for="ch" forName="parent3" refType="h" fact="0.5527"/>
          <dgm:constr type="w" for="ch" forName="parent3" refType="w" fact="0.3496"/>
          <dgm:constr type="h" for="ch" forName="parent3" refType="h" fact="0.025"/>
          <dgm:constr type="l" for="ch" forName="picture4" refType="w" fact="0"/>
          <dgm:constr type="t" for="ch" forName="picture4" refType="h" fact="0.5924"/>
          <dgm:constr type="w" for="ch" forName="picture4" refType="w" fact="0.3496"/>
          <dgm:constr type="h" for="ch" forName="picture4" refType="h" fact="0.1979"/>
          <dgm:constr type="l" for="ch" forName="parent4" refType="w" fact="0"/>
          <dgm:constr type="t" for="ch" forName="parent4" refType="h" fact="0.7627"/>
          <dgm:constr type="w" for="ch" forName="parent4" refType="w" fact="0.3496"/>
          <dgm:constr type="h" for="ch" forName="parent4" refType="h" fact="0.025"/>
          <dgm:constr type="l" for="ch" forName="picture5" refType="w" fact="0.3688"/>
          <dgm:constr type="t" for="ch" forName="picture5" refType="h" fact="0.5924"/>
          <dgm:constr type="w" for="ch" forName="picture5" refType="w" fact="0.6307"/>
          <dgm:constr type="h" for="ch" forName="picture5" refType="h" fact="0.1979"/>
          <dgm:constr type="l" for="ch" forName="parent5" refType="w" fact="0.3688"/>
          <dgm:constr type="t" for="ch" forName="parent5" refType="h" fact="0.7631"/>
          <dgm:constr type="w" for="ch" forName="parent5" refType="w" fact="0.6307"/>
          <dgm:constr type="h" for="ch" forName="parent5" refType="h" fact="0.0247"/>
          <dgm:constr type="l" for="ch" forName="picture6" refType="w" fact="0"/>
          <dgm:constr type="t" for="ch" forName="picture6" refType="h" fact="0.8021"/>
          <dgm:constr type="w" for="ch" forName="picture6" refType="w" fact="0.6307"/>
          <dgm:constr type="h" for="ch" forName="picture6" refType="h" fact="0.1979"/>
          <dgm:constr type="l" for="ch" forName="parent6" refType="w" fact="0"/>
          <dgm:constr type="t" for="ch" forName="parent6" refType="h" fact="0.9728"/>
          <dgm:constr type="w" for="ch" forName="parent6" refType="w" fact="0.6307"/>
          <dgm:constr type="h" for="ch" forName="parent6" refType="h" fact="0.0247"/>
        </dgm:constrLst>
      </dgm:if>
      <dgm:if name="Name8" axis="ch" ptType="node" func="cnt" op="equ" val="7">
        <dgm:alg type="composite">
          <dgm:param type="ar" val="0.6012"/>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primFontSz" for="des" forName="parent5" refType="primFontSz" refFor="des" refForName="parent2" op="equ"/>
          <dgm:constr type="primFontSz" for="des" forName="parent6" refType="primFontSz" refFor="des" refForName="parent2" op="equ"/>
          <dgm:constr type="primFontSz" for="des" forName="parent7" refType="primFontSz" refFor="des" refForName="parent2" op="equ"/>
          <dgm:constr type="l" for="ch" forName="picture1" refType="w" fact="0"/>
          <dgm:constr type="t" for="ch" forName="picture1" refType="h" fact="0"/>
          <dgm:constr type="w" for="ch" forName="picture1" refType="w" fact="0.9992"/>
          <dgm:constr type="h" for="ch" forName="picture1" refType="h" fact="0.3708"/>
          <dgm:constr type="l" for="ch" forName="parent1" refType="w" fact="0"/>
          <dgm:constr type="t" for="ch" forName="parent1" refType="h" fact="0.3254"/>
          <dgm:constr type="w" for="ch" forName="parent1" refType="w" fact="0.9992"/>
          <dgm:constr type="h" for="ch" forName="parent1" refType="h" fact="0.0432"/>
          <dgm:constr type="l" for="ch" forName="picture2" refType="w" fact="0"/>
          <dgm:constr type="t" for="ch" forName="picture2" refType="h" fact="0.3824"/>
          <dgm:constr type="w" for="ch" forName="picture2" refType="w" fact="0.6307"/>
          <dgm:constr type="h" for="ch" forName="picture2" refType="h" fact="0.1979"/>
          <dgm:constr type="l" for="ch" forName="parent2" refType="w" fact="0"/>
          <dgm:constr type="t" for="ch" forName="parent2" refType="h" fact="0.5531"/>
          <dgm:constr type="w" for="ch" forName="parent2" refType="w" fact="0.6307"/>
          <dgm:constr type="h" for="ch" forName="parent2" refType="h" fact="0.0247"/>
          <dgm:constr type="l" for="ch" forName="picture3" refType="w" fact="0.6496"/>
          <dgm:constr type="t" for="ch" forName="picture3" refType="h" fact="0.3824"/>
          <dgm:constr type="w" for="ch" forName="picture3" refType="w" fact="0.3496"/>
          <dgm:constr type="h" for="ch" forName="picture3" refType="h" fact="0.1979"/>
          <dgm:constr type="l" for="ch" forName="parent3" refType="w" fact="0.6496"/>
          <dgm:constr type="t" for="ch" forName="parent3" refType="h" fact="0.5527"/>
          <dgm:constr type="w" for="ch" forName="parent3" refType="w" fact="0.3496"/>
          <dgm:constr type="h" for="ch" forName="parent3" refType="h" fact="0.025"/>
          <dgm:constr type="l" for="ch" forName="picture4" refType="w" fact="0"/>
          <dgm:constr type="t" for="ch" forName="picture4" refType="h" fact="0.5924"/>
          <dgm:constr type="w" for="ch" forName="picture4" refType="w" fact="0.3496"/>
          <dgm:constr type="h" for="ch" forName="picture4" refType="h" fact="0.1979"/>
          <dgm:constr type="l" for="ch" forName="parent4" refType="w" fact="0"/>
          <dgm:constr type="t" for="ch" forName="parent4" refType="h" fact="0.7627"/>
          <dgm:constr type="w" for="ch" forName="parent4" refType="w" fact="0.3496"/>
          <dgm:constr type="h" for="ch" forName="parent4" refType="h" fact="0.025"/>
          <dgm:constr type="l" for="ch" forName="picture5" refType="w" fact="0.3688"/>
          <dgm:constr type="t" for="ch" forName="picture5" refType="h" fact="0.5924"/>
          <dgm:constr type="w" for="ch" forName="picture5" refType="w" fact="0.6307"/>
          <dgm:constr type="h" for="ch" forName="picture5" refType="h" fact="0.1979"/>
          <dgm:constr type="l" for="ch" forName="parent5" refType="w" fact="0.3688"/>
          <dgm:constr type="t" for="ch" forName="parent5" refType="h" fact="0.7631"/>
          <dgm:constr type="w" for="ch" forName="parent5" refType="w" fact="0.6307"/>
          <dgm:constr type="h" for="ch" forName="parent5" refType="h" fact="0.0247"/>
          <dgm:constr type="l" for="ch" forName="picture6" refType="w" fact="0"/>
          <dgm:constr type="t" for="ch" forName="picture6" refType="h" fact="0.8021"/>
          <dgm:constr type="w" for="ch" forName="picture6" refType="w" fact="0.6307"/>
          <dgm:constr type="h" for="ch" forName="picture6" refType="h" fact="0.1979"/>
          <dgm:constr type="l" for="ch" forName="parent6" refType="w" fact="0"/>
          <dgm:constr type="t" for="ch" forName="parent6" refType="h" fact="0.9728"/>
          <dgm:constr type="w" for="ch" forName="parent6" refType="w" fact="0.6307"/>
          <dgm:constr type="h" for="ch" forName="parent6" refType="h" fact="0.0247"/>
          <dgm:constr type="l" for="ch" forName="picture7" refType="w" fact="0.6504"/>
          <dgm:constr type="t" for="ch" forName="picture7" refType="h" fact="0.8021"/>
          <dgm:constr type="w" for="ch" forName="picture7" refType="w" fact="0.3496"/>
          <dgm:constr type="h" for="ch" forName="picture7" refType="h" fact="0.1979"/>
          <dgm:constr type="l" for="ch" forName="parent7" refType="w" fact="0.6504"/>
          <dgm:constr type="t" for="ch" forName="parent7" refType="h" fact="0.9724"/>
          <dgm:constr type="w" for="ch" forName="parent7" refType="w" fact="0.3496"/>
          <dgm:constr type="h" for="ch" forName="parent7" refType="h" fact="0.025"/>
        </dgm:constrLst>
      </dgm:if>
      <dgm:if name="Name9" axis="ch" ptType="node" func="cnt" op="equ" val="8">
        <dgm:alg type="composite">
          <dgm:param type="ar" val="0.4976"/>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primFontSz" for="des" forName="parent5" refType="primFontSz" refFor="des" refForName="parent2" op="equ"/>
          <dgm:constr type="primFontSz" for="des" forName="parent6" refType="primFontSz" refFor="des" refForName="parent2" op="equ"/>
          <dgm:constr type="primFontSz" for="des" forName="parent7" refType="primFontSz" refFor="des" refForName="parent2" op="equ"/>
          <dgm:constr type="primFontSz" for="des" forName="parent8" refType="primFontSz" refFor="des" refForName="parent2" op="equ"/>
          <dgm:constr type="l" for="ch" forName="picture1" refType="w" fact="0"/>
          <dgm:constr type="t" for="ch" forName="picture1" refType="h" fact="0"/>
          <dgm:constr type="w" for="ch" forName="picture1" refType="w" fact="0.9992"/>
          <dgm:constr type="h" for="ch" forName="picture1" refType="h" fact="0.3069"/>
          <dgm:constr type="l" for="ch" forName="parent1" refType="w" fact="0"/>
          <dgm:constr type="t" for="ch" forName="parent1" refType="h" fact="0.2693"/>
          <dgm:constr type="w" for="ch" forName="parent1" refType="w" fact="0.9992"/>
          <dgm:constr type="h" for="ch" forName="parent1" refType="h" fact="0.0358"/>
          <dgm:constr type="l" for="ch" forName="picture2" refType="w" fact="0"/>
          <dgm:constr type="t" for="ch" forName="picture2" refType="h" fact="0.3165"/>
          <dgm:constr type="w" for="ch" forName="picture2" refType="w" fact="0.6307"/>
          <dgm:constr type="h" for="ch" forName="picture2" refType="h" fact="0.1638"/>
          <dgm:constr type="l" for="ch" forName="parent2" refType="w" fact="0"/>
          <dgm:constr type="t" for="ch" forName="parent2" refType="h" fact="0.4578"/>
          <dgm:constr type="w" for="ch" forName="parent2" refType="w" fact="0.6307"/>
          <dgm:constr type="h" for="ch" forName="parent2" refType="h" fact="0.0205"/>
          <dgm:constr type="l" for="ch" forName="picture3" refType="w" fact="0.6496"/>
          <dgm:constr type="t" for="ch" forName="picture3" refType="h" fact="0.3165"/>
          <dgm:constr type="w" for="ch" forName="picture3" refType="w" fact="0.3496"/>
          <dgm:constr type="h" for="ch" forName="picture3" refType="h" fact="0.1638"/>
          <dgm:constr type="l" for="ch" forName="parent3" refType="w" fact="0.6496"/>
          <dgm:constr type="t" for="ch" forName="parent3" refType="h" fact="0.4575"/>
          <dgm:constr type="w" for="ch" forName="parent3" refType="w" fact="0.3496"/>
          <dgm:constr type="h" for="ch" forName="parent3" refType="h" fact="0.0207"/>
          <dgm:constr type="l" for="ch" forName="picture5" refType="w" fact="0.3688"/>
          <dgm:constr type="t" for="ch" forName="picture5" refType="h" fact="0.4903"/>
          <dgm:constr type="w" for="ch" forName="picture5" refType="w" fact="0.6307"/>
          <dgm:constr type="h" for="ch" forName="picture5" refType="h" fact="0.1638"/>
          <dgm:constr type="l" for="ch" forName="parent5" refType="w" fact="0.3688"/>
          <dgm:constr type="t" for="ch" forName="parent5" refType="h" fact="0.6316"/>
          <dgm:constr type="w" for="ch" forName="parent5" refType="w" fact="0.6307"/>
          <dgm:constr type="h" for="ch" forName="parent5" refType="h" fact="0.0205"/>
          <dgm:constr type="l" for="ch" forName="picture4" refType="w" fact="0"/>
          <dgm:constr type="t" for="ch" forName="picture4" refType="h" fact="0.4903"/>
          <dgm:constr type="w" for="ch" forName="picture4" refType="w" fact="0.3496"/>
          <dgm:constr type="h" for="ch" forName="picture4" refType="h" fact="0.1638"/>
          <dgm:constr type="l" for="ch" forName="parent4" refType="w" fact="0"/>
          <dgm:constr type="t" for="ch" forName="parent4" refType="h" fact="0.6313"/>
          <dgm:constr type="w" for="ch" forName="parent4" refType="w" fact="0.3496"/>
          <dgm:constr type="h" for="ch" forName="parent4" refType="h" fact="0.0207"/>
          <dgm:constr type="l" for="ch" forName="picture6" refType="w" fact="0"/>
          <dgm:constr type="t" for="ch" forName="picture6" refType="h" fact="0.6638"/>
          <dgm:constr type="w" for="ch" forName="picture6" refType="w" fact="0.6307"/>
          <dgm:constr type="h" for="ch" forName="picture6" refType="h" fact="0.1638"/>
          <dgm:constr type="l" for="ch" forName="parent6" refType="w" fact="0"/>
          <dgm:constr type="t" for="ch" forName="parent6" refType="h" fact="0.8051"/>
          <dgm:constr type="w" for="ch" forName="parent6" refType="w" fact="0.6307"/>
          <dgm:constr type="h" for="ch" forName="parent6" refType="h" fact="0.0205"/>
          <dgm:constr type="l" for="ch" forName="picture7" refType="w" fact="0.6504"/>
          <dgm:constr type="t" for="ch" forName="picture7" refType="h" fact="0.6638"/>
          <dgm:constr type="w" for="ch" forName="picture7" refType="w" fact="0.3496"/>
          <dgm:constr type="h" for="ch" forName="picture7" refType="h" fact="0.1638"/>
          <dgm:constr type="l" for="ch" forName="parent7" refType="w" fact="0.6504"/>
          <dgm:constr type="t" for="ch" forName="parent7" refType="h" fact="0.8048"/>
          <dgm:constr type="w" for="ch" forName="parent7" refType="w" fact="0.3496"/>
          <dgm:constr type="h" for="ch" forName="parent7" refType="h" fact="0.0207"/>
          <dgm:constr type="l" for="ch" forName="picture8" refType="w" fact="0"/>
          <dgm:constr type="t" for="ch" forName="picture8" refType="h" fact="0.8362"/>
          <dgm:constr type="w" for="ch" forName="picture8" refType="w" fact="0.3496"/>
          <dgm:constr type="h" for="ch" forName="picture8" refType="h" fact="0.1638"/>
          <dgm:constr type="l" for="ch" forName="parent8" refType="w" fact="0"/>
          <dgm:constr type="t" for="ch" forName="parent8" refType="h" fact="0.9772"/>
          <dgm:constr type="w" for="ch" forName="parent8" refType="w" fact="0.3496"/>
          <dgm:constr type="h" for="ch" forName="parent8" refType="h" fact="0.0207"/>
        </dgm:constrLst>
      </dgm:if>
      <dgm:else name="Name10">
        <dgm:alg type="composite">
          <dgm:param type="ar" val="0.4976"/>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primFontSz" for="des" forName="parent5" refType="primFontSz" refFor="des" refForName="parent2" op="equ"/>
          <dgm:constr type="primFontSz" for="des" forName="parent6" refType="primFontSz" refFor="des" refForName="parent2" op="equ"/>
          <dgm:constr type="primFontSz" for="des" forName="parent7" refType="primFontSz" refFor="des" refForName="parent2" op="equ"/>
          <dgm:constr type="primFontSz" for="des" forName="parent8" refType="primFontSz" refFor="des" refForName="parent2" op="equ"/>
          <dgm:constr type="primFontSz" for="des" forName="parent9" refType="primFontSz" refFor="des" refForName="parent2" op="equ"/>
          <dgm:constr type="l" for="ch" forName="picture1" refType="w" fact="0"/>
          <dgm:constr type="t" for="ch" forName="picture1" refType="h" fact="0"/>
          <dgm:constr type="w" for="ch" forName="picture1" refType="w" fact="0.9992"/>
          <dgm:constr type="h" for="ch" forName="picture1" refType="h" fact="0.3069"/>
          <dgm:constr type="l" for="ch" forName="parent1" refType="w" fact="0"/>
          <dgm:constr type="t" for="ch" forName="parent1" refType="h" fact="0.2693"/>
          <dgm:constr type="w" for="ch" forName="parent1" refType="w" fact="0.9992"/>
          <dgm:constr type="h" for="ch" forName="parent1" refType="h" fact="0.0358"/>
          <dgm:constr type="l" for="ch" forName="picture2" refType="w" fact="0"/>
          <dgm:constr type="t" for="ch" forName="picture2" refType="h" fact="0.3165"/>
          <dgm:constr type="w" for="ch" forName="picture2" refType="w" fact="0.6307"/>
          <dgm:constr type="h" for="ch" forName="picture2" refType="h" fact="0.1638"/>
          <dgm:constr type="l" for="ch" forName="parent2" refType="w" fact="0"/>
          <dgm:constr type="t" for="ch" forName="parent2" refType="h" fact="0.4578"/>
          <dgm:constr type="w" for="ch" forName="parent2" refType="w" fact="0.6307"/>
          <dgm:constr type="h" for="ch" forName="parent2" refType="h" fact="0.0205"/>
          <dgm:constr type="l" for="ch" forName="picture3" refType="w" fact="0.6496"/>
          <dgm:constr type="t" for="ch" forName="picture3" refType="h" fact="0.3165"/>
          <dgm:constr type="w" for="ch" forName="picture3" refType="w" fact="0.3496"/>
          <dgm:constr type="h" for="ch" forName="picture3" refType="h" fact="0.1638"/>
          <dgm:constr type="l" for="ch" forName="parent3" refType="w" fact="0.6496"/>
          <dgm:constr type="t" for="ch" forName="parent3" refType="h" fact="0.4575"/>
          <dgm:constr type="w" for="ch" forName="parent3" refType="w" fact="0.3496"/>
          <dgm:constr type="h" for="ch" forName="parent3" refType="h" fact="0.0207"/>
          <dgm:constr type="l" for="ch" forName="picture5" refType="w" fact="0.3688"/>
          <dgm:constr type="t" for="ch" forName="picture5" refType="h" fact="0.4903"/>
          <dgm:constr type="w" for="ch" forName="picture5" refType="w" fact="0.6307"/>
          <dgm:constr type="h" for="ch" forName="picture5" refType="h" fact="0.1638"/>
          <dgm:constr type="l" for="ch" forName="parent5" refType="w" fact="0.3688"/>
          <dgm:constr type="t" for="ch" forName="parent5" refType="h" fact="0.6316"/>
          <dgm:constr type="w" for="ch" forName="parent5" refType="w" fact="0.6307"/>
          <dgm:constr type="h" for="ch" forName="parent5" refType="h" fact="0.0205"/>
          <dgm:constr type="l" for="ch" forName="picture4" refType="w" fact="0"/>
          <dgm:constr type="t" for="ch" forName="picture4" refType="h" fact="0.4903"/>
          <dgm:constr type="w" for="ch" forName="picture4" refType="w" fact="0.3496"/>
          <dgm:constr type="h" for="ch" forName="picture4" refType="h" fact="0.1638"/>
          <dgm:constr type="l" for="ch" forName="parent4" refType="w" fact="0"/>
          <dgm:constr type="t" for="ch" forName="parent4" refType="h" fact="0.6313"/>
          <dgm:constr type="w" for="ch" forName="parent4" refType="w" fact="0.3496"/>
          <dgm:constr type="h" for="ch" forName="parent4" refType="h" fact="0.0207"/>
          <dgm:constr type="l" for="ch" forName="picture6" refType="w" fact="0"/>
          <dgm:constr type="t" for="ch" forName="picture6" refType="h" fact="0.6638"/>
          <dgm:constr type="w" for="ch" forName="picture6" refType="w" fact="0.6307"/>
          <dgm:constr type="h" for="ch" forName="picture6" refType="h" fact="0.1638"/>
          <dgm:constr type="l" for="ch" forName="parent6" refType="w" fact="0"/>
          <dgm:constr type="t" for="ch" forName="parent6" refType="h" fact="0.8051"/>
          <dgm:constr type="w" for="ch" forName="parent6" refType="w" fact="0.6307"/>
          <dgm:constr type="h" for="ch" forName="parent6" refType="h" fact="0.0205"/>
          <dgm:constr type="l" for="ch" forName="picture7" refType="w" fact="0.6504"/>
          <dgm:constr type="t" for="ch" forName="picture7" refType="h" fact="0.6638"/>
          <dgm:constr type="w" for="ch" forName="picture7" refType="w" fact="0.3496"/>
          <dgm:constr type="h" for="ch" forName="picture7" refType="h" fact="0.1638"/>
          <dgm:constr type="l" for="ch" forName="parent7" refType="w" fact="0.6504"/>
          <dgm:constr type="t" for="ch" forName="parent7" refType="h" fact="0.8048"/>
          <dgm:constr type="w" for="ch" forName="parent7" refType="w" fact="0.3496"/>
          <dgm:constr type="h" for="ch" forName="parent7" refType="h" fact="0.0207"/>
          <dgm:constr type="l" for="ch" forName="picture8" refType="w" fact="0"/>
          <dgm:constr type="t" for="ch" forName="picture8" refType="h" fact="0.8362"/>
          <dgm:constr type="w" for="ch" forName="picture8" refType="w" fact="0.3496"/>
          <dgm:constr type="h" for="ch" forName="picture8" refType="h" fact="0.1638"/>
          <dgm:constr type="l" for="ch" forName="parent8" refType="w" fact="0"/>
          <dgm:constr type="t" for="ch" forName="parent8" refType="h" fact="0.9772"/>
          <dgm:constr type="w" for="ch" forName="parent8" refType="w" fact="0.3496"/>
          <dgm:constr type="h" for="ch" forName="parent8" refType="h" fact="0.0207"/>
          <dgm:constr type="l" for="ch" forName="picture9" refType="w" fact="0.3689"/>
          <dgm:constr type="t" for="ch" forName="picture9" refType="h" fact="0.8362"/>
          <dgm:constr type="w" for="ch" forName="picture9" refType="w" fact="0.6307"/>
          <dgm:constr type="h" for="ch" forName="picture9" refType="h" fact="0.1638"/>
          <dgm:constr type="l" for="ch" forName="parent9" refType="w" fact="0.3689"/>
          <dgm:constr type="t" for="ch" forName="parent9" refType="h" fact="0.9775"/>
          <dgm:constr type="w" for="ch" forName="parent9" refType="w" fact="0.6307"/>
          <dgm:constr type="h" for="ch" forName="parent9" refType="h" fact="0.0205"/>
        </dgm:constrLst>
      </dgm:else>
    </dgm:choose>
    <dgm:forEach name="Name11" axis="ch" ptType="node" cnt="1">
      <dgm:layoutNode name="picture1">
        <dgm:alg type="sp"/>
        <dgm:shape xmlns:r="http://schemas.openxmlformats.org/officeDocument/2006/relationships" r:blip="">
          <dgm:adjLst/>
        </dgm:shape>
        <dgm:presOf/>
        <dgm:forEach name="Name12" ref="pictureWrapper"/>
      </dgm:layoutNode>
      <dgm:layoutNode name="parent1">
        <dgm:varLst>
          <dgm:chMax val="0"/>
          <dgm:chPref val="0"/>
          <dgm:bulletEnabled val="1"/>
        </dgm:varLst>
        <dgm:alg type="tx">
          <dgm:param type="parTxLTRAlign" val="l"/>
          <dgm:param type="parTxRTLAlign" val="l"/>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13" axis="ch" ptType="node" st="2" cnt="1">
      <dgm:layoutNode name="picture2">
        <dgm:alg type="sp"/>
        <dgm:shape xmlns:r="http://schemas.openxmlformats.org/officeDocument/2006/relationships" r:blip="">
          <dgm:adjLst/>
        </dgm:shape>
        <dgm:presOf/>
        <dgm:forEach name="Name14" ref="pictureWrapper"/>
      </dgm:layoutNode>
      <dgm:layoutNode name="parent2">
        <dgm:varLst>
          <dgm:chMax val="0"/>
          <dgm:chPref val="0"/>
          <dgm:bulletEnabled val="1"/>
        </dgm:varLst>
        <dgm:alg type="tx">
          <dgm:param type="parTxLTRAlign" val="l"/>
          <dgm:param type="parTxRTLAlign" val="l"/>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15" axis="ch" ptType="node" st="3" cnt="1">
      <dgm:layoutNode name="picture3">
        <dgm:alg type="sp"/>
        <dgm:shape xmlns:r="http://schemas.openxmlformats.org/officeDocument/2006/relationships" r:blip="">
          <dgm:adjLst/>
        </dgm:shape>
        <dgm:presOf/>
        <dgm:forEach name="Name16" ref="pictureWrapper"/>
      </dgm:layoutNode>
      <dgm:layoutNode name="parent3">
        <dgm:varLst>
          <dgm:chMax val="0"/>
          <dgm:chPref val="0"/>
          <dgm:bulletEnabled val="1"/>
        </dgm:varLst>
        <dgm:alg type="tx">
          <dgm:param type="parTxLTRAlign" val="r"/>
          <dgm:param type="parTxRTLAlign" val="r"/>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17" axis="ch" ptType="node" st="4" cnt="1">
      <dgm:layoutNode name="picture4">
        <dgm:alg type="sp"/>
        <dgm:shape xmlns:r="http://schemas.openxmlformats.org/officeDocument/2006/relationships" r:blip="">
          <dgm:adjLst/>
        </dgm:shape>
        <dgm:presOf/>
        <dgm:forEach name="Name18" ref="pictureWrapper"/>
      </dgm:layoutNode>
      <dgm:layoutNode name="parent4">
        <dgm:varLst>
          <dgm:chMax val="0"/>
          <dgm:chPref val="0"/>
          <dgm:bulletEnabled val="1"/>
        </dgm:varLst>
        <dgm:alg type="tx">
          <dgm:param type="parTxLTRAlign" val="l"/>
          <dgm:param type="parTxRTLAlign" val="l"/>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19" axis="ch" ptType="node" st="5" cnt="1">
      <dgm:layoutNode name="picture5">
        <dgm:alg type="sp"/>
        <dgm:shape xmlns:r="http://schemas.openxmlformats.org/officeDocument/2006/relationships" r:blip="">
          <dgm:adjLst/>
        </dgm:shape>
        <dgm:presOf/>
        <dgm:forEach name="Name20" ref="pictureWrapper"/>
      </dgm:layoutNode>
      <dgm:layoutNode name="parent5">
        <dgm:varLst>
          <dgm:chMax val="0"/>
          <dgm:chPref val="0"/>
          <dgm:bulletEnabled val="1"/>
        </dgm:varLst>
        <dgm:alg type="tx">
          <dgm:param type="parTxLTRAlign" val="r"/>
          <dgm:param type="parTxRTLAlign" val="r"/>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21" axis="ch" ptType="node" st="6" cnt="1">
      <dgm:layoutNode name="picture6">
        <dgm:alg type="sp"/>
        <dgm:shape xmlns:r="http://schemas.openxmlformats.org/officeDocument/2006/relationships" r:blip="">
          <dgm:adjLst/>
        </dgm:shape>
        <dgm:presOf/>
        <dgm:forEach name="Name22" ref="pictureWrapper"/>
      </dgm:layoutNode>
      <dgm:layoutNode name="parent6">
        <dgm:varLst>
          <dgm:chMax val="0"/>
          <dgm:chPref val="0"/>
          <dgm:bulletEnabled val="1"/>
        </dgm:varLst>
        <dgm:alg type="tx">
          <dgm:param type="parTxLTRAlign" val="l"/>
          <dgm:param type="parTxRTLAlign" val="l"/>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23" axis="ch" ptType="node" st="7" cnt="1">
      <dgm:layoutNode name="picture7">
        <dgm:alg type="sp"/>
        <dgm:shape xmlns:r="http://schemas.openxmlformats.org/officeDocument/2006/relationships" r:blip="">
          <dgm:adjLst/>
        </dgm:shape>
        <dgm:presOf/>
        <dgm:forEach name="Name24" ref="pictureWrapper"/>
      </dgm:layoutNode>
      <dgm:layoutNode name="parent7">
        <dgm:varLst>
          <dgm:chMax val="0"/>
          <dgm:chPref val="0"/>
          <dgm:bulletEnabled val="1"/>
        </dgm:varLst>
        <dgm:alg type="tx">
          <dgm:param type="parTxLTRAlign" val="r"/>
          <dgm:param type="parTxRTLAlign" val="r"/>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25" axis="ch" ptType="node" st="8" cnt="1">
      <dgm:layoutNode name="picture8">
        <dgm:alg type="sp"/>
        <dgm:shape xmlns:r="http://schemas.openxmlformats.org/officeDocument/2006/relationships" r:blip="">
          <dgm:adjLst/>
        </dgm:shape>
        <dgm:presOf/>
        <dgm:forEach name="Name26" ref="pictureWrapper"/>
      </dgm:layoutNode>
      <dgm:layoutNode name="parent8">
        <dgm:varLst>
          <dgm:chMax val="0"/>
          <dgm:chPref val="0"/>
          <dgm:bulletEnabled val="1"/>
        </dgm:varLst>
        <dgm:alg type="tx">
          <dgm:param type="parTxLTRAlign" val="l"/>
          <dgm:param type="parTxRTLAlign" val="l"/>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27" axis="ch" ptType="node" st="9" cnt="1">
      <dgm:layoutNode name="picture9">
        <dgm:alg type="sp"/>
        <dgm:shape xmlns:r="http://schemas.openxmlformats.org/officeDocument/2006/relationships" r:blip="">
          <dgm:adjLst/>
        </dgm:shape>
        <dgm:presOf/>
        <dgm:forEach name="Name28" ref="pictureWrapper"/>
      </dgm:layoutNode>
      <dgm:layoutNode name="parent9">
        <dgm:varLst>
          <dgm:chMax val="0"/>
          <dgm:chPref val="0"/>
          <dgm:bulletEnabled val="1"/>
        </dgm:varLst>
        <dgm:alg type="tx">
          <dgm:param type="parTxLTRAlign" val="r"/>
          <dgm:param type="parTxRTLAlign" val="r"/>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wrapper" axis="self" ptType="parTrans">
      <dgm:forEach name="pictureWrapper" axis="self">
        <dgm:layoutNode name="picture" styleLbl="alignImgPlace1">
          <dgm:alg type="sp"/>
          <dgm:shape xmlns:r="http://schemas.openxmlformats.org/officeDocument/2006/relationships" type="rect" r:blip="" blipPhldr="1">
            <dgm:adjLst/>
          </dgm:shape>
          <dgm:presOf/>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11/layout/ThemePictureAlternatingAccent">
  <dgm:title val="Theme Picture Alternating Accent"/>
  <dgm:desc val="Use to show a group of pictures with the first picture being the largest and on top. Additional Level 1 pictures alternate between squares and rectangles with a limit of nine Level 1 pictures. Works best with small amounts of text. Unused text does not appear, but remains available if you switch layouts."/>
  <dgm:catLst>
    <dgm:cat type="picture" pri="13750"/>
    <dgm:cat type="officeonline" pri="7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tyleData>
  <dgm:clr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clrData>
  <dgm:layoutNode name="Name0">
    <dgm:varLst>
      <dgm:chMax val="9"/>
      <dgm:chPref val="9"/>
    </dgm:varLst>
    <dgm:shape xmlns:r="http://schemas.openxmlformats.org/officeDocument/2006/relationships" r:blip="">
      <dgm:adjLst/>
    </dgm:shape>
    <dgm:choose name="Name1">
      <dgm:if name="Name2" axis="ch" ptType="node" func="cnt" op="equ" val="1">
        <dgm:alg type="composite">
          <dgm:param type="ar" val="1.62"/>
        </dgm:alg>
        <dgm:constrLst>
          <dgm:constr type="primFontSz" for="des" forName="parent1" val="65"/>
          <dgm:constr type="l" for="ch" forName="picture1" refType="w" fact="0"/>
          <dgm:constr type="t" for="ch" forName="picture1" refType="h" fact="0"/>
          <dgm:constr type="w" for="ch" forName="picture1" refType="w"/>
          <dgm:constr type="h" for="ch" forName="picture1" refType="h"/>
          <dgm:constr type="l" for="ch" forName="parent1" refType="w" fact="0"/>
          <dgm:constr type="t" for="ch" forName="parent1" refType="h" fact="0.8776"/>
          <dgm:constr type="w" for="ch" forName="parent1" refType="w"/>
          <dgm:constr type="h" for="ch" forName="parent1" refType="h" fact="0.1166"/>
        </dgm:constrLst>
      </dgm:if>
      <dgm:if name="Name3" axis="ch" ptType="node" func="cnt" op="equ" val="2">
        <dgm:alg type="composite">
          <dgm:param type="ar" val="1.0352"/>
        </dgm:alg>
        <dgm:constrLst>
          <dgm:constr type="primFontSz" for="des" forName="parent1" val="65"/>
          <dgm:constr type="primFontSz" for="des" forName="parent2" val="65"/>
          <dgm:constr type="l" for="ch" forName="picture1" refType="w" fact="0"/>
          <dgm:constr type="t" for="ch" forName="picture1" refType="h" fact="0"/>
          <dgm:constr type="w" for="ch" forName="picture1" refType="w"/>
          <dgm:constr type="h" for="ch" forName="picture1" refType="h" fact="0.639"/>
          <dgm:constr type="l" for="ch" forName="parent1" refType="w" fact="0"/>
          <dgm:constr type="t" for="ch" forName="parent1" refType="h" fact="0.5608"/>
          <dgm:constr type="w" for="ch" forName="parent1" refType="w"/>
          <dgm:constr type="h" for="ch" forName="parent1" refType="h" fact="0.0745"/>
          <dgm:constr type="l" for="ch" forName="picture2" refType="w" fact="0"/>
          <dgm:constr type="t" for="ch" forName="picture2" refType="h" fact="0.6589"/>
          <dgm:constr type="w" for="ch" forName="picture2" refType="w" fact="0.6312"/>
          <dgm:constr type="h" for="ch" forName="picture2" refType="h" fact="0.3411"/>
          <dgm:constr type="l" for="ch" forName="parent2" refType="w" fact="0"/>
          <dgm:constr type="t" for="ch" forName="parent2" refType="h" fact="0.9532"/>
          <dgm:constr type="w" for="ch" forName="parent2" refType="w" fact="0.6312"/>
          <dgm:constr type="h" for="ch" forName="parent2" refType="h" fact="0.0426"/>
        </dgm:constrLst>
      </dgm:if>
      <dgm:if name="Name4" axis="ch" ptType="node" func="cnt" op="equ" val="3">
        <dgm:alg type="composite">
          <dgm:param type="ar" val="1.0352"/>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l" for="ch" forName="picture1" refType="w" fact="0"/>
          <dgm:constr type="t" for="ch" forName="picture1" refType="h" fact="0"/>
          <dgm:constr type="w" for="ch" forName="picture1" refType="w"/>
          <dgm:constr type="h" for="ch" forName="picture1" refType="h" fact="0.639"/>
          <dgm:constr type="l" for="ch" forName="parent1" refType="w" fact="0"/>
          <dgm:constr type="t" for="ch" forName="parent1" refType="h" fact="0.5608"/>
          <dgm:constr type="w" for="ch" forName="parent1" refType="w"/>
          <dgm:constr type="h" for="ch" forName="parent1" refType="h" fact="0.0745"/>
          <dgm:constr type="l" for="ch" forName="picture2" refType="w" fact="0"/>
          <dgm:constr type="t" for="ch" forName="picture2" refType="h" fact="0.6589"/>
          <dgm:constr type="w" for="ch" forName="picture2" refType="w" fact="0.6312"/>
          <dgm:constr type="h" for="ch" forName="picture2" refType="h" fact="0.3411"/>
          <dgm:constr type="l" for="ch" forName="parent2" refType="w" fact="0"/>
          <dgm:constr type="t" for="ch" forName="parent2" refType="h" fact="0.9532"/>
          <dgm:constr type="w" for="ch" forName="parent2" refType="w" fact="0.6312"/>
          <dgm:constr type="h" for="ch" forName="parent2" refType="h" fact="0.0426"/>
          <dgm:constr type="l" for="ch" forName="picture3" refType="w" fact="0.6501"/>
          <dgm:constr type="t" for="ch" forName="picture3" refType="h" fact="0.6589"/>
          <dgm:constr type="w" for="ch" forName="picture3" refType="w" fact="0.3499"/>
          <dgm:constr type="h" for="ch" forName="picture3" refType="h" fact="0.3411"/>
          <dgm:constr type="l" for="ch" forName="parent3" refType="w" fact="0.6501"/>
          <dgm:constr type="t" for="ch" forName="parent3" refType="h" fact="0.9525"/>
          <dgm:constr type="w" for="ch" forName="parent3" refType="w" fact="0.3499"/>
          <dgm:constr type="h" for="ch" forName="parent3" refType="h" fact="0.043"/>
        </dgm:constrLst>
      </dgm:if>
      <dgm:if name="Name5" axis="ch" ptType="node" func="cnt" op="equ" val="4">
        <dgm:alg type="composite">
          <dgm:param type="ar" val="0.7603"/>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l" for="ch" forName="picture1" refType="w" fact="0"/>
          <dgm:constr type="t" for="ch" forName="picture1" refType="h" fact="0"/>
          <dgm:constr type="w" for="ch" forName="picture1" refType="w" fact="0.9998"/>
          <dgm:constr type="h" for="ch" forName="picture1" refType="h" fact="0.4692"/>
          <dgm:constr type="l" for="ch" forName="parent1" refType="w" fact="0"/>
          <dgm:constr type="t" for="ch" forName="parent1" refType="h" fact="0.4118"/>
          <dgm:constr type="w" for="ch" forName="parent1" refType="w" fact="0.9998"/>
          <dgm:constr type="h" for="ch" forName="parent1" refType="h" fact="0.0547"/>
          <dgm:constr type="l" for="ch" forName="picture2" refType="w" fact="0"/>
          <dgm:constr type="t" for="ch" forName="picture2" refType="h" fact="0.4839"/>
          <dgm:constr type="w" for="ch" forName="picture2" refType="w" fact="0.631"/>
          <dgm:constr type="h" for="ch" forName="picture2" refType="h" fact="0.2504"/>
          <dgm:constr type="l" for="ch" forName="parent2" refType="w" fact="0"/>
          <dgm:constr type="t" for="ch" forName="parent2" refType="h" fact="0.6999"/>
          <dgm:constr type="w" for="ch" forName="parent2" refType="w" fact="0.631"/>
          <dgm:constr type="h" for="ch" forName="parent2" refType="h" fact="0.0313"/>
          <dgm:constr type="l" for="ch" forName="picture3" refType="w" fact="0.65"/>
          <dgm:constr type="t" for="ch" forName="picture3" refType="h" fact="0.4839"/>
          <dgm:constr type="w" for="ch" forName="picture3" refType="w" fact="0.3498"/>
          <dgm:constr type="h" for="ch" forName="picture3" refType="h" fact="0.2504"/>
          <dgm:constr type="l" for="ch" forName="parent3" refType="w" fact="0.65"/>
          <dgm:constr type="t" for="ch" forName="parent3" refType="h" fact="0.6994"/>
          <dgm:constr type="w" for="ch" forName="parent3" refType="w" fact="0.3498"/>
          <dgm:constr type="h" for="ch" forName="parent3" refType="h" fact="0.0316"/>
          <dgm:constr type="l" for="ch" forName="picture4" refType="w" fact="0"/>
          <dgm:constr type="t" for="ch" forName="picture4" refType="h" fact="0.7496"/>
          <dgm:constr type="w" for="ch" forName="picture4" refType="w" fact="0.3498"/>
          <dgm:constr type="h" for="ch" forName="picture4" refType="h" fact="0.2504"/>
          <dgm:constr type="l" for="ch" forName="parent4" refType="w" fact="0"/>
          <dgm:constr type="t" for="ch" forName="parent4" refType="h" fact="0.9651"/>
          <dgm:constr type="w" for="ch" forName="parent4" refType="w" fact="0.3498"/>
          <dgm:constr type="h" for="ch" forName="parent4" refType="h" fact="0.0316"/>
        </dgm:constrLst>
      </dgm:if>
      <dgm:if name="Name6" axis="ch" ptType="node" func="cnt" op="equ" val="5">
        <dgm:alg type="composite">
          <dgm:param type="ar" val="0.7603"/>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primFontSz" for="des" forName="parent5" refType="primFontSz" refFor="des" refForName="parent2" op="equ"/>
          <dgm:constr type="l" for="ch" forName="picture1" refType="w" fact="0"/>
          <dgm:constr type="t" for="ch" forName="picture1" refType="h" fact="0"/>
          <dgm:constr type="w" for="ch" forName="picture1" refType="w" fact="0.9998"/>
          <dgm:constr type="h" for="ch" forName="picture1" refType="h" fact="0.4692"/>
          <dgm:constr type="l" for="ch" forName="parent1" refType="w" fact="0"/>
          <dgm:constr type="t" for="ch" forName="parent1" refType="h" fact="0.4118"/>
          <dgm:constr type="w" for="ch" forName="parent1" refType="w" fact="0.9998"/>
          <dgm:constr type="h" for="ch" forName="parent1" refType="h" fact="0.0547"/>
          <dgm:constr type="l" for="ch" forName="picture2" refType="w" fact="0"/>
          <dgm:constr type="t" for="ch" forName="picture2" refType="h" fact="0.4839"/>
          <dgm:constr type="w" for="ch" forName="picture2" refType="w" fact="0.631"/>
          <dgm:constr type="h" for="ch" forName="picture2" refType="h" fact="0.2504"/>
          <dgm:constr type="l" for="ch" forName="parent2" refType="w" fact="0"/>
          <dgm:constr type="t" for="ch" forName="parent2" refType="h" fact="0.6999"/>
          <dgm:constr type="w" for="ch" forName="parent2" refType="w" fact="0.631"/>
          <dgm:constr type="h" for="ch" forName="parent2" refType="h" fact="0.0313"/>
          <dgm:constr type="l" for="ch" forName="picture3" refType="w" fact="0.65"/>
          <dgm:constr type="t" for="ch" forName="picture3" refType="h" fact="0.4839"/>
          <dgm:constr type="w" for="ch" forName="picture3" refType="w" fact="0.3498"/>
          <dgm:constr type="h" for="ch" forName="picture3" refType="h" fact="0.2504"/>
          <dgm:constr type="l" for="ch" forName="parent3" refType="w" fact="0.65"/>
          <dgm:constr type="t" for="ch" forName="parent3" refType="h" fact="0.6994"/>
          <dgm:constr type="w" for="ch" forName="parent3" refType="w" fact="0.3498"/>
          <dgm:constr type="h" for="ch" forName="parent3" refType="h" fact="0.0316"/>
          <dgm:constr type="l" for="ch" forName="picture4" refType="w" fact="0"/>
          <dgm:constr type="t" for="ch" forName="picture4" refType="h" fact="0.7496"/>
          <dgm:constr type="w" for="ch" forName="picture4" refType="w" fact="0.3498"/>
          <dgm:constr type="h" for="ch" forName="picture4" refType="h" fact="0.2504"/>
          <dgm:constr type="l" for="ch" forName="parent4" refType="w" fact="0"/>
          <dgm:constr type="t" for="ch" forName="parent4" refType="h" fact="0.9651"/>
          <dgm:constr type="w" for="ch" forName="parent4" refType="w" fact="0.3498"/>
          <dgm:constr type="h" for="ch" forName="parent4" refType="h" fact="0.0316"/>
          <dgm:constr type="l" for="ch" forName="picture5" refType="w" fact="0.369"/>
          <dgm:constr type="t" for="ch" forName="picture5" refType="h" fact="0.7496"/>
          <dgm:constr type="w" for="ch" forName="picture5" refType="w" fact="0.631"/>
          <dgm:constr type="h" for="ch" forName="picture5" refType="h" fact="0.2504"/>
          <dgm:constr type="l" for="ch" forName="parent5" refType="w" fact="0.369"/>
          <dgm:constr type="t" for="ch" forName="parent5" refType="h" fact="0.9656"/>
          <dgm:constr type="w" for="ch" forName="parent5" refType="w" fact="0.631"/>
          <dgm:constr type="h" for="ch" forName="parent5" refType="h" fact="0.0313"/>
        </dgm:constrLst>
      </dgm:if>
      <dgm:if name="Name7" axis="ch" ptType="node" func="cnt" op="equ" val="6">
        <dgm:alg type="composite">
          <dgm:param type="ar" val="0.6012"/>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primFontSz" for="des" forName="parent5" refType="primFontSz" refFor="des" refForName="parent2" op="equ"/>
          <dgm:constr type="primFontSz" for="des" forName="parent6" refType="primFontSz" refFor="des" refForName="parent2" op="equ"/>
          <dgm:constr type="l" for="ch" forName="picture1" refType="w" fact="0"/>
          <dgm:constr type="t" for="ch" forName="picture1" refType="h" fact="0"/>
          <dgm:constr type="w" for="ch" forName="picture1" refType="w" fact="0.9992"/>
          <dgm:constr type="h" for="ch" forName="picture1" refType="h" fact="0.3708"/>
          <dgm:constr type="l" for="ch" forName="parent1" refType="w" fact="0"/>
          <dgm:constr type="t" for="ch" forName="parent1" refType="h" fact="0.3254"/>
          <dgm:constr type="w" for="ch" forName="parent1" refType="w" fact="0.9992"/>
          <dgm:constr type="h" for="ch" forName="parent1" refType="h" fact="0.0432"/>
          <dgm:constr type="l" for="ch" forName="picture2" refType="w" fact="0"/>
          <dgm:constr type="t" for="ch" forName="picture2" refType="h" fact="0.3824"/>
          <dgm:constr type="w" for="ch" forName="picture2" refType="w" fact="0.6307"/>
          <dgm:constr type="h" for="ch" forName="picture2" refType="h" fact="0.1979"/>
          <dgm:constr type="l" for="ch" forName="parent2" refType="w" fact="0"/>
          <dgm:constr type="t" for="ch" forName="parent2" refType="h" fact="0.5531"/>
          <dgm:constr type="w" for="ch" forName="parent2" refType="w" fact="0.6307"/>
          <dgm:constr type="h" for="ch" forName="parent2" refType="h" fact="0.0247"/>
          <dgm:constr type="l" for="ch" forName="picture3" refType="w" fact="0.6496"/>
          <dgm:constr type="t" for="ch" forName="picture3" refType="h" fact="0.3824"/>
          <dgm:constr type="w" for="ch" forName="picture3" refType="w" fact="0.3496"/>
          <dgm:constr type="h" for="ch" forName="picture3" refType="h" fact="0.1979"/>
          <dgm:constr type="l" for="ch" forName="parent3" refType="w" fact="0.6496"/>
          <dgm:constr type="t" for="ch" forName="parent3" refType="h" fact="0.5527"/>
          <dgm:constr type="w" for="ch" forName="parent3" refType="w" fact="0.3496"/>
          <dgm:constr type="h" for="ch" forName="parent3" refType="h" fact="0.025"/>
          <dgm:constr type="l" for="ch" forName="picture4" refType="w" fact="0"/>
          <dgm:constr type="t" for="ch" forName="picture4" refType="h" fact="0.5924"/>
          <dgm:constr type="w" for="ch" forName="picture4" refType="w" fact="0.3496"/>
          <dgm:constr type="h" for="ch" forName="picture4" refType="h" fact="0.1979"/>
          <dgm:constr type="l" for="ch" forName="parent4" refType="w" fact="0"/>
          <dgm:constr type="t" for="ch" forName="parent4" refType="h" fact="0.7627"/>
          <dgm:constr type="w" for="ch" forName="parent4" refType="w" fact="0.3496"/>
          <dgm:constr type="h" for="ch" forName="parent4" refType="h" fact="0.025"/>
          <dgm:constr type="l" for="ch" forName="picture5" refType="w" fact="0.3688"/>
          <dgm:constr type="t" for="ch" forName="picture5" refType="h" fact="0.5924"/>
          <dgm:constr type="w" for="ch" forName="picture5" refType="w" fact="0.6307"/>
          <dgm:constr type="h" for="ch" forName="picture5" refType="h" fact="0.1979"/>
          <dgm:constr type="l" for="ch" forName="parent5" refType="w" fact="0.3688"/>
          <dgm:constr type="t" for="ch" forName="parent5" refType="h" fact="0.7631"/>
          <dgm:constr type="w" for="ch" forName="parent5" refType="w" fact="0.6307"/>
          <dgm:constr type="h" for="ch" forName="parent5" refType="h" fact="0.0247"/>
          <dgm:constr type="l" for="ch" forName="picture6" refType="w" fact="0"/>
          <dgm:constr type="t" for="ch" forName="picture6" refType="h" fact="0.8021"/>
          <dgm:constr type="w" for="ch" forName="picture6" refType="w" fact="0.6307"/>
          <dgm:constr type="h" for="ch" forName="picture6" refType="h" fact="0.1979"/>
          <dgm:constr type="l" for="ch" forName="parent6" refType="w" fact="0"/>
          <dgm:constr type="t" for="ch" forName="parent6" refType="h" fact="0.9728"/>
          <dgm:constr type="w" for="ch" forName="parent6" refType="w" fact="0.6307"/>
          <dgm:constr type="h" for="ch" forName="parent6" refType="h" fact="0.0247"/>
        </dgm:constrLst>
      </dgm:if>
      <dgm:if name="Name8" axis="ch" ptType="node" func="cnt" op="equ" val="7">
        <dgm:alg type="composite">
          <dgm:param type="ar" val="0.6012"/>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primFontSz" for="des" forName="parent5" refType="primFontSz" refFor="des" refForName="parent2" op="equ"/>
          <dgm:constr type="primFontSz" for="des" forName="parent6" refType="primFontSz" refFor="des" refForName="parent2" op="equ"/>
          <dgm:constr type="primFontSz" for="des" forName="parent7" refType="primFontSz" refFor="des" refForName="parent2" op="equ"/>
          <dgm:constr type="l" for="ch" forName="picture1" refType="w" fact="0"/>
          <dgm:constr type="t" for="ch" forName="picture1" refType="h" fact="0"/>
          <dgm:constr type="w" for="ch" forName="picture1" refType="w" fact="0.9992"/>
          <dgm:constr type="h" for="ch" forName="picture1" refType="h" fact="0.3708"/>
          <dgm:constr type="l" for="ch" forName="parent1" refType="w" fact="0"/>
          <dgm:constr type="t" for="ch" forName="parent1" refType="h" fact="0.3254"/>
          <dgm:constr type="w" for="ch" forName="parent1" refType="w" fact="0.9992"/>
          <dgm:constr type="h" for="ch" forName="parent1" refType="h" fact="0.0432"/>
          <dgm:constr type="l" for="ch" forName="picture2" refType="w" fact="0"/>
          <dgm:constr type="t" for="ch" forName="picture2" refType="h" fact="0.3824"/>
          <dgm:constr type="w" for="ch" forName="picture2" refType="w" fact="0.6307"/>
          <dgm:constr type="h" for="ch" forName="picture2" refType="h" fact="0.1979"/>
          <dgm:constr type="l" for="ch" forName="parent2" refType="w" fact="0"/>
          <dgm:constr type="t" for="ch" forName="parent2" refType="h" fact="0.5531"/>
          <dgm:constr type="w" for="ch" forName="parent2" refType="w" fact="0.6307"/>
          <dgm:constr type="h" for="ch" forName="parent2" refType="h" fact="0.0247"/>
          <dgm:constr type="l" for="ch" forName="picture3" refType="w" fact="0.6496"/>
          <dgm:constr type="t" for="ch" forName="picture3" refType="h" fact="0.3824"/>
          <dgm:constr type="w" for="ch" forName="picture3" refType="w" fact="0.3496"/>
          <dgm:constr type="h" for="ch" forName="picture3" refType="h" fact="0.1979"/>
          <dgm:constr type="l" for="ch" forName="parent3" refType="w" fact="0.6496"/>
          <dgm:constr type="t" for="ch" forName="parent3" refType="h" fact="0.5527"/>
          <dgm:constr type="w" for="ch" forName="parent3" refType="w" fact="0.3496"/>
          <dgm:constr type="h" for="ch" forName="parent3" refType="h" fact="0.025"/>
          <dgm:constr type="l" for="ch" forName="picture4" refType="w" fact="0"/>
          <dgm:constr type="t" for="ch" forName="picture4" refType="h" fact="0.5924"/>
          <dgm:constr type="w" for="ch" forName="picture4" refType="w" fact="0.3496"/>
          <dgm:constr type="h" for="ch" forName="picture4" refType="h" fact="0.1979"/>
          <dgm:constr type="l" for="ch" forName="parent4" refType="w" fact="0"/>
          <dgm:constr type="t" for="ch" forName="parent4" refType="h" fact="0.7627"/>
          <dgm:constr type="w" for="ch" forName="parent4" refType="w" fact="0.3496"/>
          <dgm:constr type="h" for="ch" forName="parent4" refType="h" fact="0.025"/>
          <dgm:constr type="l" for="ch" forName="picture5" refType="w" fact="0.3688"/>
          <dgm:constr type="t" for="ch" forName="picture5" refType="h" fact="0.5924"/>
          <dgm:constr type="w" for="ch" forName="picture5" refType="w" fact="0.6307"/>
          <dgm:constr type="h" for="ch" forName="picture5" refType="h" fact="0.1979"/>
          <dgm:constr type="l" for="ch" forName="parent5" refType="w" fact="0.3688"/>
          <dgm:constr type="t" for="ch" forName="parent5" refType="h" fact="0.7631"/>
          <dgm:constr type="w" for="ch" forName="parent5" refType="w" fact="0.6307"/>
          <dgm:constr type="h" for="ch" forName="parent5" refType="h" fact="0.0247"/>
          <dgm:constr type="l" for="ch" forName="picture6" refType="w" fact="0"/>
          <dgm:constr type="t" for="ch" forName="picture6" refType="h" fact="0.8021"/>
          <dgm:constr type="w" for="ch" forName="picture6" refType="w" fact="0.6307"/>
          <dgm:constr type="h" for="ch" forName="picture6" refType="h" fact="0.1979"/>
          <dgm:constr type="l" for="ch" forName="parent6" refType="w" fact="0"/>
          <dgm:constr type="t" for="ch" forName="parent6" refType="h" fact="0.9728"/>
          <dgm:constr type="w" for="ch" forName="parent6" refType="w" fact="0.6307"/>
          <dgm:constr type="h" for="ch" forName="parent6" refType="h" fact="0.0247"/>
          <dgm:constr type="l" for="ch" forName="picture7" refType="w" fact="0.6504"/>
          <dgm:constr type="t" for="ch" forName="picture7" refType="h" fact="0.8021"/>
          <dgm:constr type="w" for="ch" forName="picture7" refType="w" fact="0.3496"/>
          <dgm:constr type="h" for="ch" forName="picture7" refType="h" fact="0.1979"/>
          <dgm:constr type="l" for="ch" forName="parent7" refType="w" fact="0.6504"/>
          <dgm:constr type="t" for="ch" forName="parent7" refType="h" fact="0.9724"/>
          <dgm:constr type="w" for="ch" forName="parent7" refType="w" fact="0.3496"/>
          <dgm:constr type="h" for="ch" forName="parent7" refType="h" fact="0.025"/>
        </dgm:constrLst>
      </dgm:if>
      <dgm:if name="Name9" axis="ch" ptType="node" func="cnt" op="equ" val="8">
        <dgm:alg type="composite">
          <dgm:param type="ar" val="0.4976"/>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primFontSz" for="des" forName="parent5" refType="primFontSz" refFor="des" refForName="parent2" op="equ"/>
          <dgm:constr type="primFontSz" for="des" forName="parent6" refType="primFontSz" refFor="des" refForName="parent2" op="equ"/>
          <dgm:constr type="primFontSz" for="des" forName="parent7" refType="primFontSz" refFor="des" refForName="parent2" op="equ"/>
          <dgm:constr type="primFontSz" for="des" forName="parent8" refType="primFontSz" refFor="des" refForName="parent2" op="equ"/>
          <dgm:constr type="l" for="ch" forName="picture1" refType="w" fact="0"/>
          <dgm:constr type="t" for="ch" forName="picture1" refType="h" fact="0"/>
          <dgm:constr type="w" for="ch" forName="picture1" refType="w" fact="0.9992"/>
          <dgm:constr type="h" for="ch" forName="picture1" refType="h" fact="0.3069"/>
          <dgm:constr type="l" for="ch" forName="parent1" refType="w" fact="0"/>
          <dgm:constr type="t" for="ch" forName="parent1" refType="h" fact="0.2693"/>
          <dgm:constr type="w" for="ch" forName="parent1" refType="w" fact="0.9992"/>
          <dgm:constr type="h" for="ch" forName="parent1" refType="h" fact="0.0358"/>
          <dgm:constr type="l" for="ch" forName="picture2" refType="w" fact="0"/>
          <dgm:constr type="t" for="ch" forName="picture2" refType="h" fact="0.3165"/>
          <dgm:constr type="w" for="ch" forName="picture2" refType="w" fact="0.6307"/>
          <dgm:constr type="h" for="ch" forName="picture2" refType="h" fact="0.1638"/>
          <dgm:constr type="l" for="ch" forName="parent2" refType="w" fact="0"/>
          <dgm:constr type="t" for="ch" forName="parent2" refType="h" fact="0.4578"/>
          <dgm:constr type="w" for="ch" forName="parent2" refType="w" fact="0.6307"/>
          <dgm:constr type="h" for="ch" forName="parent2" refType="h" fact="0.0205"/>
          <dgm:constr type="l" for="ch" forName="picture3" refType="w" fact="0.6496"/>
          <dgm:constr type="t" for="ch" forName="picture3" refType="h" fact="0.3165"/>
          <dgm:constr type="w" for="ch" forName="picture3" refType="w" fact="0.3496"/>
          <dgm:constr type="h" for="ch" forName="picture3" refType="h" fact="0.1638"/>
          <dgm:constr type="l" for="ch" forName="parent3" refType="w" fact="0.6496"/>
          <dgm:constr type="t" for="ch" forName="parent3" refType="h" fact="0.4575"/>
          <dgm:constr type="w" for="ch" forName="parent3" refType="w" fact="0.3496"/>
          <dgm:constr type="h" for="ch" forName="parent3" refType="h" fact="0.0207"/>
          <dgm:constr type="l" for="ch" forName="picture5" refType="w" fact="0.3688"/>
          <dgm:constr type="t" for="ch" forName="picture5" refType="h" fact="0.4903"/>
          <dgm:constr type="w" for="ch" forName="picture5" refType="w" fact="0.6307"/>
          <dgm:constr type="h" for="ch" forName="picture5" refType="h" fact="0.1638"/>
          <dgm:constr type="l" for="ch" forName="parent5" refType="w" fact="0.3688"/>
          <dgm:constr type="t" for="ch" forName="parent5" refType="h" fact="0.6316"/>
          <dgm:constr type="w" for="ch" forName="parent5" refType="w" fact="0.6307"/>
          <dgm:constr type="h" for="ch" forName="parent5" refType="h" fact="0.0205"/>
          <dgm:constr type="l" for="ch" forName="picture4" refType="w" fact="0"/>
          <dgm:constr type="t" for="ch" forName="picture4" refType="h" fact="0.4903"/>
          <dgm:constr type="w" for="ch" forName="picture4" refType="w" fact="0.3496"/>
          <dgm:constr type="h" for="ch" forName="picture4" refType="h" fact="0.1638"/>
          <dgm:constr type="l" for="ch" forName="parent4" refType="w" fact="0"/>
          <dgm:constr type="t" for="ch" forName="parent4" refType="h" fact="0.6313"/>
          <dgm:constr type="w" for="ch" forName="parent4" refType="w" fact="0.3496"/>
          <dgm:constr type="h" for="ch" forName="parent4" refType="h" fact="0.0207"/>
          <dgm:constr type="l" for="ch" forName="picture6" refType="w" fact="0"/>
          <dgm:constr type="t" for="ch" forName="picture6" refType="h" fact="0.6638"/>
          <dgm:constr type="w" for="ch" forName="picture6" refType="w" fact="0.6307"/>
          <dgm:constr type="h" for="ch" forName="picture6" refType="h" fact="0.1638"/>
          <dgm:constr type="l" for="ch" forName="parent6" refType="w" fact="0"/>
          <dgm:constr type="t" for="ch" forName="parent6" refType="h" fact="0.8051"/>
          <dgm:constr type="w" for="ch" forName="parent6" refType="w" fact="0.6307"/>
          <dgm:constr type="h" for="ch" forName="parent6" refType="h" fact="0.0205"/>
          <dgm:constr type="l" for="ch" forName="picture7" refType="w" fact="0.6504"/>
          <dgm:constr type="t" for="ch" forName="picture7" refType="h" fact="0.6638"/>
          <dgm:constr type="w" for="ch" forName="picture7" refType="w" fact="0.3496"/>
          <dgm:constr type="h" for="ch" forName="picture7" refType="h" fact="0.1638"/>
          <dgm:constr type="l" for="ch" forName="parent7" refType="w" fact="0.6504"/>
          <dgm:constr type="t" for="ch" forName="parent7" refType="h" fact="0.8048"/>
          <dgm:constr type="w" for="ch" forName="parent7" refType="w" fact="0.3496"/>
          <dgm:constr type="h" for="ch" forName="parent7" refType="h" fact="0.0207"/>
          <dgm:constr type="l" for="ch" forName="picture8" refType="w" fact="0"/>
          <dgm:constr type="t" for="ch" forName="picture8" refType="h" fact="0.8362"/>
          <dgm:constr type="w" for="ch" forName="picture8" refType="w" fact="0.3496"/>
          <dgm:constr type="h" for="ch" forName="picture8" refType="h" fact="0.1638"/>
          <dgm:constr type="l" for="ch" forName="parent8" refType="w" fact="0"/>
          <dgm:constr type="t" for="ch" forName="parent8" refType="h" fact="0.9772"/>
          <dgm:constr type="w" for="ch" forName="parent8" refType="w" fact="0.3496"/>
          <dgm:constr type="h" for="ch" forName="parent8" refType="h" fact="0.0207"/>
        </dgm:constrLst>
      </dgm:if>
      <dgm:else name="Name10">
        <dgm:alg type="composite">
          <dgm:param type="ar" val="0.4976"/>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primFontSz" for="des" forName="parent5" refType="primFontSz" refFor="des" refForName="parent2" op="equ"/>
          <dgm:constr type="primFontSz" for="des" forName="parent6" refType="primFontSz" refFor="des" refForName="parent2" op="equ"/>
          <dgm:constr type="primFontSz" for="des" forName="parent7" refType="primFontSz" refFor="des" refForName="parent2" op="equ"/>
          <dgm:constr type="primFontSz" for="des" forName="parent8" refType="primFontSz" refFor="des" refForName="parent2" op="equ"/>
          <dgm:constr type="primFontSz" for="des" forName="parent9" refType="primFontSz" refFor="des" refForName="parent2" op="equ"/>
          <dgm:constr type="l" for="ch" forName="picture1" refType="w" fact="0"/>
          <dgm:constr type="t" for="ch" forName="picture1" refType="h" fact="0"/>
          <dgm:constr type="w" for="ch" forName="picture1" refType="w" fact="0.9992"/>
          <dgm:constr type="h" for="ch" forName="picture1" refType="h" fact="0.3069"/>
          <dgm:constr type="l" for="ch" forName="parent1" refType="w" fact="0"/>
          <dgm:constr type="t" for="ch" forName="parent1" refType="h" fact="0.2693"/>
          <dgm:constr type="w" for="ch" forName="parent1" refType="w" fact="0.9992"/>
          <dgm:constr type="h" for="ch" forName="parent1" refType="h" fact="0.0358"/>
          <dgm:constr type="l" for="ch" forName="picture2" refType="w" fact="0"/>
          <dgm:constr type="t" for="ch" forName="picture2" refType="h" fact="0.3165"/>
          <dgm:constr type="w" for="ch" forName="picture2" refType="w" fact="0.6307"/>
          <dgm:constr type="h" for="ch" forName="picture2" refType="h" fact="0.1638"/>
          <dgm:constr type="l" for="ch" forName="parent2" refType="w" fact="0"/>
          <dgm:constr type="t" for="ch" forName="parent2" refType="h" fact="0.4578"/>
          <dgm:constr type="w" for="ch" forName="parent2" refType="w" fact="0.6307"/>
          <dgm:constr type="h" for="ch" forName="parent2" refType="h" fact="0.0205"/>
          <dgm:constr type="l" for="ch" forName="picture3" refType="w" fact="0.6496"/>
          <dgm:constr type="t" for="ch" forName="picture3" refType="h" fact="0.3165"/>
          <dgm:constr type="w" for="ch" forName="picture3" refType="w" fact="0.3496"/>
          <dgm:constr type="h" for="ch" forName="picture3" refType="h" fact="0.1638"/>
          <dgm:constr type="l" for="ch" forName="parent3" refType="w" fact="0.6496"/>
          <dgm:constr type="t" for="ch" forName="parent3" refType="h" fact="0.4575"/>
          <dgm:constr type="w" for="ch" forName="parent3" refType="w" fact="0.3496"/>
          <dgm:constr type="h" for="ch" forName="parent3" refType="h" fact="0.0207"/>
          <dgm:constr type="l" for="ch" forName="picture5" refType="w" fact="0.3688"/>
          <dgm:constr type="t" for="ch" forName="picture5" refType="h" fact="0.4903"/>
          <dgm:constr type="w" for="ch" forName="picture5" refType="w" fact="0.6307"/>
          <dgm:constr type="h" for="ch" forName="picture5" refType="h" fact="0.1638"/>
          <dgm:constr type="l" for="ch" forName="parent5" refType="w" fact="0.3688"/>
          <dgm:constr type="t" for="ch" forName="parent5" refType="h" fact="0.6316"/>
          <dgm:constr type="w" for="ch" forName="parent5" refType="w" fact="0.6307"/>
          <dgm:constr type="h" for="ch" forName="parent5" refType="h" fact="0.0205"/>
          <dgm:constr type="l" for="ch" forName="picture4" refType="w" fact="0"/>
          <dgm:constr type="t" for="ch" forName="picture4" refType="h" fact="0.4903"/>
          <dgm:constr type="w" for="ch" forName="picture4" refType="w" fact="0.3496"/>
          <dgm:constr type="h" for="ch" forName="picture4" refType="h" fact="0.1638"/>
          <dgm:constr type="l" for="ch" forName="parent4" refType="w" fact="0"/>
          <dgm:constr type="t" for="ch" forName="parent4" refType="h" fact="0.6313"/>
          <dgm:constr type="w" for="ch" forName="parent4" refType="w" fact="0.3496"/>
          <dgm:constr type="h" for="ch" forName="parent4" refType="h" fact="0.0207"/>
          <dgm:constr type="l" for="ch" forName="picture6" refType="w" fact="0"/>
          <dgm:constr type="t" for="ch" forName="picture6" refType="h" fact="0.6638"/>
          <dgm:constr type="w" for="ch" forName="picture6" refType="w" fact="0.6307"/>
          <dgm:constr type="h" for="ch" forName="picture6" refType="h" fact="0.1638"/>
          <dgm:constr type="l" for="ch" forName="parent6" refType="w" fact="0"/>
          <dgm:constr type="t" for="ch" forName="parent6" refType="h" fact="0.8051"/>
          <dgm:constr type="w" for="ch" forName="parent6" refType="w" fact="0.6307"/>
          <dgm:constr type="h" for="ch" forName="parent6" refType="h" fact="0.0205"/>
          <dgm:constr type="l" for="ch" forName="picture7" refType="w" fact="0.6504"/>
          <dgm:constr type="t" for="ch" forName="picture7" refType="h" fact="0.6638"/>
          <dgm:constr type="w" for="ch" forName="picture7" refType="w" fact="0.3496"/>
          <dgm:constr type="h" for="ch" forName="picture7" refType="h" fact="0.1638"/>
          <dgm:constr type="l" for="ch" forName="parent7" refType="w" fact="0.6504"/>
          <dgm:constr type="t" for="ch" forName="parent7" refType="h" fact="0.8048"/>
          <dgm:constr type="w" for="ch" forName="parent7" refType="w" fact="0.3496"/>
          <dgm:constr type="h" for="ch" forName="parent7" refType="h" fact="0.0207"/>
          <dgm:constr type="l" for="ch" forName="picture8" refType="w" fact="0"/>
          <dgm:constr type="t" for="ch" forName="picture8" refType="h" fact="0.8362"/>
          <dgm:constr type="w" for="ch" forName="picture8" refType="w" fact="0.3496"/>
          <dgm:constr type="h" for="ch" forName="picture8" refType="h" fact="0.1638"/>
          <dgm:constr type="l" for="ch" forName="parent8" refType="w" fact="0"/>
          <dgm:constr type="t" for="ch" forName="parent8" refType="h" fact="0.9772"/>
          <dgm:constr type="w" for="ch" forName="parent8" refType="w" fact="0.3496"/>
          <dgm:constr type="h" for="ch" forName="parent8" refType="h" fact="0.0207"/>
          <dgm:constr type="l" for="ch" forName="picture9" refType="w" fact="0.3689"/>
          <dgm:constr type="t" for="ch" forName="picture9" refType="h" fact="0.8362"/>
          <dgm:constr type="w" for="ch" forName="picture9" refType="w" fact="0.6307"/>
          <dgm:constr type="h" for="ch" forName="picture9" refType="h" fact="0.1638"/>
          <dgm:constr type="l" for="ch" forName="parent9" refType="w" fact="0.3689"/>
          <dgm:constr type="t" for="ch" forName="parent9" refType="h" fact="0.9775"/>
          <dgm:constr type="w" for="ch" forName="parent9" refType="w" fact="0.6307"/>
          <dgm:constr type="h" for="ch" forName="parent9" refType="h" fact="0.0205"/>
        </dgm:constrLst>
      </dgm:else>
    </dgm:choose>
    <dgm:forEach name="Name11" axis="ch" ptType="node" cnt="1">
      <dgm:layoutNode name="picture1">
        <dgm:alg type="sp"/>
        <dgm:shape xmlns:r="http://schemas.openxmlformats.org/officeDocument/2006/relationships" r:blip="">
          <dgm:adjLst/>
        </dgm:shape>
        <dgm:presOf/>
        <dgm:forEach name="Name12" ref="pictureWrapper"/>
      </dgm:layoutNode>
      <dgm:layoutNode name="parent1">
        <dgm:varLst>
          <dgm:chMax val="0"/>
          <dgm:chPref val="0"/>
          <dgm:bulletEnabled val="1"/>
        </dgm:varLst>
        <dgm:alg type="tx">
          <dgm:param type="parTxLTRAlign" val="l"/>
          <dgm:param type="parTxRTLAlign" val="l"/>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13" axis="ch" ptType="node" st="2" cnt="1">
      <dgm:layoutNode name="picture2">
        <dgm:alg type="sp"/>
        <dgm:shape xmlns:r="http://schemas.openxmlformats.org/officeDocument/2006/relationships" r:blip="">
          <dgm:adjLst/>
        </dgm:shape>
        <dgm:presOf/>
        <dgm:forEach name="Name14" ref="pictureWrapper"/>
      </dgm:layoutNode>
      <dgm:layoutNode name="parent2">
        <dgm:varLst>
          <dgm:chMax val="0"/>
          <dgm:chPref val="0"/>
          <dgm:bulletEnabled val="1"/>
        </dgm:varLst>
        <dgm:alg type="tx">
          <dgm:param type="parTxLTRAlign" val="l"/>
          <dgm:param type="parTxRTLAlign" val="l"/>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15" axis="ch" ptType="node" st="3" cnt="1">
      <dgm:layoutNode name="picture3">
        <dgm:alg type="sp"/>
        <dgm:shape xmlns:r="http://schemas.openxmlformats.org/officeDocument/2006/relationships" r:blip="">
          <dgm:adjLst/>
        </dgm:shape>
        <dgm:presOf/>
        <dgm:forEach name="Name16" ref="pictureWrapper"/>
      </dgm:layoutNode>
      <dgm:layoutNode name="parent3">
        <dgm:varLst>
          <dgm:chMax val="0"/>
          <dgm:chPref val="0"/>
          <dgm:bulletEnabled val="1"/>
        </dgm:varLst>
        <dgm:alg type="tx">
          <dgm:param type="parTxLTRAlign" val="r"/>
          <dgm:param type="parTxRTLAlign" val="r"/>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17" axis="ch" ptType="node" st="4" cnt="1">
      <dgm:layoutNode name="picture4">
        <dgm:alg type="sp"/>
        <dgm:shape xmlns:r="http://schemas.openxmlformats.org/officeDocument/2006/relationships" r:blip="">
          <dgm:adjLst/>
        </dgm:shape>
        <dgm:presOf/>
        <dgm:forEach name="Name18" ref="pictureWrapper"/>
      </dgm:layoutNode>
      <dgm:layoutNode name="parent4">
        <dgm:varLst>
          <dgm:chMax val="0"/>
          <dgm:chPref val="0"/>
          <dgm:bulletEnabled val="1"/>
        </dgm:varLst>
        <dgm:alg type="tx">
          <dgm:param type="parTxLTRAlign" val="l"/>
          <dgm:param type="parTxRTLAlign" val="l"/>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19" axis="ch" ptType="node" st="5" cnt="1">
      <dgm:layoutNode name="picture5">
        <dgm:alg type="sp"/>
        <dgm:shape xmlns:r="http://schemas.openxmlformats.org/officeDocument/2006/relationships" r:blip="">
          <dgm:adjLst/>
        </dgm:shape>
        <dgm:presOf/>
        <dgm:forEach name="Name20" ref="pictureWrapper"/>
      </dgm:layoutNode>
      <dgm:layoutNode name="parent5">
        <dgm:varLst>
          <dgm:chMax val="0"/>
          <dgm:chPref val="0"/>
          <dgm:bulletEnabled val="1"/>
        </dgm:varLst>
        <dgm:alg type="tx">
          <dgm:param type="parTxLTRAlign" val="r"/>
          <dgm:param type="parTxRTLAlign" val="r"/>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21" axis="ch" ptType="node" st="6" cnt="1">
      <dgm:layoutNode name="picture6">
        <dgm:alg type="sp"/>
        <dgm:shape xmlns:r="http://schemas.openxmlformats.org/officeDocument/2006/relationships" r:blip="">
          <dgm:adjLst/>
        </dgm:shape>
        <dgm:presOf/>
        <dgm:forEach name="Name22" ref="pictureWrapper"/>
      </dgm:layoutNode>
      <dgm:layoutNode name="parent6">
        <dgm:varLst>
          <dgm:chMax val="0"/>
          <dgm:chPref val="0"/>
          <dgm:bulletEnabled val="1"/>
        </dgm:varLst>
        <dgm:alg type="tx">
          <dgm:param type="parTxLTRAlign" val="l"/>
          <dgm:param type="parTxRTLAlign" val="l"/>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23" axis="ch" ptType="node" st="7" cnt="1">
      <dgm:layoutNode name="picture7">
        <dgm:alg type="sp"/>
        <dgm:shape xmlns:r="http://schemas.openxmlformats.org/officeDocument/2006/relationships" r:blip="">
          <dgm:adjLst/>
        </dgm:shape>
        <dgm:presOf/>
        <dgm:forEach name="Name24" ref="pictureWrapper"/>
      </dgm:layoutNode>
      <dgm:layoutNode name="parent7">
        <dgm:varLst>
          <dgm:chMax val="0"/>
          <dgm:chPref val="0"/>
          <dgm:bulletEnabled val="1"/>
        </dgm:varLst>
        <dgm:alg type="tx">
          <dgm:param type="parTxLTRAlign" val="r"/>
          <dgm:param type="parTxRTLAlign" val="r"/>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25" axis="ch" ptType="node" st="8" cnt="1">
      <dgm:layoutNode name="picture8">
        <dgm:alg type="sp"/>
        <dgm:shape xmlns:r="http://schemas.openxmlformats.org/officeDocument/2006/relationships" r:blip="">
          <dgm:adjLst/>
        </dgm:shape>
        <dgm:presOf/>
        <dgm:forEach name="Name26" ref="pictureWrapper"/>
      </dgm:layoutNode>
      <dgm:layoutNode name="parent8">
        <dgm:varLst>
          <dgm:chMax val="0"/>
          <dgm:chPref val="0"/>
          <dgm:bulletEnabled val="1"/>
        </dgm:varLst>
        <dgm:alg type="tx">
          <dgm:param type="parTxLTRAlign" val="l"/>
          <dgm:param type="parTxRTLAlign" val="l"/>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27" axis="ch" ptType="node" st="9" cnt="1">
      <dgm:layoutNode name="picture9">
        <dgm:alg type="sp"/>
        <dgm:shape xmlns:r="http://schemas.openxmlformats.org/officeDocument/2006/relationships" r:blip="">
          <dgm:adjLst/>
        </dgm:shape>
        <dgm:presOf/>
        <dgm:forEach name="Name28" ref="pictureWrapper"/>
      </dgm:layoutNode>
      <dgm:layoutNode name="parent9">
        <dgm:varLst>
          <dgm:chMax val="0"/>
          <dgm:chPref val="0"/>
          <dgm:bulletEnabled val="1"/>
        </dgm:varLst>
        <dgm:alg type="tx">
          <dgm:param type="parTxLTRAlign" val="r"/>
          <dgm:param type="parTxRTLAlign" val="r"/>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wrapper" axis="self" ptType="parTrans">
      <dgm:forEach name="pictureWrapper" axis="self">
        <dgm:layoutNode name="picture" styleLbl="alignImgPlace1">
          <dgm:alg type="sp"/>
          <dgm:shape xmlns:r="http://schemas.openxmlformats.org/officeDocument/2006/relationships" type="rect" r:blip="" blipPhldr="1">
            <dgm:adjLst/>
          </dgm:shape>
          <dgm:presOf/>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18.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2" Type="http://schemas.openxmlformats.org/officeDocument/2006/relationships/image" Target="../media/image25.wmf"/><Relationship Id="rId1" Type="http://schemas.openxmlformats.org/officeDocument/2006/relationships/image" Target="../media/image24.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image" Target="../media/image26.wmf"/><Relationship Id="rId1" Type="http://schemas.openxmlformats.org/officeDocument/2006/relationships/image" Target="../media/image25.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 xmlns:a16="http://schemas.microsoft.com/office/drawing/2014/main" id="{30A411A4-3645-4174-938C-877D065FFEE3}"/>
              </a:ext>
            </a:extLst>
          </p:cNvPr>
          <p:cNvSpPr>
            <a:spLocks noGrp="1"/>
          </p:cNvSpPr>
          <p:nvPr>
            <p:ph type="hdr" sz="quarter"/>
          </p:nvPr>
        </p:nvSpPr>
        <p:spPr>
          <a:xfrm>
            <a:off x="1" y="0"/>
            <a:ext cx="3038446" cy="466690"/>
          </a:xfrm>
          <a:prstGeom prst="rect">
            <a:avLst/>
          </a:prstGeom>
        </p:spPr>
        <p:txBody>
          <a:bodyPr vert="horz" lIns="91440" tIns="45720" rIns="91440" bIns="45720" rtlCol="0"/>
          <a:lstStyle>
            <a:lvl1pPr algn="l">
              <a:defRPr sz="1200"/>
            </a:lvl1pPr>
          </a:lstStyle>
          <a:p>
            <a:endParaRPr lang="en-MY"/>
          </a:p>
        </p:txBody>
      </p:sp>
      <p:sp>
        <p:nvSpPr>
          <p:cNvPr id="3" name="Date Placeholder 2">
            <a:extLst>
              <a:ext uri="{FF2B5EF4-FFF2-40B4-BE49-F238E27FC236}">
                <a16:creationId xmlns="" xmlns:a16="http://schemas.microsoft.com/office/drawing/2014/main" id="{35367EDC-F5E4-4E34-A90C-851F74E5C4BB}"/>
              </a:ext>
            </a:extLst>
          </p:cNvPr>
          <p:cNvSpPr>
            <a:spLocks noGrp="1"/>
          </p:cNvSpPr>
          <p:nvPr>
            <p:ph type="dt" sz="quarter" idx="1"/>
          </p:nvPr>
        </p:nvSpPr>
        <p:spPr>
          <a:xfrm>
            <a:off x="3970302" y="0"/>
            <a:ext cx="3038445" cy="466690"/>
          </a:xfrm>
          <a:prstGeom prst="rect">
            <a:avLst/>
          </a:prstGeom>
        </p:spPr>
        <p:txBody>
          <a:bodyPr vert="horz" lIns="91440" tIns="45720" rIns="91440" bIns="45720" rtlCol="0"/>
          <a:lstStyle>
            <a:lvl1pPr algn="r">
              <a:defRPr sz="1200"/>
            </a:lvl1pPr>
          </a:lstStyle>
          <a:p>
            <a:endParaRPr lang="en-MY"/>
          </a:p>
        </p:txBody>
      </p:sp>
      <p:sp>
        <p:nvSpPr>
          <p:cNvPr id="4" name="Footer Placeholder 3">
            <a:extLst>
              <a:ext uri="{FF2B5EF4-FFF2-40B4-BE49-F238E27FC236}">
                <a16:creationId xmlns="" xmlns:a16="http://schemas.microsoft.com/office/drawing/2014/main" id="{E44D4194-CAE1-49A8-BE95-7FAD6C8E829C}"/>
              </a:ext>
            </a:extLst>
          </p:cNvPr>
          <p:cNvSpPr>
            <a:spLocks noGrp="1"/>
          </p:cNvSpPr>
          <p:nvPr>
            <p:ph type="ftr" sz="quarter" idx="2"/>
          </p:nvPr>
        </p:nvSpPr>
        <p:spPr>
          <a:xfrm>
            <a:off x="1" y="8829710"/>
            <a:ext cx="3038446" cy="466690"/>
          </a:xfrm>
          <a:prstGeom prst="rect">
            <a:avLst/>
          </a:prstGeom>
        </p:spPr>
        <p:txBody>
          <a:bodyPr vert="horz" lIns="91440" tIns="45720" rIns="91440" bIns="45720" rtlCol="0" anchor="b"/>
          <a:lstStyle>
            <a:lvl1pPr algn="l">
              <a:defRPr sz="1200"/>
            </a:lvl1pPr>
          </a:lstStyle>
          <a:p>
            <a:endParaRPr lang="en-MY"/>
          </a:p>
        </p:txBody>
      </p:sp>
      <p:sp>
        <p:nvSpPr>
          <p:cNvPr id="5" name="Slide Number Placeholder 4">
            <a:extLst>
              <a:ext uri="{FF2B5EF4-FFF2-40B4-BE49-F238E27FC236}">
                <a16:creationId xmlns="" xmlns:a16="http://schemas.microsoft.com/office/drawing/2014/main" id="{DA43486B-95DF-4A1D-8F7C-9D61F89C6FCC}"/>
              </a:ext>
            </a:extLst>
          </p:cNvPr>
          <p:cNvSpPr>
            <a:spLocks noGrp="1"/>
          </p:cNvSpPr>
          <p:nvPr>
            <p:ph type="sldNum" sz="quarter" idx="3"/>
          </p:nvPr>
        </p:nvSpPr>
        <p:spPr>
          <a:xfrm>
            <a:off x="3970302" y="8829710"/>
            <a:ext cx="3038445" cy="466690"/>
          </a:xfrm>
          <a:prstGeom prst="rect">
            <a:avLst/>
          </a:prstGeom>
        </p:spPr>
        <p:txBody>
          <a:bodyPr vert="horz" lIns="91440" tIns="45720" rIns="91440" bIns="45720" rtlCol="0" anchor="b"/>
          <a:lstStyle>
            <a:lvl1pPr algn="r">
              <a:defRPr sz="1200"/>
            </a:lvl1pPr>
          </a:lstStyle>
          <a:p>
            <a:fld id="{D5A72569-0C41-40EC-A6A0-9458DF1FD341}" type="slidenum">
              <a:rPr lang="en-MY" smtClean="0"/>
              <a:t>‹#›</a:t>
            </a:fld>
            <a:endParaRPr lang="en-MY"/>
          </a:p>
        </p:txBody>
      </p:sp>
    </p:spTree>
    <p:extLst>
      <p:ext uri="{BB962C8B-B14F-4D97-AF65-F5344CB8AC3E}">
        <p14:creationId xmlns:p14="http://schemas.microsoft.com/office/powerpoint/2010/main" val="3793141159"/>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37840" cy="466434"/>
          </a:xfrm>
          <a:prstGeom prst="rect">
            <a:avLst/>
          </a:prstGeom>
        </p:spPr>
        <p:txBody>
          <a:bodyPr vert="horz" lIns="91440" tIns="45720" rIns="91440" bIns="45720" rtlCol="0"/>
          <a:lstStyle>
            <a:lvl1pPr algn="l">
              <a:defRPr sz="1200"/>
            </a:lvl1pPr>
          </a:lstStyle>
          <a:p>
            <a:endParaRPr lang="en-MY"/>
          </a:p>
        </p:txBody>
      </p:sp>
      <p:sp>
        <p:nvSpPr>
          <p:cNvPr id="3" name="Date Placeholder 2"/>
          <p:cNvSpPr>
            <a:spLocks noGrp="1"/>
          </p:cNvSpPr>
          <p:nvPr>
            <p:ph type="dt" idx="1"/>
          </p:nvPr>
        </p:nvSpPr>
        <p:spPr>
          <a:xfrm>
            <a:off x="3970938" y="1"/>
            <a:ext cx="3037840" cy="466434"/>
          </a:xfrm>
          <a:prstGeom prst="rect">
            <a:avLst/>
          </a:prstGeom>
        </p:spPr>
        <p:txBody>
          <a:bodyPr vert="horz" lIns="91440" tIns="45720" rIns="91440" bIns="45720" rtlCol="0"/>
          <a:lstStyle>
            <a:lvl1pPr algn="r">
              <a:defRPr sz="1200"/>
            </a:lvl1pPr>
          </a:lstStyle>
          <a:p>
            <a:endParaRPr lang="en-MY"/>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1440" tIns="45720" rIns="91440" bIns="45720" rtlCol="0" anchor="ctr"/>
          <a:lstStyle/>
          <a:p>
            <a:endParaRPr lang="en-MY"/>
          </a:p>
        </p:txBody>
      </p:sp>
      <p:sp>
        <p:nvSpPr>
          <p:cNvPr id="5" name="Notes Placeholder 4"/>
          <p:cNvSpPr>
            <a:spLocks noGrp="1"/>
          </p:cNvSpPr>
          <p:nvPr>
            <p:ph type="body" sz="quarter" idx="3"/>
          </p:nvPr>
        </p:nvSpPr>
        <p:spPr>
          <a:xfrm>
            <a:off x="701041" y="4473893"/>
            <a:ext cx="5608320" cy="366045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6" name="Footer Placeholder 5"/>
          <p:cNvSpPr>
            <a:spLocks noGrp="1"/>
          </p:cNvSpPr>
          <p:nvPr>
            <p:ph type="ftr" sz="quarter" idx="4"/>
          </p:nvPr>
        </p:nvSpPr>
        <p:spPr>
          <a:xfrm>
            <a:off x="1" y="8829968"/>
            <a:ext cx="3037840" cy="466433"/>
          </a:xfrm>
          <a:prstGeom prst="rect">
            <a:avLst/>
          </a:prstGeom>
        </p:spPr>
        <p:txBody>
          <a:bodyPr vert="horz" lIns="91440" tIns="45720" rIns="91440" bIns="45720" rtlCol="0" anchor="b"/>
          <a:lstStyle>
            <a:lvl1pPr algn="l">
              <a:defRPr sz="1200"/>
            </a:lvl1pPr>
          </a:lstStyle>
          <a:p>
            <a:endParaRPr lang="en-MY"/>
          </a:p>
        </p:txBody>
      </p:sp>
      <p:sp>
        <p:nvSpPr>
          <p:cNvPr id="7" name="Slide Number Placeholder 6"/>
          <p:cNvSpPr>
            <a:spLocks noGrp="1"/>
          </p:cNvSpPr>
          <p:nvPr>
            <p:ph type="sldNum" sz="quarter" idx="5"/>
          </p:nvPr>
        </p:nvSpPr>
        <p:spPr>
          <a:xfrm>
            <a:off x="3970938" y="8829968"/>
            <a:ext cx="3037840" cy="466433"/>
          </a:xfrm>
          <a:prstGeom prst="rect">
            <a:avLst/>
          </a:prstGeom>
        </p:spPr>
        <p:txBody>
          <a:bodyPr vert="horz" lIns="91440" tIns="45720" rIns="91440" bIns="45720" rtlCol="0" anchor="b"/>
          <a:lstStyle>
            <a:lvl1pPr algn="r">
              <a:defRPr sz="1200"/>
            </a:lvl1pPr>
          </a:lstStyle>
          <a:p>
            <a:fld id="{BB5F4210-6E4A-435D-B449-C0F7799CA9FC}" type="slidenum">
              <a:rPr lang="en-MY" smtClean="0"/>
              <a:t>‹#›</a:t>
            </a:fld>
            <a:endParaRPr lang="en-MY"/>
          </a:p>
        </p:txBody>
      </p:sp>
    </p:spTree>
    <p:extLst>
      <p:ext uri="{BB962C8B-B14F-4D97-AF65-F5344CB8AC3E}">
        <p14:creationId xmlns:p14="http://schemas.microsoft.com/office/powerpoint/2010/main" val="2380017111"/>
      </p:ext>
    </p:extLst>
  </p:cSld>
  <p:clrMap bg1="lt1" tx1="dk1" bg2="lt2" tx2="dk2" accent1="accent1" accent2="accent2" accent3="accent3" accent4="accent4" accent5="accent5" accent6="accent6" hlink="hlink" folHlink="folHlink"/>
  <p:hf hdr="0"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
        <p:cNvGrpSpPr/>
        <p:nvPr/>
      </p:nvGrpSpPr>
      <p:grpSpPr>
        <a:xfrm>
          <a:off x="0" y="0"/>
          <a:ext cx="0" cy="0"/>
          <a:chOff x="0" y="0"/>
          <a:chExt cx="0" cy="0"/>
        </a:xfrm>
      </p:grpSpPr>
      <p:sp>
        <p:nvSpPr>
          <p:cNvPr id="14" name="Google Shape;14;p1:notes"/>
          <p:cNvSpPr txBox="1">
            <a:spLocks noGrp="1"/>
          </p:cNvSpPr>
          <p:nvPr>
            <p:ph type="body" idx="1"/>
          </p:nvPr>
        </p:nvSpPr>
        <p:spPr>
          <a:xfrm>
            <a:off x="934721" y="4415791"/>
            <a:ext cx="5140960" cy="418338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 name="Google Shape;15;p1: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Date Placeholder 1">
            <a:extLst>
              <a:ext uri="{FF2B5EF4-FFF2-40B4-BE49-F238E27FC236}">
                <a16:creationId xmlns="" xmlns:a16="http://schemas.microsoft.com/office/drawing/2014/main" id="{A98C1781-E87E-4EDC-9DD4-4518D8010B07}"/>
              </a:ext>
            </a:extLst>
          </p:cNvPr>
          <p:cNvSpPr>
            <a:spLocks noGrp="1"/>
          </p:cNvSpPr>
          <p:nvPr>
            <p:ph type="dt" idx="1"/>
          </p:nvPr>
        </p:nvSpPr>
        <p:spPr/>
        <p:txBody>
          <a:bodyPr/>
          <a:lstStyle/>
          <a:p>
            <a:endParaRPr lang="en-MY"/>
          </a:p>
        </p:txBody>
      </p:sp>
    </p:spTree>
    <p:extLst>
      <p:ext uri="{BB962C8B-B14F-4D97-AF65-F5344CB8AC3E}">
        <p14:creationId xmlns:p14="http://schemas.microsoft.com/office/powerpoint/2010/main" val="28620443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
        <p:cNvGrpSpPr/>
        <p:nvPr/>
      </p:nvGrpSpPr>
      <p:grpSpPr>
        <a:xfrm>
          <a:off x="0" y="0"/>
          <a:ext cx="0" cy="0"/>
          <a:chOff x="0" y="0"/>
          <a:chExt cx="0" cy="0"/>
        </a:xfrm>
      </p:grpSpPr>
      <p:sp>
        <p:nvSpPr>
          <p:cNvPr id="18" name="Google Shape;18;p1: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 name="Google Shape;19;p1:notes"/>
          <p:cNvSpPr txBox="1">
            <a:spLocks noGrp="1"/>
          </p:cNvSpPr>
          <p:nvPr>
            <p:ph type="body" idx="1"/>
          </p:nvPr>
        </p:nvSpPr>
        <p:spPr>
          <a:xfrm>
            <a:off x="701041" y="4473893"/>
            <a:ext cx="5608320" cy="366045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 name="Google Shape;20;p1:notes"/>
          <p:cNvSpPr txBox="1">
            <a:spLocks noGrp="1"/>
          </p:cNvSpPr>
          <p:nvPr>
            <p:ph type="sldNum" idx="12"/>
          </p:nvPr>
        </p:nvSpPr>
        <p:spPr>
          <a:xfrm>
            <a:off x="3970938" y="8829968"/>
            <a:ext cx="3037840" cy="46643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
        <p:nvSpPr>
          <p:cNvPr id="2" name="Date Placeholder 1">
            <a:extLst>
              <a:ext uri="{FF2B5EF4-FFF2-40B4-BE49-F238E27FC236}">
                <a16:creationId xmlns="" xmlns:a16="http://schemas.microsoft.com/office/drawing/2014/main" id="{C19DA43A-D63D-4553-BA37-93C4F56E4A36}"/>
              </a:ext>
            </a:extLst>
          </p:cNvPr>
          <p:cNvSpPr>
            <a:spLocks noGrp="1"/>
          </p:cNvSpPr>
          <p:nvPr>
            <p:ph type="dt" idx="1"/>
          </p:nvPr>
        </p:nvSpPr>
        <p:spPr/>
        <p:txBody>
          <a:bodyPr/>
          <a:lstStyle/>
          <a:p>
            <a:endParaRPr lang="en-MY"/>
          </a:p>
        </p:txBody>
      </p:sp>
    </p:spTree>
    <p:extLst>
      <p:ext uri="{BB962C8B-B14F-4D97-AF65-F5344CB8AC3E}">
        <p14:creationId xmlns:p14="http://schemas.microsoft.com/office/powerpoint/2010/main" val="34382408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
        <p:cNvGrpSpPr/>
        <p:nvPr/>
      </p:nvGrpSpPr>
      <p:grpSpPr>
        <a:xfrm>
          <a:off x="0" y="0"/>
          <a:ext cx="0" cy="0"/>
          <a:chOff x="0" y="0"/>
          <a:chExt cx="0" cy="0"/>
        </a:xfrm>
      </p:grpSpPr>
      <p:sp>
        <p:nvSpPr>
          <p:cNvPr id="14" name="Google Shape;14;p1:notes"/>
          <p:cNvSpPr txBox="1">
            <a:spLocks noGrp="1"/>
          </p:cNvSpPr>
          <p:nvPr>
            <p:ph type="body" idx="1"/>
          </p:nvPr>
        </p:nvSpPr>
        <p:spPr>
          <a:xfrm>
            <a:off x="934721" y="4415791"/>
            <a:ext cx="5140960" cy="418338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 name="Google Shape;15;p1: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Date Placeholder 1">
            <a:extLst>
              <a:ext uri="{FF2B5EF4-FFF2-40B4-BE49-F238E27FC236}">
                <a16:creationId xmlns="" xmlns:a16="http://schemas.microsoft.com/office/drawing/2014/main" id="{D258D0C3-C150-4056-816D-A43AA5C58A9E}"/>
              </a:ext>
            </a:extLst>
          </p:cNvPr>
          <p:cNvSpPr>
            <a:spLocks noGrp="1"/>
          </p:cNvSpPr>
          <p:nvPr>
            <p:ph type="dt" idx="1"/>
          </p:nvPr>
        </p:nvSpPr>
        <p:spPr/>
        <p:txBody>
          <a:bodyPr/>
          <a:lstStyle/>
          <a:p>
            <a:endParaRPr lang="en-MY"/>
          </a:p>
        </p:txBody>
      </p:sp>
    </p:spTree>
    <p:extLst>
      <p:ext uri="{BB962C8B-B14F-4D97-AF65-F5344CB8AC3E}">
        <p14:creationId xmlns:p14="http://schemas.microsoft.com/office/powerpoint/2010/main" val="31009980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
        <p:cNvGrpSpPr/>
        <p:nvPr/>
      </p:nvGrpSpPr>
      <p:grpSpPr>
        <a:xfrm>
          <a:off x="0" y="0"/>
          <a:ext cx="0" cy="0"/>
          <a:chOff x="0" y="0"/>
          <a:chExt cx="0" cy="0"/>
        </a:xfrm>
      </p:grpSpPr>
      <p:sp>
        <p:nvSpPr>
          <p:cNvPr id="14" name="Google Shape;14;p1:notes"/>
          <p:cNvSpPr txBox="1">
            <a:spLocks noGrp="1"/>
          </p:cNvSpPr>
          <p:nvPr>
            <p:ph type="body" idx="1"/>
          </p:nvPr>
        </p:nvSpPr>
        <p:spPr>
          <a:xfrm>
            <a:off x="934721" y="4415791"/>
            <a:ext cx="5140960" cy="418338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 name="Google Shape;15;p1: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Date Placeholder 1">
            <a:extLst>
              <a:ext uri="{FF2B5EF4-FFF2-40B4-BE49-F238E27FC236}">
                <a16:creationId xmlns="" xmlns:a16="http://schemas.microsoft.com/office/drawing/2014/main" id="{74E22C37-C311-490B-897E-E976A9E07F31}"/>
              </a:ext>
            </a:extLst>
          </p:cNvPr>
          <p:cNvSpPr>
            <a:spLocks noGrp="1"/>
          </p:cNvSpPr>
          <p:nvPr>
            <p:ph type="dt" idx="1"/>
          </p:nvPr>
        </p:nvSpPr>
        <p:spPr/>
        <p:txBody>
          <a:bodyPr/>
          <a:lstStyle/>
          <a:p>
            <a:endParaRPr lang="en-MY"/>
          </a:p>
        </p:txBody>
      </p:sp>
    </p:spTree>
    <p:extLst>
      <p:ext uri="{BB962C8B-B14F-4D97-AF65-F5344CB8AC3E}">
        <p14:creationId xmlns:p14="http://schemas.microsoft.com/office/powerpoint/2010/main" val="33687837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
        <p:cNvGrpSpPr/>
        <p:nvPr/>
      </p:nvGrpSpPr>
      <p:grpSpPr>
        <a:xfrm>
          <a:off x="0" y="0"/>
          <a:ext cx="0" cy="0"/>
          <a:chOff x="0" y="0"/>
          <a:chExt cx="0" cy="0"/>
        </a:xfrm>
      </p:grpSpPr>
      <p:sp>
        <p:nvSpPr>
          <p:cNvPr id="19" name="Google Shape;19;p1: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 name="Google Shape;20;p1:notes"/>
          <p:cNvSpPr txBox="1">
            <a:spLocks noGrp="1"/>
          </p:cNvSpPr>
          <p:nvPr>
            <p:ph type="body" idx="1"/>
          </p:nvPr>
        </p:nvSpPr>
        <p:spPr>
          <a:xfrm>
            <a:off x="701041" y="4473893"/>
            <a:ext cx="5608320" cy="366045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 name="Google Shape;21;p1:notes"/>
          <p:cNvSpPr txBox="1">
            <a:spLocks noGrp="1"/>
          </p:cNvSpPr>
          <p:nvPr>
            <p:ph type="sldNum" idx="12"/>
          </p:nvPr>
        </p:nvSpPr>
        <p:spPr>
          <a:xfrm>
            <a:off x="3970938" y="8829968"/>
            <a:ext cx="3037840" cy="46643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
        <p:nvSpPr>
          <p:cNvPr id="2" name="Date Placeholder 1">
            <a:extLst>
              <a:ext uri="{FF2B5EF4-FFF2-40B4-BE49-F238E27FC236}">
                <a16:creationId xmlns="" xmlns:a16="http://schemas.microsoft.com/office/drawing/2014/main" id="{2D958A5D-85A7-49D6-A017-98ACB46B798D}"/>
              </a:ext>
            </a:extLst>
          </p:cNvPr>
          <p:cNvSpPr>
            <a:spLocks noGrp="1"/>
          </p:cNvSpPr>
          <p:nvPr>
            <p:ph type="dt" idx="1"/>
          </p:nvPr>
        </p:nvSpPr>
        <p:spPr/>
        <p:txBody>
          <a:bodyPr/>
          <a:lstStyle/>
          <a:p>
            <a:endParaRPr lang="en-MY"/>
          </a:p>
        </p:txBody>
      </p:sp>
    </p:spTree>
    <p:extLst>
      <p:ext uri="{BB962C8B-B14F-4D97-AF65-F5344CB8AC3E}">
        <p14:creationId xmlns:p14="http://schemas.microsoft.com/office/powerpoint/2010/main" val="26502105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
        <p:cNvGrpSpPr/>
        <p:nvPr/>
      </p:nvGrpSpPr>
      <p:grpSpPr>
        <a:xfrm>
          <a:off x="0" y="0"/>
          <a:ext cx="0" cy="0"/>
          <a:chOff x="0" y="0"/>
          <a:chExt cx="0" cy="0"/>
        </a:xfrm>
      </p:grpSpPr>
      <p:sp>
        <p:nvSpPr>
          <p:cNvPr id="18" name="Google Shape;18;p1: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 name="Google Shape;19;p1:notes"/>
          <p:cNvSpPr txBox="1">
            <a:spLocks noGrp="1"/>
          </p:cNvSpPr>
          <p:nvPr>
            <p:ph type="body" idx="1"/>
          </p:nvPr>
        </p:nvSpPr>
        <p:spPr>
          <a:xfrm>
            <a:off x="701041" y="4473893"/>
            <a:ext cx="5608320" cy="366045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 name="Google Shape;20;p1:notes"/>
          <p:cNvSpPr txBox="1">
            <a:spLocks noGrp="1"/>
          </p:cNvSpPr>
          <p:nvPr>
            <p:ph type="sldNum" idx="12"/>
          </p:nvPr>
        </p:nvSpPr>
        <p:spPr>
          <a:xfrm>
            <a:off x="3970938" y="8829968"/>
            <a:ext cx="3037840" cy="46643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
        <p:nvSpPr>
          <p:cNvPr id="2" name="Date Placeholder 1">
            <a:extLst>
              <a:ext uri="{FF2B5EF4-FFF2-40B4-BE49-F238E27FC236}">
                <a16:creationId xmlns="" xmlns:a16="http://schemas.microsoft.com/office/drawing/2014/main" id="{31B733F2-EC44-4324-8F2A-F8B538F1AF4E}"/>
              </a:ext>
            </a:extLst>
          </p:cNvPr>
          <p:cNvSpPr>
            <a:spLocks noGrp="1"/>
          </p:cNvSpPr>
          <p:nvPr>
            <p:ph type="dt" idx="1"/>
          </p:nvPr>
        </p:nvSpPr>
        <p:spPr/>
        <p:txBody>
          <a:bodyPr/>
          <a:lstStyle/>
          <a:p>
            <a:endParaRPr lang="en-MY"/>
          </a:p>
        </p:txBody>
      </p:sp>
    </p:spTree>
    <p:extLst>
      <p:ext uri="{BB962C8B-B14F-4D97-AF65-F5344CB8AC3E}">
        <p14:creationId xmlns:p14="http://schemas.microsoft.com/office/powerpoint/2010/main" val="38943681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
        <p:cNvGrpSpPr/>
        <p:nvPr/>
      </p:nvGrpSpPr>
      <p:grpSpPr>
        <a:xfrm>
          <a:off x="0" y="0"/>
          <a:ext cx="0" cy="0"/>
          <a:chOff x="0" y="0"/>
          <a:chExt cx="0" cy="0"/>
        </a:xfrm>
      </p:grpSpPr>
      <p:sp>
        <p:nvSpPr>
          <p:cNvPr id="18" name="Google Shape;18;p1: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 name="Google Shape;19;p1:notes"/>
          <p:cNvSpPr txBox="1">
            <a:spLocks noGrp="1"/>
          </p:cNvSpPr>
          <p:nvPr>
            <p:ph type="body" idx="1"/>
          </p:nvPr>
        </p:nvSpPr>
        <p:spPr>
          <a:xfrm>
            <a:off x="701041" y="4473893"/>
            <a:ext cx="5608320" cy="366045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 name="Google Shape;20;p1:notes"/>
          <p:cNvSpPr txBox="1">
            <a:spLocks noGrp="1"/>
          </p:cNvSpPr>
          <p:nvPr>
            <p:ph type="sldNum" idx="12"/>
          </p:nvPr>
        </p:nvSpPr>
        <p:spPr>
          <a:xfrm>
            <a:off x="3970938" y="8829968"/>
            <a:ext cx="3037840" cy="46643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
        <p:nvSpPr>
          <p:cNvPr id="2" name="Date Placeholder 1">
            <a:extLst>
              <a:ext uri="{FF2B5EF4-FFF2-40B4-BE49-F238E27FC236}">
                <a16:creationId xmlns="" xmlns:a16="http://schemas.microsoft.com/office/drawing/2014/main" id="{578CC0B8-C4FC-48B0-9E68-F8672F1F5C96}"/>
              </a:ext>
            </a:extLst>
          </p:cNvPr>
          <p:cNvSpPr>
            <a:spLocks noGrp="1"/>
          </p:cNvSpPr>
          <p:nvPr>
            <p:ph type="dt" idx="1"/>
          </p:nvPr>
        </p:nvSpPr>
        <p:spPr/>
        <p:txBody>
          <a:bodyPr/>
          <a:lstStyle/>
          <a:p>
            <a:endParaRPr lang="en-MY"/>
          </a:p>
        </p:txBody>
      </p:sp>
    </p:spTree>
    <p:extLst>
      <p:ext uri="{BB962C8B-B14F-4D97-AF65-F5344CB8AC3E}">
        <p14:creationId xmlns:p14="http://schemas.microsoft.com/office/powerpoint/2010/main" val="28552640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
        <p:cNvGrpSpPr/>
        <p:nvPr/>
      </p:nvGrpSpPr>
      <p:grpSpPr>
        <a:xfrm>
          <a:off x="0" y="0"/>
          <a:ext cx="0" cy="0"/>
          <a:chOff x="0" y="0"/>
          <a:chExt cx="0" cy="0"/>
        </a:xfrm>
      </p:grpSpPr>
      <p:sp>
        <p:nvSpPr>
          <p:cNvPr id="18" name="Google Shape;18;p1: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 name="Google Shape;19;p1:notes"/>
          <p:cNvSpPr txBox="1">
            <a:spLocks noGrp="1"/>
          </p:cNvSpPr>
          <p:nvPr>
            <p:ph type="body" idx="1"/>
          </p:nvPr>
        </p:nvSpPr>
        <p:spPr>
          <a:xfrm>
            <a:off x="701041" y="4473893"/>
            <a:ext cx="5608320" cy="366045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 name="Google Shape;20;p1:notes"/>
          <p:cNvSpPr txBox="1">
            <a:spLocks noGrp="1"/>
          </p:cNvSpPr>
          <p:nvPr>
            <p:ph type="sldNum" idx="12"/>
          </p:nvPr>
        </p:nvSpPr>
        <p:spPr>
          <a:xfrm>
            <a:off x="3970938" y="8829968"/>
            <a:ext cx="3037840" cy="46643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
        <p:nvSpPr>
          <p:cNvPr id="2" name="Date Placeholder 1">
            <a:extLst>
              <a:ext uri="{FF2B5EF4-FFF2-40B4-BE49-F238E27FC236}">
                <a16:creationId xmlns="" xmlns:a16="http://schemas.microsoft.com/office/drawing/2014/main" id="{3E7B81C2-1D54-43D8-9369-17ACA608C203}"/>
              </a:ext>
            </a:extLst>
          </p:cNvPr>
          <p:cNvSpPr>
            <a:spLocks noGrp="1"/>
          </p:cNvSpPr>
          <p:nvPr>
            <p:ph type="dt" idx="1"/>
          </p:nvPr>
        </p:nvSpPr>
        <p:spPr/>
        <p:txBody>
          <a:bodyPr/>
          <a:lstStyle/>
          <a:p>
            <a:endParaRPr lang="en-MY"/>
          </a:p>
        </p:txBody>
      </p:sp>
    </p:spTree>
    <p:extLst>
      <p:ext uri="{BB962C8B-B14F-4D97-AF65-F5344CB8AC3E}">
        <p14:creationId xmlns:p14="http://schemas.microsoft.com/office/powerpoint/2010/main" val="7458559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
        <p:cNvGrpSpPr/>
        <p:nvPr/>
      </p:nvGrpSpPr>
      <p:grpSpPr>
        <a:xfrm>
          <a:off x="0" y="0"/>
          <a:ext cx="0" cy="0"/>
          <a:chOff x="0" y="0"/>
          <a:chExt cx="0" cy="0"/>
        </a:xfrm>
      </p:grpSpPr>
      <p:sp>
        <p:nvSpPr>
          <p:cNvPr id="14" name="Google Shape;14;p1:notes"/>
          <p:cNvSpPr txBox="1">
            <a:spLocks noGrp="1"/>
          </p:cNvSpPr>
          <p:nvPr>
            <p:ph type="body" idx="1"/>
          </p:nvPr>
        </p:nvSpPr>
        <p:spPr>
          <a:xfrm>
            <a:off x="934721" y="4415791"/>
            <a:ext cx="5140960" cy="418338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 name="Google Shape;15;p1: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Date Placeholder 1">
            <a:extLst>
              <a:ext uri="{FF2B5EF4-FFF2-40B4-BE49-F238E27FC236}">
                <a16:creationId xmlns="" xmlns:a16="http://schemas.microsoft.com/office/drawing/2014/main" id="{A5072C3C-E843-4FB7-A7A3-78FFCFD9F970}"/>
              </a:ext>
            </a:extLst>
          </p:cNvPr>
          <p:cNvSpPr>
            <a:spLocks noGrp="1"/>
          </p:cNvSpPr>
          <p:nvPr>
            <p:ph type="dt" idx="1"/>
          </p:nvPr>
        </p:nvSpPr>
        <p:spPr/>
        <p:txBody>
          <a:bodyPr/>
          <a:lstStyle/>
          <a:p>
            <a:endParaRPr lang="en-MY"/>
          </a:p>
        </p:txBody>
      </p:sp>
    </p:spTree>
    <p:extLst>
      <p:ext uri="{BB962C8B-B14F-4D97-AF65-F5344CB8AC3E}">
        <p14:creationId xmlns:p14="http://schemas.microsoft.com/office/powerpoint/2010/main" val="29114570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
        <p:cNvGrpSpPr/>
        <p:nvPr/>
      </p:nvGrpSpPr>
      <p:grpSpPr>
        <a:xfrm>
          <a:off x="0" y="0"/>
          <a:ext cx="0" cy="0"/>
          <a:chOff x="0" y="0"/>
          <a:chExt cx="0" cy="0"/>
        </a:xfrm>
      </p:grpSpPr>
      <p:sp>
        <p:nvSpPr>
          <p:cNvPr id="14" name="Google Shape;14;p1:notes"/>
          <p:cNvSpPr txBox="1">
            <a:spLocks noGrp="1"/>
          </p:cNvSpPr>
          <p:nvPr>
            <p:ph type="body" idx="1"/>
          </p:nvPr>
        </p:nvSpPr>
        <p:spPr>
          <a:xfrm>
            <a:off x="934721" y="4415791"/>
            <a:ext cx="5140960" cy="418338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 name="Google Shape;15;p1: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Date Placeholder 1">
            <a:extLst>
              <a:ext uri="{FF2B5EF4-FFF2-40B4-BE49-F238E27FC236}">
                <a16:creationId xmlns="" xmlns:a16="http://schemas.microsoft.com/office/drawing/2014/main" id="{36C4550F-E788-4316-A413-86F10B717133}"/>
              </a:ext>
            </a:extLst>
          </p:cNvPr>
          <p:cNvSpPr>
            <a:spLocks noGrp="1"/>
          </p:cNvSpPr>
          <p:nvPr>
            <p:ph type="dt" idx="1"/>
          </p:nvPr>
        </p:nvSpPr>
        <p:spPr/>
        <p:txBody>
          <a:bodyPr/>
          <a:lstStyle/>
          <a:p>
            <a:endParaRPr lang="en-MY"/>
          </a:p>
        </p:txBody>
      </p:sp>
    </p:spTree>
    <p:extLst>
      <p:ext uri="{BB962C8B-B14F-4D97-AF65-F5344CB8AC3E}">
        <p14:creationId xmlns:p14="http://schemas.microsoft.com/office/powerpoint/2010/main" val="14430100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
        <p:cNvGrpSpPr/>
        <p:nvPr/>
      </p:nvGrpSpPr>
      <p:grpSpPr>
        <a:xfrm>
          <a:off x="0" y="0"/>
          <a:ext cx="0" cy="0"/>
          <a:chOff x="0" y="0"/>
          <a:chExt cx="0" cy="0"/>
        </a:xfrm>
      </p:grpSpPr>
      <p:sp>
        <p:nvSpPr>
          <p:cNvPr id="14" name="Google Shape;14;p1:notes"/>
          <p:cNvSpPr txBox="1">
            <a:spLocks noGrp="1"/>
          </p:cNvSpPr>
          <p:nvPr>
            <p:ph type="body" idx="1"/>
          </p:nvPr>
        </p:nvSpPr>
        <p:spPr>
          <a:xfrm>
            <a:off x="934721" y="4415791"/>
            <a:ext cx="5140960" cy="418338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 name="Google Shape;15;p1: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Date Placeholder 1">
            <a:extLst>
              <a:ext uri="{FF2B5EF4-FFF2-40B4-BE49-F238E27FC236}">
                <a16:creationId xmlns="" xmlns:a16="http://schemas.microsoft.com/office/drawing/2014/main" id="{AC90144C-B1A7-46A8-9FAC-EDA79107C99D}"/>
              </a:ext>
            </a:extLst>
          </p:cNvPr>
          <p:cNvSpPr>
            <a:spLocks noGrp="1"/>
          </p:cNvSpPr>
          <p:nvPr>
            <p:ph type="dt" idx="1"/>
          </p:nvPr>
        </p:nvSpPr>
        <p:spPr/>
        <p:txBody>
          <a:bodyPr/>
          <a:lstStyle/>
          <a:p>
            <a:endParaRPr lang="en-MY"/>
          </a:p>
        </p:txBody>
      </p:sp>
    </p:spTree>
    <p:extLst>
      <p:ext uri="{BB962C8B-B14F-4D97-AF65-F5344CB8AC3E}">
        <p14:creationId xmlns:p14="http://schemas.microsoft.com/office/powerpoint/2010/main" val="12872278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
        <p:cNvGrpSpPr/>
        <p:nvPr/>
      </p:nvGrpSpPr>
      <p:grpSpPr>
        <a:xfrm>
          <a:off x="0" y="0"/>
          <a:ext cx="0" cy="0"/>
          <a:chOff x="0" y="0"/>
          <a:chExt cx="0" cy="0"/>
        </a:xfrm>
      </p:grpSpPr>
      <p:sp>
        <p:nvSpPr>
          <p:cNvPr id="14" name="Google Shape;14;p1:notes"/>
          <p:cNvSpPr txBox="1">
            <a:spLocks noGrp="1"/>
          </p:cNvSpPr>
          <p:nvPr>
            <p:ph type="body" idx="1"/>
          </p:nvPr>
        </p:nvSpPr>
        <p:spPr>
          <a:xfrm>
            <a:off x="934721" y="4415791"/>
            <a:ext cx="5140960" cy="418338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 name="Google Shape;15;p1: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Date Placeholder 1">
            <a:extLst>
              <a:ext uri="{FF2B5EF4-FFF2-40B4-BE49-F238E27FC236}">
                <a16:creationId xmlns="" xmlns:a16="http://schemas.microsoft.com/office/drawing/2014/main" id="{96DEEB7D-0CF3-44A1-BCCA-AE075116A0AE}"/>
              </a:ext>
            </a:extLst>
          </p:cNvPr>
          <p:cNvSpPr>
            <a:spLocks noGrp="1"/>
          </p:cNvSpPr>
          <p:nvPr>
            <p:ph type="dt" idx="1"/>
          </p:nvPr>
        </p:nvSpPr>
        <p:spPr/>
        <p:txBody>
          <a:bodyPr/>
          <a:lstStyle/>
          <a:p>
            <a:endParaRPr lang="en-MY"/>
          </a:p>
        </p:txBody>
      </p:sp>
    </p:spTree>
    <p:extLst>
      <p:ext uri="{BB962C8B-B14F-4D97-AF65-F5344CB8AC3E}">
        <p14:creationId xmlns:p14="http://schemas.microsoft.com/office/powerpoint/2010/main" val="3482753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
        <p:cNvGrpSpPr/>
        <p:nvPr/>
      </p:nvGrpSpPr>
      <p:grpSpPr>
        <a:xfrm>
          <a:off x="0" y="0"/>
          <a:ext cx="0" cy="0"/>
          <a:chOff x="0" y="0"/>
          <a:chExt cx="0" cy="0"/>
        </a:xfrm>
      </p:grpSpPr>
      <p:sp>
        <p:nvSpPr>
          <p:cNvPr id="14" name="Google Shape;14;p1:notes"/>
          <p:cNvSpPr txBox="1">
            <a:spLocks noGrp="1"/>
          </p:cNvSpPr>
          <p:nvPr>
            <p:ph type="body" idx="1"/>
          </p:nvPr>
        </p:nvSpPr>
        <p:spPr>
          <a:xfrm>
            <a:off x="934721" y="4415791"/>
            <a:ext cx="5140960" cy="418338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 name="Google Shape;15;p1: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Date Placeholder 1">
            <a:extLst>
              <a:ext uri="{FF2B5EF4-FFF2-40B4-BE49-F238E27FC236}">
                <a16:creationId xmlns="" xmlns:a16="http://schemas.microsoft.com/office/drawing/2014/main" id="{AC0BF997-71D6-43A4-B212-E5992EE626A5}"/>
              </a:ext>
            </a:extLst>
          </p:cNvPr>
          <p:cNvSpPr>
            <a:spLocks noGrp="1"/>
          </p:cNvSpPr>
          <p:nvPr>
            <p:ph type="dt" idx="1"/>
          </p:nvPr>
        </p:nvSpPr>
        <p:spPr/>
        <p:txBody>
          <a:bodyPr/>
          <a:lstStyle/>
          <a:p>
            <a:endParaRPr lang="en-MY"/>
          </a:p>
        </p:txBody>
      </p:sp>
    </p:spTree>
    <p:extLst>
      <p:ext uri="{BB962C8B-B14F-4D97-AF65-F5344CB8AC3E}">
        <p14:creationId xmlns:p14="http://schemas.microsoft.com/office/powerpoint/2010/main" val="16483542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
        <p:cNvGrpSpPr/>
        <p:nvPr/>
      </p:nvGrpSpPr>
      <p:grpSpPr>
        <a:xfrm>
          <a:off x="0" y="0"/>
          <a:ext cx="0" cy="0"/>
          <a:chOff x="0" y="0"/>
          <a:chExt cx="0" cy="0"/>
        </a:xfrm>
      </p:grpSpPr>
      <p:sp>
        <p:nvSpPr>
          <p:cNvPr id="14" name="Google Shape;14;p1:notes"/>
          <p:cNvSpPr txBox="1">
            <a:spLocks noGrp="1"/>
          </p:cNvSpPr>
          <p:nvPr>
            <p:ph type="body" idx="1"/>
          </p:nvPr>
        </p:nvSpPr>
        <p:spPr>
          <a:xfrm>
            <a:off x="934721" y="4415791"/>
            <a:ext cx="5140960" cy="418338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 name="Google Shape;15;p1: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Date Placeholder 1">
            <a:extLst>
              <a:ext uri="{FF2B5EF4-FFF2-40B4-BE49-F238E27FC236}">
                <a16:creationId xmlns="" xmlns:a16="http://schemas.microsoft.com/office/drawing/2014/main" id="{630407EC-F432-480B-82ED-826CD424C25C}"/>
              </a:ext>
            </a:extLst>
          </p:cNvPr>
          <p:cNvSpPr>
            <a:spLocks noGrp="1"/>
          </p:cNvSpPr>
          <p:nvPr>
            <p:ph type="dt" idx="1"/>
          </p:nvPr>
        </p:nvSpPr>
        <p:spPr/>
        <p:txBody>
          <a:bodyPr/>
          <a:lstStyle/>
          <a:p>
            <a:endParaRPr lang="en-MY"/>
          </a:p>
        </p:txBody>
      </p:sp>
    </p:spTree>
    <p:extLst>
      <p:ext uri="{BB962C8B-B14F-4D97-AF65-F5344CB8AC3E}">
        <p14:creationId xmlns:p14="http://schemas.microsoft.com/office/powerpoint/2010/main" val="34113698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
        <p:cNvGrpSpPr/>
        <p:nvPr/>
      </p:nvGrpSpPr>
      <p:grpSpPr>
        <a:xfrm>
          <a:off x="0" y="0"/>
          <a:ext cx="0" cy="0"/>
          <a:chOff x="0" y="0"/>
          <a:chExt cx="0" cy="0"/>
        </a:xfrm>
      </p:grpSpPr>
      <p:sp>
        <p:nvSpPr>
          <p:cNvPr id="14" name="Google Shape;14;p1:notes"/>
          <p:cNvSpPr txBox="1">
            <a:spLocks noGrp="1"/>
          </p:cNvSpPr>
          <p:nvPr>
            <p:ph type="body" idx="1"/>
          </p:nvPr>
        </p:nvSpPr>
        <p:spPr>
          <a:xfrm>
            <a:off x="934721" y="4415791"/>
            <a:ext cx="5140960" cy="418338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 name="Google Shape;15;p1: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Date Placeholder 1">
            <a:extLst>
              <a:ext uri="{FF2B5EF4-FFF2-40B4-BE49-F238E27FC236}">
                <a16:creationId xmlns="" xmlns:a16="http://schemas.microsoft.com/office/drawing/2014/main" id="{2B808B6A-BAB6-473A-97E8-C2F4BB1485EF}"/>
              </a:ext>
            </a:extLst>
          </p:cNvPr>
          <p:cNvSpPr>
            <a:spLocks noGrp="1"/>
          </p:cNvSpPr>
          <p:nvPr>
            <p:ph type="dt" idx="1"/>
          </p:nvPr>
        </p:nvSpPr>
        <p:spPr/>
        <p:txBody>
          <a:bodyPr/>
          <a:lstStyle/>
          <a:p>
            <a:endParaRPr lang="en-MY"/>
          </a:p>
        </p:txBody>
      </p:sp>
    </p:spTree>
    <p:extLst>
      <p:ext uri="{BB962C8B-B14F-4D97-AF65-F5344CB8AC3E}">
        <p14:creationId xmlns:p14="http://schemas.microsoft.com/office/powerpoint/2010/main" val="3644580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
        <p:cNvGrpSpPr/>
        <p:nvPr/>
      </p:nvGrpSpPr>
      <p:grpSpPr>
        <a:xfrm>
          <a:off x="0" y="0"/>
          <a:ext cx="0" cy="0"/>
          <a:chOff x="0" y="0"/>
          <a:chExt cx="0" cy="0"/>
        </a:xfrm>
      </p:grpSpPr>
      <p:sp>
        <p:nvSpPr>
          <p:cNvPr id="14" name="Google Shape;14;p1:notes"/>
          <p:cNvSpPr txBox="1">
            <a:spLocks noGrp="1"/>
          </p:cNvSpPr>
          <p:nvPr>
            <p:ph type="body" idx="1"/>
          </p:nvPr>
        </p:nvSpPr>
        <p:spPr>
          <a:xfrm>
            <a:off x="934721" y="4415791"/>
            <a:ext cx="5140960" cy="418338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 name="Google Shape;15;p1: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Date Placeholder 1">
            <a:extLst>
              <a:ext uri="{FF2B5EF4-FFF2-40B4-BE49-F238E27FC236}">
                <a16:creationId xmlns="" xmlns:a16="http://schemas.microsoft.com/office/drawing/2014/main" id="{1D8DB661-B135-46B5-8E80-28094B2B3701}"/>
              </a:ext>
            </a:extLst>
          </p:cNvPr>
          <p:cNvSpPr>
            <a:spLocks noGrp="1"/>
          </p:cNvSpPr>
          <p:nvPr>
            <p:ph type="dt" idx="1"/>
          </p:nvPr>
        </p:nvSpPr>
        <p:spPr/>
        <p:txBody>
          <a:bodyPr/>
          <a:lstStyle/>
          <a:p>
            <a:endParaRPr lang="en-MY"/>
          </a:p>
        </p:txBody>
      </p:sp>
    </p:spTree>
    <p:extLst>
      <p:ext uri="{BB962C8B-B14F-4D97-AF65-F5344CB8AC3E}">
        <p14:creationId xmlns:p14="http://schemas.microsoft.com/office/powerpoint/2010/main" val="580964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
        <p:cNvGrpSpPr/>
        <p:nvPr/>
      </p:nvGrpSpPr>
      <p:grpSpPr>
        <a:xfrm>
          <a:off x="0" y="0"/>
          <a:ext cx="0" cy="0"/>
          <a:chOff x="0" y="0"/>
          <a:chExt cx="0" cy="0"/>
        </a:xfrm>
      </p:grpSpPr>
      <p:sp>
        <p:nvSpPr>
          <p:cNvPr id="14" name="Google Shape;14;p1:notes"/>
          <p:cNvSpPr txBox="1">
            <a:spLocks noGrp="1"/>
          </p:cNvSpPr>
          <p:nvPr>
            <p:ph type="body" idx="1"/>
          </p:nvPr>
        </p:nvSpPr>
        <p:spPr>
          <a:xfrm>
            <a:off x="934721" y="4415791"/>
            <a:ext cx="5140960" cy="418338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 name="Google Shape;15;p1: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Date Placeholder 1">
            <a:extLst>
              <a:ext uri="{FF2B5EF4-FFF2-40B4-BE49-F238E27FC236}">
                <a16:creationId xmlns="" xmlns:a16="http://schemas.microsoft.com/office/drawing/2014/main" id="{C70B6EDD-11C6-4420-98C3-EA6C5ED84651}"/>
              </a:ext>
            </a:extLst>
          </p:cNvPr>
          <p:cNvSpPr>
            <a:spLocks noGrp="1"/>
          </p:cNvSpPr>
          <p:nvPr>
            <p:ph type="dt" idx="1"/>
          </p:nvPr>
        </p:nvSpPr>
        <p:spPr/>
        <p:txBody>
          <a:bodyPr/>
          <a:lstStyle/>
          <a:p>
            <a:endParaRPr lang="en-MY"/>
          </a:p>
        </p:txBody>
      </p:sp>
    </p:spTree>
    <p:extLst>
      <p:ext uri="{BB962C8B-B14F-4D97-AF65-F5344CB8AC3E}">
        <p14:creationId xmlns:p14="http://schemas.microsoft.com/office/powerpoint/2010/main" val="39110899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
        <p:cNvGrpSpPr/>
        <p:nvPr/>
      </p:nvGrpSpPr>
      <p:grpSpPr>
        <a:xfrm>
          <a:off x="0" y="0"/>
          <a:ext cx="0" cy="0"/>
          <a:chOff x="0" y="0"/>
          <a:chExt cx="0" cy="0"/>
        </a:xfrm>
      </p:grpSpPr>
      <p:sp>
        <p:nvSpPr>
          <p:cNvPr id="19" name="Google Shape;19;p1:notes"/>
          <p:cNvSpPr txBox="1">
            <a:spLocks noGrp="1"/>
          </p:cNvSpPr>
          <p:nvPr>
            <p:ph type="body" idx="1"/>
          </p:nvPr>
        </p:nvSpPr>
        <p:spPr>
          <a:xfrm>
            <a:off x="701041" y="4473893"/>
            <a:ext cx="5608320" cy="366045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 name="Google Shape;20;p1: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Date Placeholder 1">
            <a:extLst>
              <a:ext uri="{FF2B5EF4-FFF2-40B4-BE49-F238E27FC236}">
                <a16:creationId xmlns="" xmlns:a16="http://schemas.microsoft.com/office/drawing/2014/main" id="{4429473C-1E0D-41A8-B9FD-DC01862C6CBB}"/>
              </a:ext>
            </a:extLst>
          </p:cNvPr>
          <p:cNvSpPr>
            <a:spLocks noGrp="1"/>
          </p:cNvSpPr>
          <p:nvPr>
            <p:ph type="dt" idx="1"/>
          </p:nvPr>
        </p:nvSpPr>
        <p:spPr/>
        <p:txBody>
          <a:bodyPr/>
          <a:lstStyle/>
          <a:p>
            <a:endParaRPr lang="en-MY"/>
          </a:p>
        </p:txBody>
      </p:sp>
    </p:spTree>
    <p:extLst>
      <p:ext uri="{BB962C8B-B14F-4D97-AF65-F5344CB8AC3E}">
        <p14:creationId xmlns:p14="http://schemas.microsoft.com/office/powerpoint/2010/main" val="320835097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
        <p:cNvGrpSpPr/>
        <p:nvPr/>
      </p:nvGrpSpPr>
      <p:grpSpPr>
        <a:xfrm>
          <a:off x="0" y="0"/>
          <a:ext cx="0" cy="0"/>
          <a:chOff x="0" y="0"/>
          <a:chExt cx="0" cy="0"/>
        </a:xfrm>
      </p:grpSpPr>
      <p:sp>
        <p:nvSpPr>
          <p:cNvPr id="19" name="Google Shape;19;p1: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 name="Google Shape;20;p1:notes"/>
          <p:cNvSpPr txBox="1">
            <a:spLocks noGrp="1"/>
          </p:cNvSpPr>
          <p:nvPr>
            <p:ph type="body" idx="1"/>
          </p:nvPr>
        </p:nvSpPr>
        <p:spPr>
          <a:xfrm>
            <a:off x="701041" y="4473893"/>
            <a:ext cx="5608320" cy="366045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 name="Google Shape;21;p1:notes"/>
          <p:cNvSpPr txBox="1">
            <a:spLocks noGrp="1"/>
          </p:cNvSpPr>
          <p:nvPr>
            <p:ph type="sldNum" idx="12"/>
          </p:nvPr>
        </p:nvSpPr>
        <p:spPr>
          <a:xfrm>
            <a:off x="3970938" y="8829968"/>
            <a:ext cx="3037840" cy="46643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34</a:t>
            </a:fld>
            <a:endParaRPr/>
          </a:p>
        </p:txBody>
      </p:sp>
      <p:sp>
        <p:nvSpPr>
          <p:cNvPr id="2" name="Date Placeholder 1">
            <a:extLst>
              <a:ext uri="{FF2B5EF4-FFF2-40B4-BE49-F238E27FC236}">
                <a16:creationId xmlns="" xmlns:a16="http://schemas.microsoft.com/office/drawing/2014/main" id="{6C463E5B-2DF0-4922-940A-5D35BCB6E235}"/>
              </a:ext>
            </a:extLst>
          </p:cNvPr>
          <p:cNvSpPr>
            <a:spLocks noGrp="1"/>
          </p:cNvSpPr>
          <p:nvPr>
            <p:ph type="dt" idx="1"/>
          </p:nvPr>
        </p:nvSpPr>
        <p:spPr/>
        <p:txBody>
          <a:bodyPr/>
          <a:lstStyle/>
          <a:p>
            <a:endParaRPr lang="en-MY"/>
          </a:p>
        </p:txBody>
      </p:sp>
    </p:spTree>
    <p:extLst>
      <p:ext uri="{BB962C8B-B14F-4D97-AF65-F5344CB8AC3E}">
        <p14:creationId xmlns:p14="http://schemas.microsoft.com/office/powerpoint/2010/main" val="1147021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
        <p:cNvGrpSpPr/>
        <p:nvPr/>
      </p:nvGrpSpPr>
      <p:grpSpPr>
        <a:xfrm>
          <a:off x="0" y="0"/>
          <a:ext cx="0" cy="0"/>
          <a:chOff x="0" y="0"/>
          <a:chExt cx="0" cy="0"/>
        </a:xfrm>
      </p:grpSpPr>
      <p:sp>
        <p:nvSpPr>
          <p:cNvPr id="18" name="Google Shape;18;p1: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 name="Google Shape;19;p1:notes"/>
          <p:cNvSpPr txBox="1">
            <a:spLocks noGrp="1"/>
          </p:cNvSpPr>
          <p:nvPr>
            <p:ph type="body" idx="1"/>
          </p:nvPr>
        </p:nvSpPr>
        <p:spPr>
          <a:xfrm>
            <a:off x="701041" y="4473893"/>
            <a:ext cx="5608320" cy="366045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 name="Google Shape;20;p1:notes"/>
          <p:cNvSpPr txBox="1">
            <a:spLocks noGrp="1"/>
          </p:cNvSpPr>
          <p:nvPr>
            <p:ph type="sldNum" idx="12"/>
          </p:nvPr>
        </p:nvSpPr>
        <p:spPr>
          <a:xfrm>
            <a:off x="3970938" y="8829968"/>
            <a:ext cx="3037840" cy="46643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36</a:t>
            </a:fld>
            <a:endParaRPr/>
          </a:p>
        </p:txBody>
      </p:sp>
      <p:sp>
        <p:nvSpPr>
          <p:cNvPr id="2" name="Date Placeholder 1">
            <a:extLst>
              <a:ext uri="{FF2B5EF4-FFF2-40B4-BE49-F238E27FC236}">
                <a16:creationId xmlns="" xmlns:a16="http://schemas.microsoft.com/office/drawing/2014/main" id="{3377208D-79B8-4992-AD16-E8E23A935C41}"/>
              </a:ext>
            </a:extLst>
          </p:cNvPr>
          <p:cNvSpPr>
            <a:spLocks noGrp="1"/>
          </p:cNvSpPr>
          <p:nvPr>
            <p:ph type="dt" idx="1"/>
          </p:nvPr>
        </p:nvSpPr>
        <p:spPr/>
        <p:txBody>
          <a:bodyPr/>
          <a:lstStyle/>
          <a:p>
            <a:endParaRPr lang="en-MY"/>
          </a:p>
        </p:txBody>
      </p:sp>
    </p:spTree>
    <p:extLst>
      <p:ext uri="{BB962C8B-B14F-4D97-AF65-F5344CB8AC3E}">
        <p14:creationId xmlns:p14="http://schemas.microsoft.com/office/powerpoint/2010/main" val="245356164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
        <p:cNvGrpSpPr/>
        <p:nvPr/>
      </p:nvGrpSpPr>
      <p:grpSpPr>
        <a:xfrm>
          <a:off x="0" y="0"/>
          <a:ext cx="0" cy="0"/>
          <a:chOff x="0" y="0"/>
          <a:chExt cx="0" cy="0"/>
        </a:xfrm>
      </p:grpSpPr>
      <p:sp>
        <p:nvSpPr>
          <p:cNvPr id="18" name="Google Shape;18;p1: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 name="Google Shape;19;p1:notes"/>
          <p:cNvSpPr txBox="1">
            <a:spLocks noGrp="1"/>
          </p:cNvSpPr>
          <p:nvPr>
            <p:ph type="body" idx="1"/>
          </p:nvPr>
        </p:nvSpPr>
        <p:spPr>
          <a:xfrm>
            <a:off x="701041" y="4473893"/>
            <a:ext cx="5608320" cy="366045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 name="Google Shape;20;p1:notes"/>
          <p:cNvSpPr txBox="1">
            <a:spLocks noGrp="1"/>
          </p:cNvSpPr>
          <p:nvPr>
            <p:ph type="sldNum" idx="12"/>
          </p:nvPr>
        </p:nvSpPr>
        <p:spPr>
          <a:xfrm>
            <a:off x="3970938" y="8829968"/>
            <a:ext cx="3037840" cy="46643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37</a:t>
            </a:fld>
            <a:endParaRPr/>
          </a:p>
        </p:txBody>
      </p:sp>
      <p:sp>
        <p:nvSpPr>
          <p:cNvPr id="2" name="Date Placeholder 1">
            <a:extLst>
              <a:ext uri="{FF2B5EF4-FFF2-40B4-BE49-F238E27FC236}">
                <a16:creationId xmlns="" xmlns:a16="http://schemas.microsoft.com/office/drawing/2014/main" id="{62274B7E-18BC-46DB-9752-AD866A383759}"/>
              </a:ext>
            </a:extLst>
          </p:cNvPr>
          <p:cNvSpPr>
            <a:spLocks noGrp="1"/>
          </p:cNvSpPr>
          <p:nvPr>
            <p:ph type="dt" idx="1"/>
          </p:nvPr>
        </p:nvSpPr>
        <p:spPr/>
        <p:txBody>
          <a:bodyPr/>
          <a:lstStyle/>
          <a:p>
            <a:endParaRPr lang="en-MY"/>
          </a:p>
        </p:txBody>
      </p:sp>
    </p:spTree>
    <p:extLst>
      <p:ext uri="{BB962C8B-B14F-4D97-AF65-F5344CB8AC3E}">
        <p14:creationId xmlns:p14="http://schemas.microsoft.com/office/powerpoint/2010/main" val="381295711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
        <p:cNvGrpSpPr/>
        <p:nvPr/>
      </p:nvGrpSpPr>
      <p:grpSpPr>
        <a:xfrm>
          <a:off x="0" y="0"/>
          <a:ext cx="0" cy="0"/>
          <a:chOff x="0" y="0"/>
          <a:chExt cx="0" cy="0"/>
        </a:xfrm>
      </p:grpSpPr>
      <p:sp>
        <p:nvSpPr>
          <p:cNvPr id="18" name="Google Shape;18;p1: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 name="Google Shape;19;p1:notes"/>
          <p:cNvSpPr txBox="1">
            <a:spLocks noGrp="1"/>
          </p:cNvSpPr>
          <p:nvPr>
            <p:ph type="body" idx="1"/>
          </p:nvPr>
        </p:nvSpPr>
        <p:spPr>
          <a:xfrm>
            <a:off x="701041" y="4473893"/>
            <a:ext cx="5608320" cy="366045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 name="Google Shape;20;p1:notes"/>
          <p:cNvSpPr txBox="1">
            <a:spLocks noGrp="1"/>
          </p:cNvSpPr>
          <p:nvPr>
            <p:ph type="sldNum" idx="12"/>
          </p:nvPr>
        </p:nvSpPr>
        <p:spPr>
          <a:xfrm>
            <a:off x="3970938" y="8829968"/>
            <a:ext cx="3037840" cy="46643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38</a:t>
            </a:fld>
            <a:endParaRPr/>
          </a:p>
        </p:txBody>
      </p:sp>
      <p:sp>
        <p:nvSpPr>
          <p:cNvPr id="2" name="Date Placeholder 1">
            <a:extLst>
              <a:ext uri="{FF2B5EF4-FFF2-40B4-BE49-F238E27FC236}">
                <a16:creationId xmlns="" xmlns:a16="http://schemas.microsoft.com/office/drawing/2014/main" id="{3ED182B2-5682-4D7D-8BE9-73F38C09692C}"/>
              </a:ext>
            </a:extLst>
          </p:cNvPr>
          <p:cNvSpPr>
            <a:spLocks noGrp="1"/>
          </p:cNvSpPr>
          <p:nvPr>
            <p:ph type="dt" idx="1"/>
          </p:nvPr>
        </p:nvSpPr>
        <p:spPr/>
        <p:txBody>
          <a:bodyPr/>
          <a:lstStyle/>
          <a:p>
            <a:endParaRPr lang="en-MY"/>
          </a:p>
        </p:txBody>
      </p:sp>
    </p:spTree>
    <p:extLst>
      <p:ext uri="{BB962C8B-B14F-4D97-AF65-F5344CB8AC3E}">
        <p14:creationId xmlns:p14="http://schemas.microsoft.com/office/powerpoint/2010/main" val="95688562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
        <p:cNvGrpSpPr/>
        <p:nvPr/>
      </p:nvGrpSpPr>
      <p:grpSpPr>
        <a:xfrm>
          <a:off x="0" y="0"/>
          <a:ext cx="0" cy="0"/>
          <a:chOff x="0" y="0"/>
          <a:chExt cx="0" cy="0"/>
        </a:xfrm>
      </p:grpSpPr>
      <p:sp>
        <p:nvSpPr>
          <p:cNvPr id="18" name="Google Shape;18;p1: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 name="Google Shape;19;p1:notes"/>
          <p:cNvSpPr txBox="1">
            <a:spLocks noGrp="1"/>
          </p:cNvSpPr>
          <p:nvPr>
            <p:ph type="body" idx="1"/>
          </p:nvPr>
        </p:nvSpPr>
        <p:spPr>
          <a:xfrm>
            <a:off x="701041" y="4473893"/>
            <a:ext cx="5608320" cy="366045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 name="Google Shape;20;p1:notes"/>
          <p:cNvSpPr txBox="1">
            <a:spLocks noGrp="1"/>
          </p:cNvSpPr>
          <p:nvPr>
            <p:ph type="sldNum" idx="12"/>
          </p:nvPr>
        </p:nvSpPr>
        <p:spPr>
          <a:xfrm>
            <a:off x="3970938" y="8829968"/>
            <a:ext cx="3037840" cy="46643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39</a:t>
            </a:fld>
            <a:endParaRPr/>
          </a:p>
        </p:txBody>
      </p:sp>
      <p:sp>
        <p:nvSpPr>
          <p:cNvPr id="2" name="Date Placeholder 1">
            <a:extLst>
              <a:ext uri="{FF2B5EF4-FFF2-40B4-BE49-F238E27FC236}">
                <a16:creationId xmlns="" xmlns:a16="http://schemas.microsoft.com/office/drawing/2014/main" id="{F8491654-C599-48B9-87E9-1B9B024FE63F}"/>
              </a:ext>
            </a:extLst>
          </p:cNvPr>
          <p:cNvSpPr>
            <a:spLocks noGrp="1"/>
          </p:cNvSpPr>
          <p:nvPr>
            <p:ph type="dt" idx="1"/>
          </p:nvPr>
        </p:nvSpPr>
        <p:spPr/>
        <p:txBody>
          <a:bodyPr/>
          <a:lstStyle/>
          <a:p>
            <a:endParaRPr lang="en-MY"/>
          </a:p>
        </p:txBody>
      </p:sp>
    </p:spTree>
    <p:extLst>
      <p:ext uri="{BB962C8B-B14F-4D97-AF65-F5344CB8AC3E}">
        <p14:creationId xmlns:p14="http://schemas.microsoft.com/office/powerpoint/2010/main" val="214469855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
        <p:cNvGrpSpPr/>
        <p:nvPr/>
      </p:nvGrpSpPr>
      <p:grpSpPr>
        <a:xfrm>
          <a:off x="0" y="0"/>
          <a:ext cx="0" cy="0"/>
          <a:chOff x="0" y="0"/>
          <a:chExt cx="0" cy="0"/>
        </a:xfrm>
      </p:grpSpPr>
      <p:sp>
        <p:nvSpPr>
          <p:cNvPr id="14" name="Google Shape;14;p1:notes"/>
          <p:cNvSpPr txBox="1">
            <a:spLocks noGrp="1"/>
          </p:cNvSpPr>
          <p:nvPr>
            <p:ph type="body" idx="1"/>
          </p:nvPr>
        </p:nvSpPr>
        <p:spPr>
          <a:xfrm>
            <a:off x="934721" y="4415791"/>
            <a:ext cx="5140960" cy="418338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 name="Google Shape;15;p1: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Date Placeholder 1">
            <a:extLst>
              <a:ext uri="{FF2B5EF4-FFF2-40B4-BE49-F238E27FC236}">
                <a16:creationId xmlns="" xmlns:a16="http://schemas.microsoft.com/office/drawing/2014/main" id="{C2419C0A-9C14-404E-BE22-D6F8F0086726}"/>
              </a:ext>
            </a:extLst>
          </p:cNvPr>
          <p:cNvSpPr>
            <a:spLocks noGrp="1"/>
          </p:cNvSpPr>
          <p:nvPr>
            <p:ph type="dt" idx="1"/>
          </p:nvPr>
        </p:nvSpPr>
        <p:spPr/>
        <p:txBody>
          <a:bodyPr/>
          <a:lstStyle/>
          <a:p>
            <a:endParaRPr lang="en-MY"/>
          </a:p>
        </p:txBody>
      </p:sp>
    </p:spTree>
    <p:extLst>
      <p:ext uri="{BB962C8B-B14F-4D97-AF65-F5344CB8AC3E}">
        <p14:creationId xmlns:p14="http://schemas.microsoft.com/office/powerpoint/2010/main" val="188293219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
        <p:cNvGrpSpPr/>
        <p:nvPr/>
      </p:nvGrpSpPr>
      <p:grpSpPr>
        <a:xfrm>
          <a:off x="0" y="0"/>
          <a:ext cx="0" cy="0"/>
          <a:chOff x="0" y="0"/>
          <a:chExt cx="0" cy="0"/>
        </a:xfrm>
      </p:grpSpPr>
      <p:sp>
        <p:nvSpPr>
          <p:cNvPr id="14" name="Google Shape;14;p1:notes"/>
          <p:cNvSpPr txBox="1">
            <a:spLocks noGrp="1"/>
          </p:cNvSpPr>
          <p:nvPr>
            <p:ph type="body" idx="1"/>
          </p:nvPr>
        </p:nvSpPr>
        <p:spPr>
          <a:xfrm>
            <a:off x="934721" y="4415791"/>
            <a:ext cx="5140960" cy="418338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 name="Google Shape;15;p1: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Date Placeholder 1">
            <a:extLst>
              <a:ext uri="{FF2B5EF4-FFF2-40B4-BE49-F238E27FC236}">
                <a16:creationId xmlns="" xmlns:a16="http://schemas.microsoft.com/office/drawing/2014/main" id="{CCBB0739-360E-4601-9046-EFF68C0136D1}"/>
              </a:ext>
            </a:extLst>
          </p:cNvPr>
          <p:cNvSpPr>
            <a:spLocks noGrp="1"/>
          </p:cNvSpPr>
          <p:nvPr>
            <p:ph type="dt" idx="1"/>
          </p:nvPr>
        </p:nvSpPr>
        <p:spPr/>
        <p:txBody>
          <a:bodyPr/>
          <a:lstStyle/>
          <a:p>
            <a:endParaRPr lang="en-MY"/>
          </a:p>
        </p:txBody>
      </p:sp>
    </p:spTree>
    <p:extLst>
      <p:ext uri="{BB962C8B-B14F-4D97-AF65-F5344CB8AC3E}">
        <p14:creationId xmlns:p14="http://schemas.microsoft.com/office/powerpoint/2010/main" val="184500910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
        <p:cNvGrpSpPr/>
        <p:nvPr/>
      </p:nvGrpSpPr>
      <p:grpSpPr>
        <a:xfrm>
          <a:off x="0" y="0"/>
          <a:ext cx="0" cy="0"/>
          <a:chOff x="0" y="0"/>
          <a:chExt cx="0" cy="0"/>
        </a:xfrm>
      </p:grpSpPr>
      <p:sp>
        <p:nvSpPr>
          <p:cNvPr id="14" name="Google Shape;14;p1:notes"/>
          <p:cNvSpPr txBox="1">
            <a:spLocks noGrp="1"/>
          </p:cNvSpPr>
          <p:nvPr>
            <p:ph type="body" idx="1"/>
          </p:nvPr>
        </p:nvSpPr>
        <p:spPr>
          <a:xfrm>
            <a:off x="934721" y="4415791"/>
            <a:ext cx="5140960" cy="418338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 name="Google Shape;15;p1: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Date Placeholder 1">
            <a:extLst>
              <a:ext uri="{FF2B5EF4-FFF2-40B4-BE49-F238E27FC236}">
                <a16:creationId xmlns="" xmlns:a16="http://schemas.microsoft.com/office/drawing/2014/main" id="{14E3D261-BD27-4853-AE21-F761A127AB5E}"/>
              </a:ext>
            </a:extLst>
          </p:cNvPr>
          <p:cNvSpPr>
            <a:spLocks noGrp="1"/>
          </p:cNvSpPr>
          <p:nvPr>
            <p:ph type="dt" idx="1"/>
          </p:nvPr>
        </p:nvSpPr>
        <p:spPr/>
        <p:txBody>
          <a:bodyPr/>
          <a:lstStyle/>
          <a:p>
            <a:endParaRPr lang="en-MY"/>
          </a:p>
        </p:txBody>
      </p:sp>
    </p:spTree>
    <p:extLst>
      <p:ext uri="{BB962C8B-B14F-4D97-AF65-F5344CB8AC3E}">
        <p14:creationId xmlns:p14="http://schemas.microsoft.com/office/powerpoint/2010/main" val="61071840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
        <p:cNvGrpSpPr/>
        <p:nvPr/>
      </p:nvGrpSpPr>
      <p:grpSpPr>
        <a:xfrm>
          <a:off x="0" y="0"/>
          <a:ext cx="0" cy="0"/>
          <a:chOff x="0" y="0"/>
          <a:chExt cx="0" cy="0"/>
        </a:xfrm>
      </p:grpSpPr>
      <p:sp>
        <p:nvSpPr>
          <p:cNvPr id="19" name="Google Shape;19;p1: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 name="Google Shape;20;p1:notes"/>
          <p:cNvSpPr txBox="1">
            <a:spLocks noGrp="1"/>
          </p:cNvSpPr>
          <p:nvPr>
            <p:ph type="body" idx="1"/>
          </p:nvPr>
        </p:nvSpPr>
        <p:spPr>
          <a:xfrm>
            <a:off x="701041" y="4473893"/>
            <a:ext cx="5608320" cy="366045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 name="Google Shape;21;p1:notes"/>
          <p:cNvSpPr txBox="1">
            <a:spLocks noGrp="1"/>
          </p:cNvSpPr>
          <p:nvPr>
            <p:ph type="sldNum" idx="12"/>
          </p:nvPr>
        </p:nvSpPr>
        <p:spPr>
          <a:xfrm>
            <a:off x="3970938" y="8829968"/>
            <a:ext cx="3037840" cy="46643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43</a:t>
            </a:fld>
            <a:endParaRPr/>
          </a:p>
        </p:txBody>
      </p:sp>
      <p:sp>
        <p:nvSpPr>
          <p:cNvPr id="2" name="Date Placeholder 1">
            <a:extLst>
              <a:ext uri="{FF2B5EF4-FFF2-40B4-BE49-F238E27FC236}">
                <a16:creationId xmlns="" xmlns:a16="http://schemas.microsoft.com/office/drawing/2014/main" id="{8C61331C-14B9-43BC-BD2B-C3396AE3D7F4}"/>
              </a:ext>
            </a:extLst>
          </p:cNvPr>
          <p:cNvSpPr>
            <a:spLocks noGrp="1"/>
          </p:cNvSpPr>
          <p:nvPr>
            <p:ph type="dt" idx="1"/>
          </p:nvPr>
        </p:nvSpPr>
        <p:spPr/>
        <p:txBody>
          <a:bodyPr/>
          <a:lstStyle/>
          <a:p>
            <a:endParaRPr lang="en-MY"/>
          </a:p>
        </p:txBody>
      </p:sp>
    </p:spTree>
    <p:extLst>
      <p:ext uri="{BB962C8B-B14F-4D97-AF65-F5344CB8AC3E}">
        <p14:creationId xmlns:p14="http://schemas.microsoft.com/office/powerpoint/2010/main" val="254366921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
        <p:cNvGrpSpPr/>
        <p:nvPr/>
      </p:nvGrpSpPr>
      <p:grpSpPr>
        <a:xfrm>
          <a:off x="0" y="0"/>
          <a:ext cx="0" cy="0"/>
          <a:chOff x="0" y="0"/>
          <a:chExt cx="0" cy="0"/>
        </a:xfrm>
      </p:grpSpPr>
      <p:sp>
        <p:nvSpPr>
          <p:cNvPr id="19" name="Google Shape;19;p1: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 name="Google Shape;20;p1:notes"/>
          <p:cNvSpPr txBox="1">
            <a:spLocks noGrp="1"/>
          </p:cNvSpPr>
          <p:nvPr>
            <p:ph type="body" idx="1"/>
          </p:nvPr>
        </p:nvSpPr>
        <p:spPr>
          <a:xfrm>
            <a:off x="701041" y="4473893"/>
            <a:ext cx="5608320" cy="366045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 name="Google Shape;21;p1:notes"/>
          <p:cNvSpPr txBox="1">
            <a:spLocks noGrp="1"/>
          </p:cNvSpPr>
          <p:nvPr>
            <p:ph type="sldNum" idx="12"/>
          </p:nvPr>
        </p:nvSpPr>
        <p:spPr>
          <a:xfrm>
            <a:off x="3970938" y="8829968"/>
            <a:ext cx="3037840" cy="46643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44</a:t>
            </a:fld>
            <a:endParaRPr/>
          </a:p>
        </p:txBody>
      </p:sp>
      <p:sp>
        <p:nvSpPr>
          <p:cNvPr id="2" name="Date Placeholder 1">
            <a:extLst>
              <a:ext uri="{FF2B5EF4-FFF2-40B4-BE49-F238E27FC236}">
                <a16:creationId xmlns="" xmlns:a16="http://schemas.microsoft.com/office/drawing/2014/main" id="{F69C6613-DD44-4990-B425-8ABC2674D2FF}"/>
              </a:ext>
            </a:extLst>
          </p:cNvPr>
          <p:cNvSpPr>
            <a:spLocks noGrp="1"/>
          </p:cNvSpPr>
          <p:nvPr>
            <p:ph type="dt" idx="1"/>
          </p:nvPr>
        </p:nvSpPr>
        <p:spPr/>
        <p:txBody>
          <a:bodyPr/>
          <a:lstStyle/>
          <a:p>
            <a:endParaRPr lang="en-MY"/>
          </a:p>
        </p:txBody>
      </p:sp>
    </p:spTree>
    <p:extLst>
      <p:ext uri="{BB962C8B-B14F-4D97-AF65-F5344CB8AC3E}">
        <p14:creationId xmlns:p14="http://schemas.microsoft.com/office/powerpoint/2010/main" val="325732958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
        <p:cNvGrpSpPr/>
        <p:nvPr/>
      </p:nvGrpSpPr>
      <p:grpSpPr>
        <a:xfrm>
          <a:off x="0" y="0"/>
          <a:ext cx="0" cy="0"/>
          <a:chOff x="0" y="0"/>
          <a:chExt cx="0" cy="0"/>
        </a:xfrm>
      </p:grpSpPr>
      <p:sp>
        <p:nvSpPr>
          <p:cNvPr id="14" name="Google Shape;14;p1:notes"/>
          <p:cNvSpPr txBox="1">
            <a:spLocks noGrp="1"/>
          </p:cNvSpPr>
          <p:nvPr>
            <p:ph type="body" idx="1"/>
          </p:nvPr>
        </p:nvSpPr>
        <p:spPr>
          <a:xfrm>
            <a:off x="934721" y="4415791"/>
            <a:ext cx="5140960" cy="418338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 name="Google Shape;15;p1: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Date Placeholder 1">
            <a:extLst>
              <a:ext uri="{FF2B5EF4-FFF2-40B4-BE49-F238E27FC236}">
                <a16:creationId xmlns="" xmlns:a16="http://schemas.microsoft.com/office/drawing/2014/main" id="{62250399-15AE-4062-AAF8-DF71C4979E11}"/>
              </a:ext>
            </a:extLst>
          </p:cNvPr>
          <p:cNvSpPr>
            <a:spLocks noGrp="1"/>
          </p:cNvSpPr>
          <p:nvPr>
            <p:ph type="dt" idx="1"/>
          </p:nvPr>
        </p:nvSpPr>
        <p:spPr/>
        <p:txBody>
          <a:bodyPr/>
          <a:lstStyle/>
          <a:p>
            <a:endParaRPr lang="en-MY"/>
          </a:p>
        </p:txBody>
      </p:sp>
    </p:spTree>
    <p:extLst>
      <p:ext uri="{BB962C8B-B14F-4D97-AF65-F5344CB8AC3E}">
        <p14:creationId xmlns:p14="http://schemas.microsoft.com/office/powerpoint/2010/main" val="301427394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
        <p:cNvGrpSpPr/>
        <p:nvPr/>
      </p:nvGrpSpPr>
      <p:grpSpPr>
        <a:xfrm>
          <a:off x="0" y="0"/>
          <a:ext cx="0" cy="0"/>
          <a:chOff x="0" y="0"/>
          <a:chExt cx="0" cy="0"/>
        </a:xfrm>
      </p:grpSpPr>
      <p:sp>
        <p:nvSpPr>
          <p:cNvPr id="14" name="Google Shape;14;p1:notes"/>
          <p:cNvSpPr txBox="1">
            <a:spLocks noGrp="1"/>
          </p:cNvSpPr>
          <p:nvPr>
            <p:ph type="body" idx="1"/>
          </p:nvPr>
        </p:nvSpPr>
        <p:spPr>
          <a:xfrm>
            <a:off x="934721" y="4415791"/>
            <a:ext cx="5140960" cy="418338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 name="Google Shape;15;p1: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Date Placeholder 1">
            <a:extLst>
              <a:ext uri="{FF2B5EF4-FFF2-40B4-BE49-F238E27FC236}">
                <a16:creationId xmlns="" xmlns:a16="http://schemas.microsoft.com/office/drawing/2014/main" id="{26EE608E-6C5E-467C-91AD-C82C56E60FB0}"/>
              </a:ext>
            </a:extLst>
          </p:cNvPr>
          <p:cNvSpPr>
            <a:spLocks noGrp="1"/>
          </p:cNvSpPr>
          <p:nvPr>
            <p:ph type="dt" idx="1"/>
          </p:nvPr>
        </p:nvSpPr>
        <p:spPr/>
        <p:txBody>
          <a:bodyPr/>
          <a:lstStyle/>
          <a:p>
            <a:endParaRPr lang="en-MY"/>
          </a:p>
        </p:txBody>
      </p:sp>
    </p:spTree>
    <p:extLst>
      <p:ext uri="{BB962C8B-B14F-4D97-AF65-F5344CB8AC3E}">
        <p14:creationId xmlns:p14="http://schemas.microsoft.com/office/powerpoint/2010/main" val="299696185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
        <p:cNvGrpSpPr/>
        <p:nvPr/>
      </p:nvGrpSpPr>
      <p:grpSpPr>
        <a:xfrm>
          <a:off x="0" y="0"/>
          <a:ext cx="0" cy="0"/>
          <a:chOff x="0" y="0"/>
          <a:chExt cx="0" cy="0"/>
        </a:xfrm>
      </p:grpSpPr>
      <p:sp>
        <p:nvSpPr>
          <p:cNvPr id="19" name="Google Shape;19;p1:notes"/>
          <p:cNvSpPr txBox="1">
            <a:spLocks noGrp="1"/>
          </p:cNvSpPr>
          <p:nvPr>
            <p:ph type="body" idx="1"/>
          </p:nvPr>
        </p:nvSpPr>
        <p:spPr>
          <a:xfrm>
            <a:off x="701041" y="4473893"/>
            <a:ext cx="5608320" cy="366045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 name="Google Shape;20;p1: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Date Placeholder 1">
            <a:extLst>
              <a:ext uri="{FF2B5EF4-FFF2-40B4-BE49-F238E27FC236}">
                <a16:creationId xmlns="" xmlns:a16="http://schemas.microsoft.com/office/drawing/2014/main" id="{B00AFEAB-DD4B-4C65-B3A6-809A7D4A7F2D}"/>
              </a:ext>
            </a:extLst>
          </p:cNvPr>
          <p:cNvSpPr>
            <a:spLocks noGrp="1"/>
          </p:cNvSpPr>
          <p:nvPr>
            <p:ph type="dt" idx="1"/>
          </p:nvPr>
        </p:nvSpPr>
        <p:spPr/>
        <p:txBody>
          <a:bodyPr/>
          <a:lstStyle/>
          <a:p>
            <a:endParaRPr lang="en-MY"/>
          </a:p>
        </p:txBody>
      </p:sp>
    </p:spTree>
    <p:extLst>
      <p:ext uri="{BB962C8B-B14F-4D97-AF65-F5344CB8AC3E}">
        <p14:creationId xmlns:p14="http://schemas.microsoft.com/office/powerpoint/2010/main" val="309348896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
        <p:cNvGrpSpPr/>
        <p:nvPr/>
      </p:nvGrpSpPr>
      <p:grpSpPr>
        <a:xfrm>
          <a:off x="0" y="0"/>
          <a:ext cx="0" cy="0"/>
          <a:chOff x="0" y="0"/>
          <a:chExt cx="0" cy="0"/>
        </a:xfrm>
      </p:grpSpPr>
      <p:sp>
        <p:nvSpPr>
          <p:cNvPr id="19" name="Google Shape;19;p1:notes"/>
          <p:cNvSpPr txBox="1">
            <a:spLocks noGrp="1"/>
          </p:cNvSpPr>
          <p:nvPr>
            <p:ph type="body" idx="1"/>
          </p:nvPr>
        </p:nvSpPr>
        <p:spPr>
          <a:xfrm>
            <a:off x="701041" y="4473893"/>
            <a:ext cx="5608320" cy="366045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 name="Google Shape;20;p1: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Date Placeholder 1">
            <a:extLst>
              <a:ext uri="{FF2B5EF4-FFF2-40B4-BE49-F238E27FC236}">
                <a16:creationId xmlns="" xmlns:a16="http://schemas.microsoft.com/office/drawing/2014/main" id="{455AF72C-7954-46E6-B2BD-E6814774DB38}"/>
              </a:ext>
            </a:extLst>
          </p:cNvPr>
          <p:cNvSpPr>
            <a:spLocks noGrp="1"/>
          </p:cNvSpPr>
          <p:nvPr>
            <p:ph type="dt" idx="1"/>
          </p:nvPr>
        </p:nvSpPr>
        <p:spPr/>
        <p:txBody>
          <a:bodyPr/>
          <a:lstStyle/>
          <a:p>
            <a:endParaRPr lang="en-MY"/>
          </a:p>
        </p:txBody>
      </p:sp>
    </p:spTree>
    <p:extLst>
      <p:ext uri="{BB962C8B-B14F-4D97-AF65-F5344CB8AC3E}">
        <p14:creationId xmlns:p14="http://schemas.microsoft.com/office/powerpoint/2010/main" val="334204252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
        <p:cNvGrpSpPr/>
        <p:nvPr/>
      </p:nvGrpSpPr>
      <p:grpSpPr>
        <a:xfrm>
          <a:off x="0" y="0"/>
          <a:ext cx="0" cy="0"/>
          <a:chOff x="0" y="0"/>
          <a:chExt cx="0" cy="0"/>
        </a:xfrm>
      </p:grpSpPr>
      <p:sp>
        <p:nvSpPr>
          <p:cNvPr id="19" name="Google Shape;19;p1:notes"/>
          <p:cNvSpPr txBox="1">
            <a:spLocks noGrp="1"/>
          </p:cNvSpPr>
          <p:nvPr>
            <p:ph type="body" idx="1"/>
          </p:nvPr>
        </p:nvSpPr>
        <p:spPr>
          <a:xfrm>
            <a:off x="701041" y="4473893"/>
            <a:ext cx="5608320" cy="366045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 name="Google Shape;20;p1: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Date Placeholder 1">
            <a:extLst>
              <a:ext uri="{FF2B5EF4-FFF2-40B4-BE49-F238E27FC236}">
                <a16:creationId xmlns="" xmlns:a16="http://schemas.microsoft.com/office/drawing/2014/main" id="{BF556323-1371-4C31-B46E-506399A565D8}"/>
              </a:ext>
            </a:extLst>
          </p:cNvPr>
          <p:cNvSpPr>
            <a:spLocks noGrp="1"/>
          </p:cNvSpPr>
          <p:nvPr>
            <p:ph type="dt" idx="1"/>
          </p:nvPr>
        </p:nvSpPr>
        <p:spPr/>
        <p:txBody>
          <a:bodyPr/>
          <a:lstStyle/>
          <a:p>
            <a:endParaRPr lang="en-MY"/>
          </a:p>
        </p:txBody>
      </p:sp>
    </p:spTree>
    <p:extLst>
      <p:ext uri="{BB962C8B-B14F-4D97-AF65-F5344CB8AC3E}">
        <p14:creationId xmlns:p14="http://schemas.microsoft.com/office/powerpoint/2010/main" val="308260845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
        <p:cNvGrpSpPr/>
        <p:nvPr/>
      </p:nvGrpSpPr>
      <p:grpSpPr>
        <a:xfrm>
          <a:off x="0" y="0"/>
          <a:ext cx="0" cy="0"/>
          <a:chOff x="0" y="0"/>
          <a:chExt cx="0" cy="0"/>
        </a:xfrm>
      </p:grpSpPr>
      <p:sp>
        <p:nvSpPr>
          <p:cNvPr id="19" name="Google Shape;19;p1:notes"/>
          <p:cNvSpPr txBox="1">
            <a:spLocks noGrp="1"/>
          </p:cNvSpPr>
          <p:nvPr>
            <p:ph type="body" idx="1"/>
          </p:nvPr>
        </p:nvSpPr>
        <p:spPr>
          <a:xfrm>
            <a:off x="701041" y="4473893"/>
            <a:ext cx="5608320" cy="366045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 name="Google Shape;20;p1: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Date Placeholder 1">
            <a:extLst>
              <a:ext uri="{FF2B5EF4-FFF2-40B4-BE49-F238E27FC236}">
                <a16:creationId xmlns="" xmlns:a16="http://schemas.microsoft.com/office/drawing/2014/main" id="{049D94AD-8AFE-4F00-8B42-298A8E0A6ACB}"/>
              </a:ext>
            </a:extLst>
          </p:cNvPr>
          <p:cNvSpPr>
            <a:spLocks noGrp="1"/>
          </p:cNvSpPr>
          <p:nvPr>
            <p:ph type="dt" idx="1"/>
          </p:nvPr>
        </p:nvSpPr>
        <p:spPr/>
        <p:txBody>
          <a:bodyPr/>
          <a:lstStyle/>
          <a:p>
            <a:endParaRPr lang="en-MY"/>
          </a:p>
        </p:txBody>
      </p:sp>
    </p:spTree>
    <p:extLst>
      <p:ext uri="{BB962C8B-B14F-4D97-AF65-F5344CB8AC3E}">
        <p14:creationId xmlns:p14="http://schemas.microsoft.com/office/powerpoint/2010/main" val="227369037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
        <p:cNvGrpSpPr/>
        <p:nvPr/>
      </p:nvGrpSpPr>
      <p:grpSpPr>
        <a:xfrm>
          <a:off x="0" y="0"/>
          <a:ext cx="0" cy="0"/>
          <a:chOff x="0" y="0"/>
          <a:chExt cx="0" cy="0"/>
        </a:xfrm>
      </p:grpSpPr>
      <p:sp>
        <p:nvSpPr>
          <p:cNvPr id="19" name="Google Shape;19;p1:notes"/>
          <p:cNvSpPr txBox="1">
            <a:spLocks noGrp="1"/>
          </p:cNvSpPr>
          <p:nvPr>
            <p:ph type="body" idx="1"/>
          </p:nvPr>
        </p:nvSpPr>
        <p:spPr>
          <a:xfrm>
            <a:off x="701041" y="4473893"/>
            <a:ext cx="5608320" cy="366045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 name="Google Shape;20;p1: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Date Placeholder 1">
            <a:extLst>
              <a:ext uri="{FF2B5EF4-FFF2-40B4-BE49-F238E27FC236}">
                <a16:creationId xmlns="" xmlns:a16="http://schemas.microsoft.com/office/drawing/2014/main" id="{0D7F05E2-F35B-4F8D-9194-28FFC7238C69}"/>
              </a:ext>
            </a:extLst>
          </p:cNvPr>
          <p:cNvSpPr>
            <a:spLocks noGrp="1"/>
          </p:cNvSpPr>
          <p:nvPr>
            <p:ph type="dt" idx="1"/>
          </p:nvPr>
        </p:nvSpPr>
        <p:spPr/>
        <p:txBody>
          <a:bodyPr/>
          <a:lstStyle/>
          <a:p>
            <a:endParaRPr lang="en-MY"/>
          </a:p>
        </p:txBody>
      </p:sp>
    </p:spTree>
    <p:extLst>
      <p:ext uri="{BB962C8B-B14F-4D97-AF65-F5344CB8AC3E}">
        <p14:creationId xmlns:p14="http://schemas.microsoft.com/office/powerpoint/2010/main" val="30772135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
        <p:cNvGrpSpPr/>
        <p:nvPr/>
      </p:nvGrpSpPr>
      <p:grpSpPr>
        <a:xfrm>
          <a:off x="0" y="0"/>
          <a:ext cx="0" cy="0"/>
          <a:chOff x="0" y="0"/>
          <a:chExt cx="0" cy="0"/>
        </a:xfrm>
      </p:grpSpPr>
      <p:sp>
        <p:nvSpPr>
          <p:cNvPr id="19" name="Google Shape;19;p1:notes"/>
          <p:cNvSpPr txBox="1">
            <a:spLocks noGrp="1"/>
          </p:cNvSpPr>
          <p:nvPr>
            <p:ph type="body" idx="1"/>
          </p:nvPr>
        </p:nvSpPr>
        <p:spPr>
          <a:xfrm>
            <a:off x="701041" y="4473893"/>
            <a:ext cx="5608320" cy="366045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 name="Google Shape;20;p1: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Date Placeholder 1">
            <a:extLst>
              <a:ext uri="{FF2B5EF4-FFF2-40B4-BE49-F238E27FC236}">
                <a16:creationId xmlns="" xmlns:a16="http://schemas.microsoft.com/office/drawing/2014/main" id="{BB900E57-26A4-4880-8356-50D1EBD0EF04}"/>
              </a:ext>
            </a:extLst>
          </p:cNvPr>
          <p:cNvSpPr>
            <a:spLocks noGrp="1"/>
          </p:cNvSpPr>
          <p:nvPr>
            <p:ph type="dt" idx="1"/>
          </p:nvPr>
        </p:nvSpPr>
        <p:spPr/>
        <p:txBody>
          <a:bodyPr/>
          <a:lstStyle/>
          <a:p>
            <a:endParaRPr lang="en-MY"/>
          </a:p>
        </p:txBody>
      </p:sp>
    </p:spTree>
    <p:extLst>
      <p:ext uri="{BB962C8B-B14F-4D97-AF65-F5344CB8AC3E}">
        <p14:creationId xmlns:p14="http://schemas.microsoft.com/office/powerpoint/2010/main" val="215604056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
        <p:cNvGrpSpPr/>
        <p:nvPr/>
      </p:nvGrpSpPr>
      <p:grpSpPr>
        <a:xfrm>
          <a:off x="0" y="0"/>
          <a:ext cx="0" cy="0"/>
          <a:chOff x="0" y="0"/>
          <a:chExt cx="0" cy="0"/>
        </a:xfrm>
      </p:grpSpPr>
      <p:sp>
        <p:nvSpPr>
          <p:cNvPr id="19" name="Google Shape;19;p1:notes"/>
          <p:cNvSpPr txBox="1">
            <a:spLocks noGrp="1"/>
          </p:cNvSpPr>
          <p:nvPr>
            <p:ph type="body" idx="1"/>
          </p:nvPr>
        </p:nvSpPr>
        <p:spPr>
          <a:xfrm>
            <a:off x="701041" y="4473893"/>
            <a:ext cx="5608320" cy="366045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 name="Google Shape;20;p1: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Date Placeholder 1">
            <a:extLst>
              <a:ext uri="{FF2B5EF4-FFF2-40B4-BE49-F238E27FC236}">
                <a16:creationId xmlns="" xmlns:a16="http://schemas.microsoft.com/office/drawing/2014/main" id="{DC3EE7EF-D939-4DE4-B158-90380EA5E026}"/>
              </a:ext>
            </a:extLst>
          </p:cNvPr>
          <p:cNvSpPr>
            <a:spLocks noGrp="1"/>
          </p:cNvSpPr>
          <p:nvPr>
            <p:ph type="dt" idx="1"/>
          </p:nvPr>
        </p:nvSpPr>
        <p:spPr/>
        <p:txBody>
          <a:bodyPr/>
          <a:lstStyle/>
          <a:p>
            <a:endParaRPr lang="en-MY"/>
          </a:p>
        </p:txBody>
      </p:sp>
    </p:spTree>
    <p:extLst>
      <p:ext uri="{BB962C8B-B14F-4D97-AF65-F5344CB8AC3E}">
        <p14:creationId xmlns:p14="http://schemas.microsoft.com/office/powerpoint/2010/main" val="334096998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
        <p:cNvGrpSpPr/>
        <p:nvPr/>
      </p:nvGrpSpPr>
      <p:grpSpPr>
        <a:xfrm>
          <a:off x="0" y="0"/>
          <a:ext cx="0" cy="0"/>
          <a:chOff x="0" y="0"/>
          <a:chExt cx="0" cy="0"/>
        </a:xfrm>
      </p:grpSpPr>
      <p:sp>
        <p:nvSpPr>
          <p:cNvPr id="18" name="Google Shape;18;p1: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 name="Google Shape;19;p1:notes"/>
          <p:cNvSpPr txBox="1">
            <a:spLocks noGrp="1"/>
          </p:cNvSpPr>
          <p:nvPr>
            <p:ph type="body" idx="1"/>
          </p:nvPr>
        </p:nvSpPr>
        <p:spPr>
          <a:xfrm>
            <a:off x="701041" y="4473893"/>
            <a:ext cx="5608320" cy="366045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 name="Google Shape;20;p1:notes"/>
          <p:cNvSpPr txBox="1">
            <a:spLocks noGrp="1"/>
          </p:cNvSpPr>
          <p:nvPr>
            <p:ph type="sldNum" idx="12"/>
          </p:nvPr>
        </p:nvSpPr>
        <p:spPr>
          <a:xfrm>
            <a:off x="3970938" y="8829968"/>
            <a:ext cx="3037840" cy="46643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60</a:t>
            </a:fld>
            <a:endParaRPr/>
          </a:p>
        </p:txBody>
      </p:sp>
      <p:sp>
        <p:nvSpPr>
          <p:cNvPr id="2" name="Date Placeholder 1">
            <a:extLst>
              <a:ext uri="{FF2B5EF4-FFF2-40B4-BE49-F238E27FC236}">
                <a16:creationId xmlns="" xmlns:a16="http://schemas.microsoft.com/office/drawing/2014/main" id="{2E79BEAF-612E-44F9-A419-4487242DAEF4}"/>
              </a:ext>
            </a:extLst>
          </p:cNvPr>
          <p:cNvSpPr>
            <a:spLocks noGrp="1"/>
          </p:cNvSpPr>
          <p:nvPr>
            <p:ph type="dt" idx="1"/>
          </p:nvPr>
        </p:nvSpPr>
        <p:spPr/>
        <p:txBody>
          <a:bodyPr/>
          <a:lstStyle/>
          <a:p>
            <a:endParaRPr lang="en-MY"/>
          </a:p>
        </p:txBody>
      </p:sp>
    </p:spTree>
    <p:extLst>
      <p:ext uri="{BB962C8B-B14F-4D97-AF65-F5344CB8AC3E}">
        <p14:creationId xmlns:p14="http://schemas.microsoft.com/office/powerpoint/2010/main" val="167463494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
        <p:cNvGrpSpPr/>
        <p:nvPr/>
      </p:nvGrpSpPr>
      <p:grpSpPr>
        <a:xfrm>
          <a:off x="0" y="0"/>
          <a:ext cx="0" cy="0"/>
          <a:chOff x="0" y="0"/>
          <a:chExt cx="0" cy="0"/>
        </a:xfrm>
      </p:grpSpPr>
      <p:sp>
        <p:nvSpPr>
          <p:cNvPr id="18" name="Google Shape;18;p1: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 name="Google Shape;19;p1:notes"/>
          <p:cNvSpPr txBox="1">
            <a:spLocks noGrp="1"/>
          </p:cNvSpPr>
          <p:nvPr>
            <p:ph type="body" idx="1"/>
          </p:nvPr>
        </p:nvSpPr>
        <p:spPr>
          <a:xfrm>
            <a:off x="701041" y="4473893"/>
            <a:ext cx="5608320" cy="366045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 name="Google Shape;20;p1:notes"/>
          <p:cNvSpPr txBox="1">
            <a:spLocks noGrp="1"/>
          </p:cNvSpPr>
          <p:nvPr>
            <p:ph type="sldNum" idx="12"/>
          </p:nvPr>
        </p:nvSpPr>
        <p:spPr>
          <a:xfrm>
            <a:off x="3970938" y="8829968"/>
            <a:ext cx="3037840" cy="46643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61</a:t>
            </a:fld>
            <a:endParaRPr/>
          </a:p>
        </p:txBody>
      </p:sp>
      <p:sp>
        <p:nvSpPr>
          <p:cNvPr id="2" name="Date Placeholder 1">
            <a:extLst>
              <a:ext uri="{FF2B5EF4-FFF2-40B4-BE49-F238E27FC236}">
                <a16:creationId xmlns="" xmlns:a16="http://schemas.microsoft.com/office/drawing/2014/main" id="{4E8B077E-B8AC-4533-AE1E-E830CD45AEA8}"/>
              </a:ext>
            </a:extLst>
          </p:cNvPr>
          <p:cNvSpPr>
            <a:spLocks noGrp="1"/>
          </p:cNvSpPr>
          <p:nvPr>
            <p:ph type="dt" idx="1"/>
          </p:nvPr>
        </p:nvSpPr>
        <p:spPr/>
        <p:txBody>
          <a:bodyPr/>
          <a:lstStyle/>
          <a:p>
            <a:endParaRPr lang="en-MY"/>
          </a:p>
        </p:txBody>
      </p:sp>
    </p:spTree>
    <p:extLst>
      <p:ext uri="{BB962C8B-B14F-4D97-AF65-F5344CB8AC3E}">
        <p14:creationId xmlns:p14="http://schemas.microsoft.com/office/powerpoint/2010/main" val="316671322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
        <p:cNvGrpSpPr/>
        <p:nvPr/>
      </p:nvGrpSpPr>
      <p:grpSpPr>
        <a:xfrm>
          <a:off x="0" y="0"/>
          <a:ext cx="0" cy="0"/>
          <a:chOff x="0" y="0"/>
          <a:chExt cx="0" cy="0"/>
        </a:xfrm>
      </p:grpSpPr>
      <p:sp>
        <p:nvSpPr>
          <p:cNvPr id="19" name="Google Shape;19;p1:notes"/>
          <p:cNvSpPr txBox="1">
            <a:spLocks noGrp="1"/>
          </p:cNvSpPr>
          <p:nvPr>
            <p:ph type="body" idx="1"/>
          </p:nvPr>
        </p:nvSpPr>
        <p:spPr>
          <a:xfrm>
            <a:off x="701041" y="4473893"/>
            <a:ext cx="5608320" cy="366045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 name="Google Shape;20;p1: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Date Placeholder 1">
            <a:extLst>
              <a:ext uri="{FF2B5EF4-FFF2-40B4-BE49-F238E27FC236}">
                <a16:creationId xmlns="" xmlns:a16="http://schemas.microsoft.com/office/drawing/2014/main" id="{73BDFEE2-5FCB-462C-916D-DB457D6A573B}"/>
              </a:ext>
            </a:extLst>
          </p:cNvPr>
          <p:cNvSpPr>
            <a:spLocks noGrp="1"/>
          </p:cNvSpPr>
          <p:nvPr>
            <p:ph type="dt" idx="1"/>
          </p:nvPr>
        </p:nvSpPr>
        <p:spPr/>
        <p:txBody>
          <a:bodyPr/>
          <a:lstStyle/>
          <a:p>
            <a:endParaRPr lang="en-MY"/>
          </a:p>
        </p:txBody>
      </p:sp>
    </p:spTree>
    <p:extLst>
      <p:ext uri="{BB962C8B-B14F-4D97-AF65-F5344CB8AC3E}">
        <p14:creationId xmlns:p14="http://schemas.microsoft.com/office/powerpoint/2010/main" val="31629114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
        <p:cNvGrpSpPr/>
        <p:nvPr/>
      </p:nvGrpSpPr>
      <p:grpSpPr>
        <a:xfrm>
          <a:off x="0" y="0"/>
          <a:ext cx="0" cy="0"/>
          <a:chOff x="0" y="0"/>
          <a:chExt cx="0" cy="0"/>
        </a:xfrm>
      </p:grpSpPr>
      <p:sp>
        <p:nvSpPr>
          <p:cNvPr id="19" name="Google Shape;19;p1:notes"/>
          <p:cNvSpPr txBox="1">
            <a:spLocks noGrp="1"/>
          </p:cNvSpPr>
          <p:nvPr>
            <p:ph type="body" idx="1"/>
          </p:nvPr>
        </p:nvSpPr>
        <p:spPr>
          <a:xfrm>
            <a:off x="701041" y="4473893"/>
            <a:ext cx="5608320" cy="366045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 name="Google Shape;20;p1: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Date Placeholder 1">
            <a:extLst>
              <a:ext uri="{FF2B5EF4-FFF2-40B4-BE49-F238E27FC236}">
                <a16:creationId xmlns="" xmlns:a16="http://schemas.microsoft.com/office/drawing/2014/main" id="{DBE56A87-724C-47E5-8CEC-824C01D9EEBB}"/>
              </a:ext>
            </a:extLst>
          </p:cNvPr>
          <p:cNvSpPr>
            <a:spLocks noGrp="1"/>
          </p:cNvSpPr>
          <p:nvPr>
            <p:ph type="dt" idx="1"/>
          </p:nvPr>
        </p:nvSpPr>
        <p:spPr/>
        <p:txBody>
          <a:bodyPr/>
          <a:lstStyle/>
          <a:p>
            <a:endParaRPr lang="en-MY"/>
          </a:p>
        </p:txBody>
      </p:sp>
    </p:spTree>
    <p:extLst>
      <p:ext uri="{BB962C8B-B14F-4D97-AF65-F5344CB8AC3E}">
        <p14:creationId xmlns:p14="http://schemas.microsoft.com/office/powerpoint/2010/main" val="55941996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
        <p:cNvGrpSpPr/>
        <p:nvPr/>
      </p:nvGrpSpPr>
      <p:grpSpPr>
        <a:xfrm>
          <a:off x="0" y="0"/>
          <a:ext cx="0" cy="0"/>
          <a:chOff x="0" y="0"/>
          <a:chExt cx="0" cy="0"/>
        </a:xfrm>
      </p:grpSpPr>
      <p:sp>
        <p:nvSpPr>
          <p:cNvPr id="18" name="Google Shape;18;p1: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 name="Google Shape;19;p1:notes"/>
          <p:cNvSpPr txBox="1">
            <a:spLocks noGrp="1"/>
          </p:cNvSpPr>
          <p:nvPr>
            <p:ph type="body" idx="1"/>
          </p:nvPr>
        </p:nvSpPr>
        <p:spPr>
          <a:xfrm>
            <a:off x="701041" y="4473893"/>
            <a:ext cx="5608320" cy="366045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 name="Google Shape;20;p1:notes"/>
          <p:cNvSpPr txBox="1">
            <a:spLocks noGrp="1"/>
          </p:cNvSpPr>
          <p:nvPr>
            <p:ph type="sldNum" idx="12"/>
          </p:nvPr>
        </p:nvSpPr>
        <p:spPr>
          <a:xfrm>
            <a:off x="3970938" y="8829968"/>
            <a:ext cx="3037840" cy="46643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64</a:t>
            </a:fld>
            <a:endParaRPr/>
          </a:p>
        </p:txBody>
      </p:sp>
      <p:sp>
        <p:nvSpPr>
          <p:cNvPr id="2" name="Date Placeholder 1">
            <a:extLst>
              <a:ext uri="{FF2B5EF4-FFF2-40B4-BE49-F238E27FC236}">
                <a16:creationId xmlns="" xmlns:a16="http://schemas.microsoft.com/office/drawing/2014/main" id="{EF8DC33C-F0D2-4B86-88DF-D072FDCA07CE}"/>
              </a:ext>
            </a:extLst>
          </p:cNvPr>
          <p:cNvSpPr>
            <a:spLocks noGrp="1"/>
          </p:cNvSpPr>
          <p:nvPr>
            <p:ph type="dt" idx="1"/>
          </p:nvPr>
        </p:nvSpPr>
        <p:spPr/>
        <p:txBody>
          <a:bodyPr/>
          <a:lstStyle/>
          <a:p>
            <a:endParaRPr lang="en-MY"/>
          </a:p>
        </p:txBody>
      </p:sp>
    </p:spTree>
    <p:extLst>
      <p:ext uri="{BB962C8B-B14F-4D97-AF65-F5344CB8AC3E}">
        <p14:creationId xmlns:p14="http://schemas.microsoft.com/office/powerpoint/2010/main" val="15086121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3284890-85D2-4D7B-8EF5-15A9C1DB8F42}" type="datetimeFigureOut">
              <a:rPr lang="en-US" smtClean="0"/>
              <a:t>9/8/2023</a:t>
            </a:fld>
            <a:endParaRPr lang="en-US" dirty="0"/>
          </a:p>
        </p:txBody>
      </p:sp>
      <p:sp>
        <p:nvSpPr>
          <p:cNvPr id="5" name="Footer Placeholder 4"/>
          <p:cNvSpPr>
            <a:spLocks noGrp="1"/>
          </p:cNvSpPr>
          <p:nvPr>
            <p:ph type="ftr" sz="quarter" idx="11"/>
          </p:nvPr>
        </p:nvSpPr>
        <p:spPr>
          <a:xfrm>
            <a:off x="5332412" y="5883275"/>
            <a:ext cx="4324044" cy="365125"/>
          </a:xfrm>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2808819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2F5661D-6934-4B32-B92C-470368BF1EC6}" type="datetimeFigureOut">
              <a:rPr lang="en-US" smtClean="0"/>
              <a:t>9/8/2023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951856" y="5867131"/>
            <a:ext cx="551167" cy="365125"/>
          </a:xfrm>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6336446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6F822A4-8DA6-4447-9B1F-C5DB58435268}" type="datetimeFigureOut">
              <a:rPr lang="en-US" smtClean="0"/>
              <a:t>9/8/2023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1828218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548D31E-DCDA-41A7-9C67-C4B11B94D21D}" type="datetimeFigureOut">
              <a:rPr lang="en-US" smtClean="0"/>
              <a:t>9/8/2023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7346829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B3762C0-B258-48F1-ADE6-176B4174CCDD}" type="datetimeFigureOut">
              <a:rPr lang="en-US" smtClean="0"/>
              <a:t>9/8/2023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4283897877"/>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77919A6-33EB-49BD-A62F-1FA56B9F9712}" type="datetimeFigureOut">
              <a:rPr lang="en-US" smtClean="0"/>
              <a:t>9/8/2023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422693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4E7D1B-D673-4CF6-8672-009D42ABD2A0}" type="datetimeFigureOut">
              <a:rPr lang="en-US" smtClean="0"/>
              <a:t>9/8/2023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5467434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A16AA21-1863-4931-97CB-99D0A168701B}" type="datetimeFigureOut">
              <a:rPr lang="en-US" smtClean="0"/>
              <a:t>9/8/2023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655518045"/>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772C379-9A7C-4C87-A116-CBE9F58B04C5}" type="datetimeFigureOut">
              <a:rPr lang="en-US" smtClean="0"/>
              <a:t>9/8/2023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8138684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664C608-40B1-4030-A28D-5B74BC98ADCE}" type="datetimeFigureOut">
              <a:rPr lang="en-US" smtClean="0"/>
              <a:t>9/8/2023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657583664"/>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664C608-40B1-4030-A28D-5B74BC98ADCE}" type="datetimeFigureOut">
              <a:rPr lang="en-US" smtClean="0"/>
              <a:t>9/8/2023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037835580"/>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664C608-40B1-4030-A28D-5B74BC98ADCE}" type="datetimeFigureOut">
              <a:rPr lang="en-US" smtClean="0"/>
              <a:t>9/8/2023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445325737"/>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664C608-40B1-4030-A28D-5B74BC98ADCE}" type="datetimeFigureOut">
              <a:rPr lang="en-US" smtClean="0"/>
              <a:t>9/8/2023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917355408"/>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664C608-40B1-4030-A28D-5B74BC98ADCE}" type="datetimeFigureOut">
              <a:rPr lang="en-US" smtClean="0"/>
              <a:t>9/8/2023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377722131"/>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664C608-40B1-4030-A28D-5B74BC98ADCE}" type="datetimeFigureOut">
              <a:rPr lang="en-US" smtClean="0"/>
              <a:t>9/8/2023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422576976"/>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157CC2-0FC8-4686-B024-99790E0F5162}" type="datetimeFigureOut">
              <a:rPr lang="en-US" smtClean="0"/>
              <a:t>9/8/2023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59407721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764DA5-CD3D-4590-A511-FCD3BC7A793E}" type="datetimeFigureOut">
              <a:rPr lang="en-US" smtClean="0"/>
              <a:t>9/8/2023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7634056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nyPPT.com" type="tx">
  <p:cSld name="tinyPPT.com">
    <p:spTree>
      <p:nvGrpSpPr>
        <p:cNvPr id="1" name="Shape 11"/>
        <p:cNvGrpSpPr/>
        <p:nvPr/>
      </p:nvGrpSpPr>
      <p:grpSpPr>
        <a:xfrm>
          <a:off x="0" y="0"/>
          <a:ext cx="0" cy="0"/>
          <a:chOff x="0" y="0"/>
          <a:chExt cx="0" cy="0"/>
        </a:xfrm>
      </p:grpSpPr>
      <p:sp>
        <p:nvSpPr>
          <p:cNvPr id="12" name="Google Shape;12;p2"/>
          <p:cNvSpPr txBox="1">
            <a:spLocks noGrp="1"/>
          </p:cNvSpPr>
          <p:nvPr>
            <p:ph type="sldNum" idx="12"/>
          </p:nvPr>
        </p:nvSpPr>
        <p:spPr>
          <a:xfrm>
            <a:off x="5892800" y="6172200"/>
            <a:ext cx="2844800" cy="368301"/>
          </a:xfrm>
          <a:prstGeom prst="rect">
            <a:avLst/>
          </a:prstGeom>
          <a:noFill/>
          <a:ln>
            <a:noFill/>
          </a:ln>
        </p:spPr>
        <p:txBody>
          <a:bodyPr spcFirstLastPara="1" wrap="square" lIns="45700" tIns="45700" rIns="45700" bIns="45700" anchor="ctr" anchorCtr="0">
            <a:noAutofit/>
          </a:bodyPr>
          <a:lstStyle>
            <a:lvl1pPr marL="0" lvl="0" indent="0" algn="r">
              <a:lnSpc>
                <a:spcPct val="100000"/>
              </a:lnSpc>
              <a:spcBef>
                <a:spcPts val="0"/>
              </a:spcBef>
              <a:spcAft>
                <a:spcPts val="0"/>
              </a:spcAft>
              <a:buClr>
                <a:srgbClr val="000000"/>
              </a:buClr>
              <a:buSzPts val="1200"/>
              <a:buFont typeface="Calibri"/>
              <a:buNone/>
              <a:defRPr sz="1200"/>
            </a:lvl1pPr>
            <a:lvl2pPr marL="0" lvl="1" indent="0" algn="r">
              <a:lnSpc>
                <a:spcPct val="100000"/>
              </a:lnSpc>
              <a:spcBef>
                <a:spcPts val="0"/>
              </a:spcBef>
              <a:spcAft>
                <a:spcPts val="0"/>
              </a:spcAft>
              <a:buClr>
                <a:srgbClr val="000000"/>
              </a:buClr>
              <a:buSzPts val="1200"/>
              <a:buFont typeface="Calibri"/>
              <a:buNone/>
              <a:defRPr sz="1200"/>
            </a:lvl2pPr>
            <a:lvl3pPr marL="0" lvl="2" indent="0" algn="r">
              <a:lnSpc>
                <a:spcPct val="100000"/>
              </a:lnSpc>
              <a:spcBef>
                <a:spcPts val="0"/>
              </a:spcBef>
              <a:spcAft>
                <a:spcPts val="0"/>
              </a:spcAft>
              <a:buClr>
                <a:srgbClr val="000000"/>
              </a:buClr>
              <a:buSzPts val="1200"/>
              <a:buFont typeface="Calibri"/>
              <a:buNone/>
              <a:defRPr sz="1200"/>
            </a:lvl3pPr>
            <a:lvl4pPr marL="0" lvl="3" indent="0" algn="r">
              <a:lnSpc>
                <a:spcPct val="100000"/>
              </a:lnSpc>
              <a:spcBef>
                <a:spcPts val="0"/>
              </a:spcBef>
              <a:spcAft>
                <a:spcPts val="0"/>
              </a:spcAft>
              <a:buClr>
                <a:srgbClr val="000000"/>
              </a:buClr>
              <a:buSzPts val="1200"/>
              <a:buFont typeface="Calibri"/>
              <a:buNone/>
              <a:defRPr sz="1200"/>
            </a:lvl4pPr>
            <a:lvl5pPr marL="0" lvl="4" indent="0" algn="r">
              <a:lnSpc>
                <a:spcPct val="100000"/>
              </a:lnSpc>
              <a:spcBef>
                <a:spcPts val="0"/>
              </a:spcBef>
              <a:spcAft>
                <a:spcPts val="0"/>
              </a:spcAft>
              <a:buClr>
                <a:srgbClr val="000000"/>
              </a:buClr>
              <a:buSzPts val="1200"/>
              <a:buFont typeface="Calibri"/>
              <a:buNone/>
              <a:defRPr sz="1200"/>
            </a:lvl5pPr>
            <a:lvl6pPr marL="0" lvl="5" indent="0" algn="r">
              <a:lnSpc>
                <a:spcPct val="100000"/>
              </a:lnSpc>
              <a:spcBef>
                <a:spcPts val="0"/>
              </a:spcBef>
              <a:spcAft>
                <a:spcPts val="0"/>
              </a:spcAft>
              <a:buClr>
                <a:srgbClr val="000000"/>
              </a:buClr>
              <a:buSzPts val="1200"/>
              <a:buFont typeface="Calibri"/>
              <a:buNone/>
              <a:defRPr sz="1200"/>
            </a:lvl6pPr>
            <a:lvl7pPr marL="0" lvl="6" indent="0" algn="r">
              <a:lnSpc>
                <a:spcPct val="100000"/>
              </a:lnSpc>
              <a:spcBef>
                <a:spcPts val="0"/>
              </a:spcBef>
              <a:spcAft>
                <a:spcPts val="0"/>
              </a:spcAft>
              <a:buClr>
                <a:srgbClr val="000000"/>
              </a:buClr>
              <a:buSzPts val="1200"/>
              <a:buFont typeface="Calibri"/>
              <a:buNone/>
              <a:defRPr sz="1200"/>
            </a:lvl7pPr>
            <a:lvl8pPr marL="0" lvl="7" indent="0" algn="r">
              <a:lnSpc>
                <a:spcPct val="100000"/>
              </a:lnSpc>
              <a:spcBef>
                <a:spcPts val="0"/>
              </a:spcBef>
              <a:spcAft>
                <a:spcPts val="0"/>
              </a:spcAft>
              <a:buClr>
                <a:srgbClr val="000000"/>
              </a:buClr>
              <a:buSzPts val="1200"/>
              <a:buFont typeface="Calibri"/>
              <a:buNone/>
              <a:defRPr sz="1200"/>
            </a:lvl8pPr>
            <a:lvl9pPr marL="0" lvl="8" indent="0" algn="r">
              <a:lnSpc>
                <a:spcPct val="100000"/>
              </a:lnSpc>
              <a:spcBef>
                <a:spcPts val="0"/>
              </a:spcBef>
              <a:spcAft>
                <a:spcPts val="0"/>
              </a:spcAft>
              <a:buClr>
                <a:srgbClr val="000000"/>
              </a:buClr>
              <a:buSzPts val="1200"/>
              <a:buFont typeface="Calibri"/>
              <a:buNone/>
              <a:defRPr sz="1200"/>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14190983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9_Title Slide">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507226" y="382630"/>
            <a:ext cx="11009271" cy="642938"/>
          </a:xfrm>
          <a:prstGeom prst="rect">
            <a:avLst/>
          </a:prstGeom>
        </p:spPr>
        <p:txBody>
          <a:bodyPr/>
          <a:lstStyle>
            <a:lvl1pPr marL="0" indent="0">
              <a:buNone/>
              <a:defRPr sz="4400">
                <a:solidFill>
                  <a:schemeClr val="tx1">
                    <a:lumMod val="85000"/>
                    <a:lumOff val="15000"/>
                  </a:schemeClr>
                </a:solidFill>
                <a:latin typeface="Lato Medium"/>
              </a:defRPr>
            </a:lvl1pPr>
          </a:lstStyle>
          <a:p>
            <a:pPr lvl="0"/>
            <a:endParaRPr lang="en-US" dirty="0"/>
          </a:p>
        </p:txBody>
      </p:sp>
      <p:sp>
        <p:nvSpPr>
          <p:cNvPr id="11" name="Text Placeholder 9"/>
          <p:cNvSpPr>
            <a:spLocks noGrp="1"/>
          </p:cNvSpPr>
          <p:nvPr>
            <p:ph type="body" sz="quarter" idx="11"/>
          </p:nvPr>
        </p:nvSpPr>
        <p:spPr>
          <a:xfrm>
            <a:off x="531940" y="942806"/>
            <a:ext cx="10984557" cy="305229"/>
          </a:xfrm>
          <a:prstGeom prst="rect">
            <a:avLst/>
          </a:prstGeom>
        </p:spPr>
        <p:txBody>
          <a:bodyPr/>
          <a:lstStyle>
            <a:lvl1pPr marL="0" indent="0">
              <a:buNone/>
              <a:defRPr sz="1400">
                <a:solidFill>
                  <a:schemeClr val="bg1">
                    <a:lumMod val="50000"/>
                  </a:schemeClr>
                </a:solidFill>
                <a:latin typeface="Lato Light" panose="020F0302020204030203" pitchFamily="34" charset="0"/>
              </a:defRPr>
            </a:lvl1pPr>
          </a:lstStyle>
          <a:p>
            <a:pPr lvl="0"/>
            <a:endParaRPr lang="en-US" dirty="0"/>
          </a:p>
        </p:txBody>
      </p:sp>
    </p:spTree>
    <p:extLst>
      <p:ext uri="{BB962C8B-B14F-4D97-AF65-F5344CB8AC3E}">
        <p14:creationId xmlns:p14="http://schemas.microsoft.com/office/powerpoint/2010/main" val="248175903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nyPPT.com_4">
  <p:cSld name="tinyPPT.com_4">
    <p:bg>
      <p:bgPr>
        <a:gradFill>
          <a:gsLst>
            <a:gs pos="0">
              <a:srgbClr val="EFF0F4"/>
            </a:gs>
            <a:gs pos="17000">
              <a:srgbClr val="EFF0F4"/>
            </a:gs>
            <a:gs pos="42000">
              <a:srgbClr val="E0E3E8"/>
            </a:gs>
            <a:gs pos="65000">
              <a:srgbClr val="D0D4D9"/>
            </a:gs>
            <a:gs pos="100000">
              <a:srgbClr val="D0D4D9"/>
            </a:gs>
          </a:gsLst>
          <a:path path="circle">
            <a:fillToRect r="100000" b="100000"/>
          </a:path>
          <a:tileRect l="-100000" t="-100000"/>
        </a:gradFill>
        <a:effectLst/>
      </p:bgPr>
    </p:bg>
    <p:spTree>
      <p:nvGrpSpPr>
        <p:cNvPr id="1" name="Shape 12"/>
        <p:cNvGrpSpPr/>
        <p:nvPr/>
      </p:nvGrpSpPr>
      <p:grpSpPr>
        <a:xfrm>
          <a:off x="0" y="0"/>
          <a:ext cx="0" cy="0"/>
          <a:chOff x="0" y="0"/>
          <a:chExt cx="0" cy="0"/>
        </a:xfrm>
      </p:grpSpPr>
    </p:spTree>
    <p:extLst>
      <p:ext uri="{BB962C8B-B14F-4D97-AF65-F5344CB8AC3E}">
        <p14:creationId xmlns:p14="http://schemas.microsoft.com/office/powerpoint/2010/main" val="15703790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8664C608-40B1-4030-A28D-5B74BC98ADCE}" type="datetimeFigureOut">
              <a:rPr lang="en-US" smtClean="0"/>
              <a:t>9/8/2023</a:t>
            </a:fld>
            <a:endParaRPr lang="en-US" dirty="0"/>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490127780"/>
      </p:ext>
    </p:extLst>
  </p:cSld>
  <p:clrMap bg1="lt1" tx1="dk1" bg2="lt2" tx2="dk2" accent1="accent1" accent2="accent2" accent3="accent3" accent4="accent4" accent5="accent5" accent6="accent6" hlink="hlink" folHlink="folHlink"/>
  <p:sldLayoutIdLst>
    <p:sldLayoutId id="2147483974" r:id="rId1"/>
    <p:sldLayoutId id="2147483975" r:id="rId2"/>
    <p:sldLayoutId id="2147483976" r:id="rId3"/>
    <p:sldLayoutId id="2147483977" r:id="rId4"/>
    <p:sldLayoutId id="2147483978" r:id="rId5"/>
    <p:sldLayoutId id="2147483979" r:id="rId6"/>
    <p:sldLayoutId id="2147483980" r:id="rId7"/>
    <p:sldLayoutId id="2147483981" r:id="rId8"/>
    <p:sldLayoutId id="2147483982" r:id="rId9"/>
    <p:sldLayoutId id="2147483983" r:id="rId10"/>
    <p:sldLayoutId id="2147483984" r:id="rId11"/>
    <p:sldLayoutId id="2147483985" r:id="rId12"/>
    <p:sldLayoutId id="2147483986" r:id="rId13"/>
    <p:sldLayoutId id="2147483987" r:id="rId14"/>
    <p:sldLayoutId id="2147483988" r:id="rId15"/>
    <p:sldLayoutId id="2147483989" r:id="rId16"/>
    <p:sldLayoutId id="2147483990" r:id="rId17"/>
    <p:sldLayoutId id="2147483991" r:id="rId18"/>
    <p:sldLayoutId id="2147483992" r:id="rId19"/>
    <p:sldLayoutId id="2147483993" r:id="rId20"/>
  </p:sldLayoutIdLst>
  <p:hf sldNum="0" hdr="0" ftr="0" dt="0"/>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8.xml"/><Relationship Id="rId5" Type="http://schemas.openxmlformats.org/officeDocument/2006/relationships/image" Target="../media/image3.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8.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0.xml"/><Relationship Id="rId6" Type="http://schemas.openxmlformats.org/officeDocument/2006/relationships/image" Target="../media/image3.png"/><Relationship Id="rId5" Type="http://schemas.openxmlformats.org/officeDocument/2006/relationships/image" Target="../media/image16.png"/><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0.xml"/><Relationship Id="rId6" Type="http://schemas.openxmlformats.org/officeDocument/2006/relationships/image" Target="../media/image3.png"/><Relationship Id="rId5" Type="http://schemas.openxmlformats.org/officeDocument/2006/relationships/image" Target="../media/image16.png"/><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Layout" Target="../diagrams/layout1.xml"/><Relationship Id="rId7" Type="http://schemas.openxmlformats.org/officeDocument/2006/relationships/image" Target="../media/image3.png"/><Relationship Id="rId12" Type="http://schemas.microsoft.com/office/2007/relationships/diagramDrawing" Target="../diagrams/drawing2.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11" Type="http://schemas.openxmlformats.org/officeDocument/2006/relationships/diagramColors" Target="../diagrams/colors2.xml"/><Relationship Id="rId5" Type="http://schemas.openxmlformats.org/officeDocument/2006/relationships/diagramColors" Target="../diagrams/colors1.xml"/><Relationship Id="rId10" Type="http://schemas.openxmlformats.org/officeDocument/2006/relationships/diagramQuickStyle" Target="../diagrams/quickStyle2.xml"/><Relationship Id="rId4" Type="http://schemas.openxmlformats.org/officeDocument/2006/relationships/diagramQuickStyle" Target="../diagrams/quickStyle1.xml"/><Relationship Id="rId9" Type="http://schemas.openxmlformats.org/officeDocument/2006/relationships/diagramLayout" Target="../diagrams/layout2.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5.xml"/><Relationship Id="rId7" Type="http://schemas.openxmlformats.org/officeDocument/2006/relationships/image" Target="../media/image3.png"/><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6.xml"/><Relationship Id="rId7" Type="http://schemas.openxmlformats.org/officeDocument/2006/relationships/image" Target="../media/image3.png"/><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8.xml"/><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8.xml"/><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8.xml"/><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8.xml"/><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8.xml"/><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8.xml"/><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18.xml"/><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7.xml"/><Relationship Id="rId7" Type="http://schemas.openxmlformats.org/officeDocument/2006/relationships/image" Target="../media/image3.png"/><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18.xml"/><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18.xml"/><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18.png"/></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8.xml"/><Relationship Id="rId7" Type="http://schemas.openxmlformats.org/officeDocument/2006/relationships/image" Target="../media/image3.png"/><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9.xml"/><Relationship Id="rId7" Type="http://schemas.openxmlformats.org/officeDocument/2006/relationships/image" Target="../media/image3.png"/><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10.xml"/><Relationship Id="rId7" Type="http://schemas.openxmlformats.org/officeDocument/2006/relationships/image" Target="../media/image3.png"/><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3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8" Type="http://schemas.openxmlformats.org/officeDocument/2006/relationships/diagramLayout" Target="../diagrams/layout12.xml"/><Relationship Id="rId13" Type="http://schemas.openxmlformats.org/officeDocument/2006/relationships/diagramLayout" Target="../diagrams/layout13.xml"/><Relationship Id="rId18" Type="http://schemas.openxmlformats.org/officeDocument/2006/relationships/diagramLayout" Target="../diagrams/layout14.xml"/><Relationship Id="rId3" Type="http://schemas.openxmlformats.org/officeDocument/2006/relationships/diagramLayout" Target="../diagrams/layout11.xml"/><Relationship Id="rId21" Type="http://schemas.microsoft.com/office/2007/relationships/diagramDrawing" Target="../diagrams/drawing14.xml"/><Relationship Id="rId7" Type="http://schemas.openxmlformats.org/officeDocument/2006/relationships/diagramData" Target="../diagrams/data12.xml"/><Relationship Id="rId12" Type="http://schemas.openxmlformats.org/officeDocument/2006/relationships/diagramData" Target="../diagrams/data13.xml"/><Relationship Id="rId17" Type="http://schemas.openxmlformats.org/officeDocument/2006/relationships/diagramData" Target="../diagrams/data14.xml"/><Relationship Id="rId2" Type="http://schemas.openxmlformats.org/officeDocument/2006/relationships/diagramData" Target="../diagrams/data11.xml"/><Relationship Id="rId16" Type="http://schemas.microsoft.com/office/2007/relationships/diagramDrawing" Target="../diagrams/drawing13.xml"/><Relationship Id="rId20" Type="http://schemas.openxmlformats.org/officeDocument/2006/relationships/diagramColors" Target="../diagrams/colors14.xml"/><Relationship Id="rId1" Type="http://schemas.openxmlformats.org/officeDocument/2006/relationships/slideLayout" Target="../slideLayouts/slideLayout19.xml"/><Relationship Id="rId6" Type="http://schemas.microsoft.com/office/2007/relationships/diagramDrawing" Target="../diagrams/drawing11.xml"/><Relationship Id="rId11" Type="http://schemas.microsoft.com/office/2007/relationships/diagramDrawing" Target="../diagrams/drawing12.xml"/><Relationship Id="rId5" Type="http://schemas.openxmlformats.org/officeDocument/2006/relationships/diagramColors" Target="../diagrams/colors11.xml"/><Relationship Id="rId15" Type="http://schemas.openxmlformats.org/officeDocument/2006/relationships/diagramColors" Target="../diagrams/colors13.xml"/><Relationship Id="rId10" Type="http://schemas.openxmlformats.org/officeDocument/2006/relationships/diagramColors" Target="../diagrams/colors12.xml"/><Relationship Id="rId19" Type="http://schemas.openxmlformats.org/officeDocument/2006/relationships/diagramQuickStyle" Target="../diagrams/quickStyle14.xml"/><Relationship Id="rId4" Type="http://schemas.openxmlformats.org/officeDocument/2006/relationships/diagramQuickStyle" Target="../diagrams/quickStyle11.xml"/><Relationship Id="rId9" Type="http://schemas.openxmlformats.org/officeDocument/2006/relationships/diagramQuickStyle" Target="../diagrams/quickStyle12.xml"/><Relationship Id="rId14" Type="http://schemas.openxmlformats.org/officeDocument/2006/relationships/diagramQuickStyle" Target="../diagrams/quickStyle13.xml"/><Relationship Id="rId22" Type="http://schemas.openxmlformats.org/officeDocument/2006/relationships/image" Target="../media/image3.png"/></Relationships>
</file>

<file path=ppt/slides/_rels/slide3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20.xml"/><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20.xml"/><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20.xml"/><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20.xml"/><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18.xml"/><Relationship Id="rId4" Type="http://schemas.openxmlformats.org/officeDocument/2006/relationships/image" Target="../media/image3.png"/></Relationships>
</file>

<file path=ppt/slides/_rels/slide4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5.xml"/><Relationship Id="rId1" Type="http://schemas.openxmlformats.org/officeDocument/2006/relationships/slideLayout" Target="../slideLayouts/slideLayout18.xml"/><Relationship Id="rId4" Type="http://schemas.openxmlformats.org/officeDocument/2006/relationships/image" Target="../media/image3.png"/></Relationships>
</file>

<file path=ppt/slides/_rels/slide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18.xml"/></Relationships>
</file>

<file path=ppt/slides/_rels/slide4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7.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8.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9.xml"/><Relationship Id="rId1" Type="http://schemas.openxmlformats.org/officeDocument/2006/relationships/slideLayout" Target="../slideLayouts/slideLayout18.xml"/><Relationship Id="rId4" Type="http://schemas.openxmlformats.org/officeDocument/2006/relationships/image" Target="../media/image3.png"/></Relationships>
</file>

<file path=ppt/slides/_rels/slide4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0.xml"/><Relationship Id="rId1" Type="http://schemas.openxmlformats.org/officeDocument/2006/relationships/slideLayout" Target="../slideLayouts/slideLayout18.xml"/><Relationship Id="rId4" Type="http://schemas.openxmlformats.org/officeDocument/2006/relationships/image" Target="../media/image3.png"/></Relationships>
</file>

<file path=ppt/slides/_rels/slide47.xml.rels><?xml version="1.0" encoding="UTF-8" standalone="yes"?>
<Relationships xmlns="http://schemas.openxmlformats.org/package/2006/relationships"><Relationship Id="rId3" Type="http://schemas.openxmlformats.org/officeDocument/2006/relationships/diagramLayout" Target="../diagrams/layout15.xml"/><Relationship Id="rId7" Type="http://schemas.openxmlformats.org/officeDocument/2006/relationships/image" Target="../media/image3.png"/><Relationship Id="rId2" Type="http://schemas.openxmlformats.org/officeDocument/2006/relationships/diagramData" Target="../diagrams/data15.xml"/><Relationship Id="rId1" Type="http://schemas.openxmlformats.org/officeDocument/2006/relationships/slideLayout" Target="../slideLayouts/slideLayout2.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1.bin"/><Relationship Id="rId7"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25.wmf"/><Relationship Id="rId5" Type="http://schemas.openxmlformats.org/officeDocument/2006/relationships/oleObject" Target="../embeddings/oleObject2.bin"/><Relationship Id="rId4" Type="http://schemas.openxmlformats.org/officeDocument/2006/relationships/image" Target="../media/image24.wmf"/></Relationships>
</file>

<file path=ppt/slides/_rels/slide49.xml.rels><?xml version="1.0" encoding="UTF-8" standalone="yes"?>
<Relationships xmlns="http://schemas.openxmlformats.org/package/2006/relationships"><Relationship Id="rId3" Type="http://schemas.openxmlformats.org/officeDocument/2006/relationships/diagramLayout" Target="../diagrams/layout16.xml"/><Relationship Id="rId7" Type="http://schemas.openxmlformats.org/officeDocument/2006/relationships/image" Target="../media/image3.png"/><Relationship Id="rId2" Type="http://schemas.openxmlformats.org/officeDocument/2006/relationships/diagramData" Target="../diagrams/data16.xml"/><Relationship Id="rId1" Type="http://schemas.openxmlformats.org/officeDocument/2006/relationships/slideLayout" Target="../slideLayouts/slideLayout2.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50.xml.rels><?xml version="1.0" encoding="UTF-8" standalone="yes"?>
<Relationships xmlns="http://schemas.openxmlformats.org/package/2006/relationships"><Relationship Id="rId8" Type="http://schemas.openxmlformats.org/officeDocument/2006/relationships/image" Target="../media/image27.wmf"/><Relationship Id="rId3" Type="http://schemas.openxmlformats.org/officeDocument/2006/relationships/oleObject" Target="../embeddings/oleObject3.bin"/><Relationship Id="rId7"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26.wmf"/><Relationship Id="rId5" Type="http://schemas.openxmlformats.org/officeDocument/2006/relationships/oleObject" Target="../embeddings/oleObject4.bin"/><Relationship Id="rId4" Type="http://schemas.openxmlformats.org/officeDocument/2006/relationships/image" Target="../media/image25.wmf"/><Relationship Id="rId9" Type="http://schemas.openxmlformats.org/officeDocument/2006/relationships/image" Target="../media/image3.png"/></Relationships>
</file>

<file path=ppt/slides/_rels/slide5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18.png"/></Relationships>
</file>

<file path=ppt/slides/_rels/slide5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2.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18.png"/></Relationships>
</file>

<file path=ppt/slides/_rels/slide5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3.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18.png"/></Relationships>
</file>

<file path=ppt/slides/_rels/slide5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4.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18.png"/></Relationships>
</file>

<file path=ppt/slides/_rels/slide55.xml.rels><?xml version="1.0" encoding="UTF-8" standalone="yes"?>
<Relationships xmlns="http://schemas.openxmlformats.org/package/2006/relationships"><Relationship Id="rId3" Type="http://schemas.openxmlformats.org/officeDocument/2006/relationships/diagramLayout" Target="../diagrams/layout17.xml"/><Relationship Id="rId7" Type="http://schemas.openxmlformats.org/officeDocument/2006/relationships/image" Target="../media/image3.png"/><Relationship Id="rId2" Type="http://schemas.openxmlformats.org/officeDocument/2006/relationships/diagramData" Target="../diagrams/data17.xml"/><Relationship Id="rId1" Type="http://schemas.openxmlformats.org/officeDocument/2006/relationships/slideLayout" Target="../slideLayouts/slideLayout2.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5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diagramLayout" Target="../diagrams/layout18.xml"/><Relationship Id="rId7" Type="http://schemas.openxmlformats.org/officeDocument/2006/relationships/image" Target="../media/image3.png"/><Relationship Id="rId2" Type="http://schemas.openxmlformats.org/officeDocument/2006/relationships/diagramData" Target="../diagrams/data18.xml"/><Relationship Id="rId1" Type="http://schemas.openxmlformats.org/officeDocument/2006/relationships/slideLayout" Target="../slideLayouts/slideLayout2.xml"/><Relationship Id="rId6" Type="http://schemas.microsoft.com/office/2007/relationships/diagramDrawing" Target="../diagrams/drawing18.xml"/><Relationship Id="rId5" Type="http://schemas.openxmlformats.org/officeDocument/2006/relationships/diagramColors" Target="../diagrams/colors18.xml"/><Relationship Id="rId4" Type="http://schemas.openxmlformats.org/officeDocument/2006/relationships/diagramQuickStyle" Target="../diagrams/quickStyle18.xml"/></Relationships>
</file>

<file path=ppt/slides/_rels/slide60.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notesSlide" Target="../notesSlides/notesSlide38.xml"/><Relationship Id="rId1" Type="http://schemas.openxmlformats.org/officeDocument/2006/relationships/slideLayout" Target="../slideLayouts/slideLayout20.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 Id="rId9" Type="http://schemas.openxmlformats.org/officeDocument/2006/relationships/image" Target="../media/image3.png"/></Relationships>
</file>

<file path=ppt/slides/_rels/slide61.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notesSlide" Target="../notesSlides/notesSlide39.xml"/><Relationship Id="rId1" Type="http://schemas.openxmlformats.org/officeDocument/2006/relationships/slideLayout" Target="../slideLayouts/slideLayout20.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 Id="rId9" Type="http://schemas.openxmlformats.org/officeDocument/2006/relationships/image" Target="../media/image3.png"/></Relationships>
</file>

<file path=ppt/slides/_rels/slide6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2.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3.png"/></Relationships>
</file>

<file path=ppt/slides/_rels/slide6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51193" y="2068314"/>
            <a:ext cx="9983096" cy="3035808"/>
          </a:xfrm>
        </p:spPr>
        <p:txBody>
          <a:bodyPr>
            <a:normAutofit fontScale="90000"/>
          </a:bodyPr>
          <a:lstStyle/>
          <a:p>
            <a:pPr algn="ctr"/>
            <a:r>
              <a:rPr lang="en-US" sz="7200" b="1" dirty="0">
                <a:latin typeface="Tahoma" panose="020B0604030504040204" pitchFamily="34" charset="0"/>
                <a:ea typeface="Tahoma" panose="020B0604030504040204" pitchFamily="34" charset="0"/>
                <a:cs typeface="Tahoma" panose="020B0604030504040204" pitchFamily="34" charset="0"/>
              </a:rPr>
              <a:t>PENGURUSAN KESELAMATAN DOKUMEN RAHSIA RASMI</a:t>
            </a:r>
            <a:endParaRPr lang="en-MY" sz="7200" b="1" dirty="0">
              <a:latin typeface="Tahoma" panose="020B0604030504040204" pitchFamily="34" charset="0"/>
              <a:ea typeface="Tahoma" panose="020B0604030504040204" pitchFamily="34" charset="0"/>
              <a:cs typeface="Tahoma" panose="020B0604030504040204" pitchFamily="34" charset="0"/>
            </a:endParaRPr>
          </a:p>
        </p:txBody>
      </p:sp>
      <p:pic>
        <p:nvPicPr>
          <p:cNvPr id="4" name="Picture 3" descr="goverment tig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13865" y="79301"/>
            <a:ext cx="1304628" cy="1111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 xmlns:a16="http://schemas.microsoft.com/office/drawing/2014/main" id="{9990CE40-1608-45F2-B85B-831228A31605}"/>
              </a:ext>
            </a:extLst>
          </p:cNvPr>
          <p:cNvSpPr txBox="1"/>
          <p:nvPr/>
        </p:nvSpPr>
        <p:spPr>
          <a:xfrm>
            <a:off x="1998516" y="5532760"/>
            <a:ext cx="6954415" cy="430887"/>
          </a:xfrm>
          <a:prstGeom prst="rect">
            <a:avLst/>
          </a:prstGeom>
          <a:noFill/>
        </p:spPr>
        <p:txBody>
          <a:bodyPr wrap="square">
            <a:spAutoFit/>
          </a:bodyPr>
          <a:lstStyle/>
          <a:p>
            <a:pPr>
              <a:defRPr/>
            </a:pPr>
            <a:r>
              <a:rPr lang="en-US" sz="1100" spc="280" dirty="0"/>
              <a:t>PEJABAT KETUA PEGAWAI KESELAMATAN KERAJAAN MALAYSIA</a:t>
            </a:r>
          </a:p>
          <a:p>
            <a:pPr>
              <a:defRPr/>
            </a:pPr>
            <a:r>
              <a:rPr lang="en-US" sz="1100" spc="280" dirty="0"/>
              <a:t>JABATAN PERDANA MENTERI</a:t>
            </a:r>
          </a:p>
        </p:txBody>
      </p:sp>
      <p:pic>
        <p:nvPicPr>
          <p:cNvPr id="9" name="Picture 8">
            <a:extLst>
              <a:ext uri="{FF2B5EF4-FFF2-40B4-BE49-F238E27FC236}">
                <a16:creationId xmlns="" xmlns:a16="http://schemas.microsoft.com/office/drawing/2014/main" id="{2AB9BDA7-C26B-4097-BE4E-D98EBFF06D0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3876" y="5227120"/>
            <a:ext cx="1300637" cy="1042168"/>
          </a:xfrm>
          <a:prstGeom prst="rect">
            <a:avLst/>
          </a:prstGeom>
        </p:spPr>
      </p:pic>
    </p:spTree>
    <p:extLst>
      <p:ext uri="{BB962C8B-B14F-4D97-AF65-F5344CB8AC3E}">
        <p14:creationId xmlns:p14="http://schemas.microsoft.com/office/powerpoint/2010/main" val="30899008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 xmlns:a16="http://schemas.microsoft.com/office/drawing/2014/main" id="{B6D8EF36-5AF1-4F32-B978-C030344A3FF0}"/>
              </a:ext>
            </a:extLst>
          </p:cNvPr>
          <p:cNvSpPr>
            <a:spLocks noGrp="1" noChangeArrowheads="1"/>
          </p:cNvSpPr>
          <p:nvPr>
            <p:ph type="title"/>
          </p:nvPr>
        </p:nvSpPr>
        <p:spPr>
          <a:xfrm>
            <a:off x="1523999" y="190500"/>
            <a:ext cx="9757719" cy="609600"/>
          </a:xfrm>
          <a:solidFill>
            <a:srgbClr val="C00000"/>
          </a:solidFill>
        </p:spPr>
        <p:txBody>
          <a:bodyPr rtlCol="0">
            <a:normAutofit fontScale="90000"/>
          </a:bodyPr>
          <a:lstStyle/>
          <a:p>
            <a:pPr>
              <a:defRPr/>
            </a:pPr>
            <a:r>
              <a:rPr lang="en-US" altLang="en-US" b="1" dirty="0">
                <a:solidFill>
                  <a:schemeClr val="tx1"/>
                </a:solidFill>
              </a:rPr>
              <a:t> </a:t>
            </a:r>
            <a:r>
              <a:rPr lang="en-US" altLang="en-US" b="1" dirty="0" err="1">
                <a:solidFill>
                  <a:schemeClr val="tx1"/>
                </a:solidFill>
              </a:rPr>
              <a:t>PENGENALAN</a:t>
            </a:r>
            <a:r>
              <a:rPr lang="en-US" altLang="en-US" b="1" dirty="0">
                <a:solidFill>
                  <a:schemeClr val="tx1"/>
                </a:solidFill>
              </a:rPr>
              <a:t> </a:t>
            </a:r>
            <a:r>
              <a:rPr lang="en-US" altLang="en-US" b="1" dirty="0" err="1">
                <a:solidFill>
                  <a:schemeClr val="tx1"/>
                </a:solidFill>
              </a:rPr>
              <a:t>ARAHAN</a:t>
            </a:r>
            <a:r>
              <a:rPr lang="en-US" altLang="en-US" b="1" dirty="0">
                <a:solidFill>
                  <a:schemeClr val="tx1"/>
                </a:solidFill>
              </a:rPr>
              <a:t> </a:t>
            </a:r>
            <a:r>
              <a:rPr lang="en-US" altLang="en-US" b="1" dirty="0" err="1">
                <a:solidFill>
                  <a:schemeClr val="tx1"/>
                </a:solidFill>
              </a:rPr>
              <a:t>KESELAMATAN</a:t>
            </a:r>
            <a:r>
              <a:rPr lang="en-US" altLang="en-US" b="1" dirty="0">
                <a:solidFill>
                  <a:schemeClr val="tx1"/>
                </a:solidFill>
              </a:rPr>
              <a:t> </a:t>
            </a:r>
          </a:p>
        </p:txBody>
      </p:sp>
      <p:sp>
        <p:nvSpPr>
          <p:cNvPr id="7171" name="Rectangle 3">
            <a:extLst>
              <a:ext uri="{FF2B5EF4-FFF2-40B4-BE49-F238E27FC236}">
                <a16:creationId xmlns="" xmlns:a16="http://schemas.microsoft.com/office/drawing/2014/main" id="{E54DE6B4-9808-4B40-BF75-5D8A5ED936E9}"/>
              </a:ext>
            </a:extLst>
          </p:cNvPr>
          <p:cNvSpPr>
            <a:spLocks noGrp="1" noChangeArrowheads="1"/>
          </p:cNvSpPr>
          <p:nvPr>
            <p:ph idx="1"/>
          </p:nvPr>
        </p:nvSpPr>
        <p:spPr>
          <a:xfrm>
            <a:off x="1524000" y="800894"/>
            <a:ext cx="7471720" cy="6381302"/>
          </a:xfrm>
        </p:spPr>
        <p:txBody>
          <a:bodyPr rtlCol="0" anchor="t" anchorCtr="0">
            <a:noAutofit/>
          </a:bodyPr>
          <a:lstStyle/>
          <a:p>
            <a:pPr>
              <a:lnSpc>
                <a:spcPct val="110000"/>
              </a:lnSpc>
              <a:spcAft>
                <a:spcPts val="0"/>
              </a:spcAft>
              <a:defRPr/>
            </a:pPr>
            <a:r>
              <a:rPr lang="en-US" altLang="en-US" sz="2000" dirty="0" err="1">
                <a:latin typeface="Tahoma" panose="020B0604030504040204" pitchFamily="34" charset="0"/>
                <a:ea typeface="Tahoma" panose="020B0604030504040204" pitchFamily="34" charset="0"/>
                <a:cs typeface="Tahoma" panose="020B0604030504040204" pitchFamily="34" charset="0"/>
              </a:rPr>
              <a:t>Dikeluarkan</a:t>
            </a:r>
            <a:r>
              <a:rPr lang="en-US" altLang="en-US" sz="2000" dirty="0">
                <a:latin typeface="Tahoma" panose="020B0604030504040204" pitchFamily="34" charset="0"/>
                <a:ea typeface="Tahoma" panose="020B0604030504040204" pitchFamily="34" charset="0"/>
                <a:cs typeface="Tahoma" panose="020B0604030504040204" pitchFamily="34" charset="0"/>
              </a:rPr>
              <a:t> oleh JEMAAH MENTERI. </a:t>
            </a:r>
            <a:r>
              <a:rPr lang="en-US" altLang="en-US" sz="2000" dirty="0" err="1">
                <a:latin typeface="Tahoma" panose="020B0604030504040204" pitchFamily="34" charset="0"/>
                <a:ea typeface="Tahoma" panose="020B0604030504040204" pitchFamily="34" charset="0"/>
                <a:cs typeface="Tahoma" panose="020B0604030504040204" pitchFamily="34" charset="0"/>
              </a:rPr>
              <a:t>Semakan</a:t>
            </a:r>
            <a:r>
              <a:rPr lang="en-US" altLang="en-US" sz="2000" dirty="0">
                <a:latin typeface="Tahoma" panose="020B0604030504040204" pitchFamily="34" charset="0"/>
                <a:ea typeface="Tahoma" panose="020B0604030504040204" pitchFamily="34" charset="0"/>
                <a:cs typeface="Tahoma" panose="020B0604030504040204" pitchFamily="34" charset="0"/>
              </a:rPr>
              <a:t> dan </a:t>
            </a:r>
            <a:r>
              <a:rPr lang="en-US" altLang="en-US" sz="2000" dirty="0" err="1">
                <a:latin typeface="Tahoma" panose="020B0604030504040204" pitchFamily="34" charset="0"/>
                <a:ea typeface="Tahoma" panose="020B0604030504040204" pitchFamily="34" charset="0"/>
                <a:cs typeface="Tahoma" panose="020B0604030504040204" pitchFamily="34" charset="0"/>
              </a:rPr>
              <a:t>pindaan</a:t>
            </a:r>
            <a:r>
              <a:rPr lang="en-US" altLang="en-US" sz="2000" dirty="0">
                <a:latin typeface="Tahoma" panose="020B0604030504040204" pitchFamily="34" charset="0"/>
                <a:ea typeface="Tahoma" panose="020B0604030504040204" pitchFamily="34" charset="0"/>
                <a:cs typeface="Tahoma" panose="020B0604030504040204" pitchFamily="34" charset="0"/>
              </a:rPr>
              <a:t> 2017 </a:t>
            </a:r>
            <a:r>
              <a:rPr lang="en-US" altLang="en-US" sz="2000" dirty="0" err="1">
                <a:latin typeface="Tahoma" panose="020B0604030504040204" pitchFamily="34" charset="0"/>
                <a:ea typeface="Tahoma" panose="020B0604030504040204" pitchFamily="34" charset="0"/>
                <a:cs typeface="Tahoma" panose="020B0604030504040204" pitchFamily="34" charset="0"/>
              </a:rPr>
              <a:t>diedarkan</a:t>
            </a:r>
            <a:r>
              <a:rPr lang="en-US" altLang="en-US" sz="2000" dirty="0">
                <a:latin typeface="Tahoma" panose="020B0604030504040204" pitchFamily="34" charset="0"/>
                <a:ea typeface="Tahoma" panose="020B0604030504040204" pitchFamily="34" charset="0"/>
                <a:cs typeface="Tahoma" panose="020B0604030504040204" pitchFamily="34" charset="0"/>
              </a:rPr>
              <a:t> </a:t>
            </a:r>
            <a:r>
              <a:rPr lang="en-US" altLang="en-US" sz="2000" dirty="0" err="1">
                <a:latin typeface="Tahoma" panose="020B0604030504040204" pitchFamily="34" charset="0"/>
                <a:ea typeface="Tahoma" panose="020B0604030504040204" pitchFamily="34" charset="0"/>
                <a:cs typeface="Tahoma" panose="020B0604030504040204" pitchFamily="34" charset="0"/>
              </a:rPr>
              <a:t>bermula</a:t>
            </a:r>
            <a:r>
              <a:rPr lang="en-US" altLang="en-US" sz="2000" dirty="0">
                <a:latin typeface="Tahoma" panose="020B0604030504040204" pitchFamily="34" charset="0"/>
                <a:ea typeface="Tahoma" panose="020B0604030504040204" pitchFamily="34" charset="0"/>
                <a:cs typeface="Tahoma" panose="020B0604030504040204" pitchFamily="34" charset="0"/>
              </a:rPr>
              <a:t> 2021 </a:t>
            </a:r>
            <a:r>
              <a:rPr lang="en-US" altLang="en-US" sz="2000" dirty="0" err="1">
                <a:latin typeface="Tahoma" panose="020B0604030504040204" pitchFamily="34" charset="0"/>
                <a:ea typeface="Tahoma" panose="020B0604030504040204" pitchFamily="34" charset="0"/>
                <a:cs typeface="Tahoma" panose="020B0604030504040204" pitchFamily="34" charset="0"/>
              </a:rPr>
              <a:t>kepada</a:t>
            </a:r>
            <a:r>
              <a:rPr lang="en-US" altLang="en-US" sz="2000" dirty="0">
                <a:latin typeface="Tahoma" panose="020B0604030504040204" pitchFamily="34" charset="0"/>
                <a:ea typeface="Tahoma" panose="020B0604030504040204" pitchFamily="34" charset="0"/>
                <a:cs typeface="Tahoma" panose="020B0604030504040204" pitchFamily="34" charset="0"/>
              </a:rPr>
              <a:t> </a:t>
            </a:r>
            <a:r>
              <a:rPr lang="en-US" altLang="en-US" sz="2000" dirty="0" err="1">
                <a:latin typeface="Tahoma" panose="020B0604030504040204" pitchFamily="34" charset="0"/>
                <a:ea typeface="Tahoma" panose="020B0604030504040204" pitchFamily="34" charset="0"/>
                <a:cs typeface="Tahoma" panose="020B0604030504040204" pitchFamily="34" charset="0"/>
              </a:rPr>
              <a:t>semua</a:t>
            </a:r>
            <a:r>
              <a:rPr lang="en-US" altLang="en-US" sz="2000" dirty="0">
                <a:latin typeface="Tahoma" panose="020B0604030504040204" pitchFamily="34" charset="0"/>
                <a:ea typeface="Tahoma" panose="020B0604030504040204" pitchFamily="34" charset="0"/>
                <a:cs typeface="Tahoma" panose="020B0604030504040204" pitchFamily="34" charset="0"/>
              </a:rPr>
              <a:t> </a:t>
            </a:r>
            <a:r>
              <a:rPr lang="en-US" altLang="en-US" sz="2000" dirty="0" err="1">
                <a:latin typeface="Tahoma" panose="020B0604030504040204" pitchFamily="34" charset="0"/>
                <a:ea typeface="Tahoma" panose="020B0604030504040204" pitchFamily="34" charset="0"/>
                <a:cs typeface="Tahoma" panose="020B0604030504040204" pitchFamily="34" charset="0"/>
              </a:rPr>
              <a:t>umum</a:t>
            </a:r>
            <a:r>
              <a:rPr lang="en-US" altLang="en-US" sz="2000" dirty="0">
                <a:latin typeface="Tahoma" panose="020B0604030504040204" pitchFamily="34" charset="0"/>
                <a:ea typeface="Tahoma" panose="020B0604030504040204" pitchFamily="34" charset="0"/>
                <a:cs typeface="Tahoma" panose="020B0604030504040204" pitchFamily="34" charset="0"/>
              </a:rPr>
              <a:t> (</a:t>
            </a:r>
            <a:r>
              <a:rPr lang="en-US" altLang="en-US" sz="2000" dirty="0" err="1">
                <a:latin typeface="Tahoma" panose="020B0604030504040204" pitchFamily="34" charset="0"/>
                <a:ea typeface="Tahoma" panose="020B0604030504040204" pitchFamily="34" charset="0"/>
                <a:cs typeface="Tahoma" panose="020B0604030504040204" pitchFamily="34" charset="0"/>
              </a:rPr>
              <a:t>sektor</a:t>
            </a:r>
            <a:r>
              <a:rPr lang="en-US" altLang="en-US" sz="2000" dirty="0">
                <a:latin typeface="Tahoma" panose="020B0604030504040204" pitchFamily="34" charset="0"/>
                <a:ea typeface="Tahoma" panose="020B0604030504040204" pitchFamily="34" charset="0"/>
                <a:cs typeface="Tahoma" panose="020B0604030504040204" pitchFamily="34" charset="0"/>
              </a:rPr>
              <a:t> </a:t>
            </a:r>
            <a:r>
              <a:rPr lang="en-US" altLang="en-US" sz="2000" dirty="0" err="1">
                <a:latin typeface="Tahoma" panose="020B0604030504040204" pitchFamily="34" charset="0"/>
                <a:ea typeface="Tahoma" panose="020B0604030504040204" pitchFamily="34" charset="0"/>
                <a:cs typeface="Tahoma" panose="020B0604030504040204" pitchFamily="34" charset="0"/>
              </a:rPr>
              <a:t>awam</a:t>
            </a:r>
            <a:r>
              <a:rPr lang="en-US" altLang="en-US" sz="2000" dirty="0" smtClean="0">
                <a:latin typeface="Tahoma" panose="020B0604030504040204" pitchFamily="34" charset="0"/>
                <a:ea typeface="Tahoma" panose="020B0604030504040204" pitchFamily="34" charset="0"/>
                <a:cs typeface="Tahoma" panose="020B0604030504040204" pitchFamily="34" charset="0"/>
              </a:rPr>
              <a:t>).</a:t>
            </a:r>
            <a:endParaRPr lang="en-US" altLang="en-US" sz="2000" dirty="0">
              <a:latin typeface="Tahoma" panose="020B0604030504040204" pitchFamily="34" charset="0"/>
              <a:ea typeface="Tahoma" panose="020B0604030504040204" pitchFamily="34" charset="0"/>
              <a:cs typeface="Tahoma" panose="020B0604030504040204" pitchFamily="34" charset="0"/>
            </a:endParaRPr>
          </a:p>
          <a:p>
            <a:pPr>
              <a:lnSpc>
                <a:spcPct val="110000"/>
              </a:lnSpc>
              <a:spcAft>
                <a:spcPts val="0"/>
              </a:spcAft>
              <a:defRPr/>
            </a:pPr>
            <a:r>
              <a:rPr lang="en-US" altLang="en-US" sz="2000" dirty="0" err="1">
                <a:latin typeface="Tahoma" panose="020B0604030504040204" pitchFamily="34" charset="0"/>
                <a:ea typeface="Tahoma" panose="020B0604030504040204" pitchFamily="34" charset="0"/>
                <a:cs typeface="Tahoma" panose="020B0604030504040204" pitchFamily="34" charset="0"/>
              </a:rPr>
              <a:t>Menetapkan</a:t>
            </a:r>
            <a:r>
              <a:rPr lang="en-US" altLang="en-US" sz="2000" dirty="0">
                <a:latin typeface="Tahoma" panose="020B0604030504040204" pitchFamily="34" charset="0"/>
                <a:ea typeface="Tahoma" panose="020B0604030504040204" pitchFamily="34" charset="0"/>
                <a:cs typeface="Tahoma" panose="020B0604030504040204" pitchFamily="34" charset="0"/>
              </a:rPr>
              <a:t> </a:t>
            </a:r>
            <a:r>
              <a:rPr lang="en-US" altLang="en-US" sz="2000" dirty="0" err="1">
                <a:latin typeface="Tahoma" panose="020B0604030504040204" pitchFamily="34" charset="0"/>
                <a:ea typeface="Tahoma" panose="020B0604030504040204" pitchFamily="34" charset="0"/>
                <a:cs typeface="Tahoma" panose="020B0604030504040204" pitchFamily="34" charset="0"/>
              </a:rPr>
              <a:t>darjah</a:t>
            </a:r>
            <a:r>
              <a:rPr lang="en-US" altLang="en-US" sz="2000" dirty="0">
                <a:latin typeface="Tahoma" panose="020B0604030504040204" pitchFamily="34" charset="0"/>
                <a:ea typeface="Tahoma" panose="020B0604030504040204" pitchFamily="34" charset="0"/>
                <a:cs typeface="Tahoma" panose="020B0604030504040204" pitchFamily="34" charset="0"/>
              </a:rPr>
              <a:t> </a:t>
            </a:r>
            <a:r>
              <a:rPr lang="en-US" altLang="en-US" sz="2000" dirty="0" err="1">
                <a:latin typeface="Tahoma" panose="020B0604030504040204" pitchFamily="34" charset="0"/>
                <a:ea typeface="Tahoma" panose="020B0604030504040204" pitchFamily="34" charset="0"/>
                <a:cs typeface="Tahoma" panose="020B0604030504040204" pitchFamily="34" charset="0"/>
              </a:rPr>
              <a:t>keselamatan</a:t>
            </a:r>
            <a:r>
              <a:rPr lang="en-US" altLang="en-US" sz="2000" dirty="0">
                <a:latin typeface="Tahoma" panose="020B0604030504040204" pitchFamily="34" charset="0"/>
                <a:ea typeface="Tahoma" panose="020B0604030504040204" pitchFamily="34" charset="0"/>
                <a:cs typeface="Tahoma" panose="020B0604030504040204" pitchFamily="34" charset="0"/>
              </a:rPr>
              <a:t> </a:t>
            </a:r>
            <a:r>
              <a:rPr lang="en-US" altLang="en-US" sz="2000" dirty="0" err="1">
                <a:latin typeface="Tahoma" panose="020B0604030504040204" pitchFamily="34" charset="0"/>
                <a:ea typeface="Tahoma" panose="020B0604030504040204" pitchFamily="34" charset="0"/>
                <a:cs typeface="Tahoma" panose="020B0604030504040204" pitchFamily="34" charset="0"/>
              </a:rPr>
              <a:t>untuk</a:t>
            </a:r>
            <a:r>
              <a:rPr lang="en-US" altLang="en-US" sz="2000" dirty="0">
                <a:latin typeface="Tahoma" panose="020B0604030504040204" pitchFamily="34" charset="0"/>
                <a:ea typeface="Tahoma" panose="020B0604030504040204" pitchFamily="34" charset="0"/>
                <a:cs typeface="Tahoma" panose="020B0604030504040204" pitchFamily="34" charset="0"/>
              </a:rPr>
              <a:t> </a:t>
            </a:r>
            <a:r>
              <a:rPr lang="en-US" altLang="en-US" sz="2000" dirty="0" err="1">
                <a:latin typeface="Tahoma" panose="020B0604030504040204" pitchFamily="34" charset="0"/>
                <a:ea typeface="Tahoma" panose="020B0604030504040204" pitchFamily="34" charset="0"/>
                <a:cs typeface="Tahoma" panose="020B0604030504040204" pitchFamily="34" charset="0"/>
              </a:rPr>
              <a:t>dilaksanakan</a:t>
            </a:r>
            <a:r>
              <a:rPr lang="en-US" altLang="en-US" sz="2000" dirty="0">
                <a:latin typeface="Tahoma" panose="020B0604030504040204" pitchFamily="34" charset="0"/>
                <a:ea typeface="Tahoma" panose="020B0604030504040204" pitchFamily="34" charset="0"/>
                <a:cs typeface="Tahoma" panose="020B0604030504040204" pitchFamily="34" charset="0"/>
              </a:rPr>
              <a:t> oleh </a:t>
            </a:r>
            <a:r>
              <a:rPr lang="en-US" altLang="en-US" sz="2000" dirty="0" err="1">
                <a:latin typeface="Tahoma" panose="020B0604030504040204" pitchFamily="34" charset="0"/>
                <a:ea typeface="Tahoma" panose="020B0604030504040204" pitchFamily="34" charset="0"/>
                <a:cs typeface="Tahoma" panose="020B0604030504040204" pitchFamily="34" charset="0"/>
              </a:rPr>
              <a:t>semua</a:t>
            </a:r>
            <a:r>
              <a:rPr lang="en-US" altLang="en-US" sz="2000" dirty="0">
                <a:latin typeface="Tahoma" panose="020B0604030504040204" pitchFamily="34" charset="0"/>
                <a:ea typeface="Tahoma" panose="020B0604030504040204" pitchFamily="34" charset="0"/>
                <a:cs typeface="Tahoma" panose="020B0604030504040204" pitchFamily="34" charset="0"/>
              </a:rPr>
              <a:t> </a:t>
            </a:r>
            <a:r>
              <a:rPr lang="en-US" altLang="en-US" sz="2000" dirty="0" err="1">
                <a:latin typeface="Tahoma" panose="020B0604030504040204" pitchFamily="34" charset="0"/>
                <a:ea typeface="Tahoma" panose="020B0604030504040204" pitchFamily="34" charset="0"/>
                <a:cs typeface="Tahoma" panose="020B0604030504040204" pitchFamily="34" charset="0"/>
              </a:rPr>
              <a:t>jabatan</a:t>
            </a:r>
            <a:r>
              <a:rPr lang="en-US" altLang="en-US" sz="2000" dirty="0">
                <a:latin typeface="Tahoma" panose="020B0604030504040204" pitchFamily="34" charset="0"/>
                <a:ea typeface="Tahoma" panose="020B0604030504040204" pitchFamily="34" charset="0"/>
                <a:cs typeface="Tahoma" panose="020B0604030504040204" pitchFamily="34" charset="0"/>
              </a:rPr>
              <a:t> Kerajaan:</a:t>
            </a:r>
          </a:p>
          <a:p>
            <a:pPr marL="914400" indent="-568325">
              <a:lnSpc>
                <a:spcPct val="110000"/>
              </a:lnSpc>
              <a:spcAft>
                <a:spcPts val="0"/>
              </a:spcAft>
              <a:buFont typeface="Wingdings" panose="05000000000000000000" pitchFamily="2" charset="2"/>
              <a:buChar char="v"/>
              <a:defRPr/>
            </a:pPr>
            <a:r>
              <a:rPr lang="en-US" altLang="en-US" sz="2000" dirty="0" err="1">
                <a:latin typeface="Tahoma" panose="020B0604030504040204" pitchFamily="34" charset="0"/>
                <a:ea typeface="Tahoma" panose="020B0604030504040204" pitchFamily="34" charset="0"/>
                <a:cs typeface="Tahoma" panose="020B0604030504040204" pitchFamily="34" charset="0"/>
              </a:rPr>
              <a:t>Keselamatan</a:t>
            </a:r>
            <a:r>
              <a:rPr lang="en-US" altLang="en-US" sz="2000" dirty="0">
                <a:latin typeface="Tahoma" panose="020B0604030504040204" pitchFamily="34" charset="0"/>
                <a:ea typeface="Tahoma" panose="020B0604030504040204" pitchFamily="34" charset="0"/>
                <a:cs typeface="Tahoma" panose="020B0604030504040204" pitchFamily="34" charset="0"/>
              </a:rPr>
              <a:t> </a:t>
            </a:r>
            <a:r>
              <a:rPr lang="en-US" altLang="en-US" sz="2000" dirty="0" err="1">
                <a:latin typeface="Tahoma" panose="020B0604030504040204" pitchFamily="34" charset="0"/>
                <a:ea typeface="Tahoma" panose="020B0604030504040204" pitchFamily="34" charset="0"/>
                <a:cs typeface="Tahoma" panose="020B0604030504040204" pitchFamily="34" charset="0"/>
              </a:rPr>
              <a:t>Perlindungan</a:t>
            </a:r>
            <a:r>
              <a:rPr lang="en-US" altLang="en-US" sz="2000" dirty="0">
                <a:latin typeface="Tahoma" panose="020B0604030504040204" pitchFamily="34" charset="0"/>
                <a:ea typeface="Tahoma" panose="020B0604030504040204" pitchFamily="34" charset="0"/>
                <a:cs typeface="Tahoma" panose="020B0604030504040204" pitchFamily="34" charset="0"/>
              </a:rPr>
              <a:t> </a:t>
            </a:r>
            <a:r>
              <a:rPr lang="en-US" altLang="en-US" sz="2000" dirty="0" err="1">
                <a:latin typeface="Tahoma" panose="020B0604030504040204" pitchFamily="34" charset="0"/>
                <a:ea typeface="Tahoma" panose="020B0604030504040204" pitchFamily="34" charset="0"/>
                <a:cs typeface="Tahoma" panose="020B0604030504040204" pitchFamily="34" charset="0"/>
              </a:rPr>
              <a:t>Fizikal</a:t>
            </a:r>
            <a:r>
              <a:rPr lang="en-US" altLang="en-US" sz="2000" dirty="0">
                <a:latin typeface="Tahoma" panose="020B0604030504040204" pitchFamily="34" charset="0"/>
                <a:ea typeface="Tahoma" panose="020B0604030504040204" pitchFamily="34" charset="0"/>
                <a:cs typeface="Tahoma" panose="020B0604030504040204" pitchFamily="34" charset="0"/>
              </a:rPr>
              <a:t> </a:t>
            </a:r>
            <a:r>
              <a:rPr lang="en-US" altLang="en-US" sz="2000" dirty="0" err="1">
                <a:latin typeface="Tahoma" panose="020B0604030504040204" pitchFamily="34" charset="0"/>
                <a:ea typeface="Tahoma" panose="020B0604030504040204" pitchFamily="34" charset="0"/>
                <a:cs typeface="Tahoma" panose="020B0604030504040204" pitchFamily="34" charset="0"/>
              </a:rPr>
              <a:t>ke</a:t>
            </a:r>
            <a:r>
              <a:rPr lang="en-US" altLang="en-US" sz="2000" dirty="0">
                <a:latin typeface="Tahoma" panose="020B0604030504040204" pitchFamily="34" charset="0"/>
                <a:ea typeface="Tahoma" panose="020B0604030504040204" pitchFamily="34" charset="0"/>
                <a:cs typeface="Tahoma" panose="020B0604030504040204" pitchFamily="34" charset="0"/>
              </a:rPr>
              <a:t> </a:t>
            </a:r>
            <a:r>
              <a:rPr lang="en-US" altLang="en-US" sz="2000" dirty="0" err="1">
                <a:latin typeface="Tahoma" panose="020B0604030504040204" pitchFamily="34" charset="0"/>
                <a:ea typeface="Tahoma" panose="020B0604030504040204" pitchFamily="34" charset="0"/>
                <a:cs typeface="Tahoma" panose="020B0604030504040204" pitchFamily="34" charset="0"/>
              </a:rPr>
              <a:t>atas</a:t>
            </a:r>
            <a:r>
              <a:rPr lang="en-US" altLang="en-US" sz="2000" dirty="0">
                <a:latin typeface="Tahoma" panose="020B0604030504040204" pitchFamily="34" charset="0"/>
                <a:ea typeface="Tahoma" panose="020B0604030504040204" pitchFamily="34" charset="0"/>
                <a:cs typeface="Tahoma" panose="020B0604030504040204" pitchFamily="34" charset="0"/>
              </a:rPr>
              <a:t> </a:t>
            </a:r>
            <a:r>
              <a:rPr lang="en-US" altLang="en-US" sz="2000" dirty="0" err="1">
                <a:latin typeface="Tahoma" panose="020B0604030504040204" pitchFamily="34" charset="0"/>
                <a:ea typeface="Tahoma" panose="020B0604030504040204" pitchFamily="34" charset="0"/>
                <a:cs typeface="Tahoma" panose="020B0604030504040204" pitchFamily="34" charset="0"/>
              </a:rPr>
              <a:t>bangunan</a:t>
            </a:r>
            <a:r>
              <a:rPr lang="en-US" altLang="en-US" sz="2000" dirty="0">
                <a:latin typeface="Tahoma" panose="020B0604030504040204" pitchFamily="34" charset="0"/>
                <a:ea typeface="Tahoma" panose="020B0604030504040204" pitchFamily="34" charset="0"/>
                <a:cs typeface="Tahoma" panose="020B0604030504040204" pitchFamily="34" charset="0"/>
              </a:rPr>
              <a:t> dan </a:t>
            </a:r>
            <a:r>
              <a:rPr lang="en-US" altLang="en-US" sz="2000" dirty="0" err="1">
                <a:latin typeface="Tahoma" panose="020B0604030504040204" pitchFamily="34" charset="0"/>
                <a:ea typeface="Tahoma" panose="020B0604030504040204" pitchFamily="34" charset="0"/>
                <a:cs typeface="Tahoma" panose="020B0604030504040204" pitchFamily="34" charset="0"/>
              </a:rPr>
              <a:t>pepasangan</a:t>
            </a:r>
            <a:r>
              <a:rPr lang="en-US" altLang="en-US" sz="2000" dirty="0">
                <a:latin typeface="Tahoma" panose="020B0604030504040204" pitchFamily="34" charset="0"/>
                <a:ea typeface="Tahoma" panose="020B0604030504040204" pitchFamily="34" charset="0"/>
                <a:cs typeface="Tahoma" panose="020B0604030504040204" pitchFamily="34" charset="0"/>
              </a:rPr>
              <a:t> </a:t>
            </a:r>
            <a:r>
              <a:rPr lang="en-US" altLang="en-US" sz="2000" dirty="0" err="1">
                <a:latin typeface="Tahoma" panose="020B0604030504040204" pitchFamily="34" charset="0"/>
                <a:ea typeface="Tahoma" panose="020B0604030504040204" pitchFamily="34" charset="0"/>
                <a:cs typeface="Tahoma" panose="020B0604030504040204" pitchFamily="34" charset="0"/>
              </a:rPr>
              <a:t>daripada</a:t>
            </a:r>
            <a:r>
              <a:rPr lang="en-US" altLang="en-US" sz="2000" dirty="0">
                <a:latin typeface="Tahoma" panose="020B0604030504040204" pitchFamily="34" charset="0"/>
                <a:ea typeface="Tahoma" panose="020B0604030504040204" pitchFamily="34" charset="0"/>
                <a:cs typeface="Tahoma" panose="020B0604030504040204" pitchFamily="34" charset="0"/>
              </a:rPr>
              <a:t> </a:t>
            </a:r>
            <a:r>
              <a:rPr lang="en-US" altLang="en-US" sz="2000" dirty="0" err="1">
                <a:latin typeface="Tahoma" panose="020B0604030504040204" pitchFamily="34" charset="0"/>
                <a:ea typeface="Tahoma" panose="020B0604030504040204" pitchFamily="34" charset="0"/>
                <a:cs typeface="Tahoma" panose="020B0604030504040204" pitchFamily="34" charset="0"/>
              </a:rPr>
              <a:t>sebarang</a:t>
            </a:r>
            <a:r>
              <a:rPr lang="en-US" altLang="en-US" sz="2000" dirty="0">
                <a:latin typeface="Tahoma" panose="020B0604030504040204" pitchFamily="34" charset="0"/>
                <a:ea typeface="Tahoma" panose="020B0604030504040204" pitchFamily="34" charset="0"/>
                <a:cs typeface="Tahoma" panose="020B0604030504040204" pitchFamily="34" charset="0"/>
              </a:rPr>
              <a:t> </a:t>
            </a:r>
            <a:r>
              <a:rPr lang="en-US" altLang="en-US" sz="2000" dirty="0" err="1">
                <a:latin typeface="Tahoma" panose="020B0604030504040204" pitchFamily="34" charset="0"/>
                <a:ea typeface="Tahoma" panose="020B0604030504040204" pitchFamily="34" charset="0"/>
                <a:cs typeface="Tahoma" panose="020B0604030504040204" pitchFamily="34" charset="0"/>
              </a:rPr>
              <a:t>ancaman</a:t>
            </a:r>
            <a:r>
              <a:rPr lang="en-US" altLang="en-US" sz="2000" dirty="0">
                <a:latin typeface="Tahoma" panose="020B0604030504040204" pitchFamily="34" charset="0"/>
                <a:ea typeface="Tahoma" panose="020B0604030504040204" pitchFamily="34" charset="0"/>
                <a:cs typeface="Tahoma" panose="020B0604030504040204" pitchFamily="34" charset="0"/>
              </a:rPr>
              <a:t>;  </a:t>
            </a:r>
          </a:p>
          <a:p>
            <a:pPr marL="914400" indent="-568325">
              <a:lnSpc>
                <a:spcPct val="110000"/>
              </a:lnSpc>
              <a:spcAft>
                <a:spcPts val="0"/>
              </a:spcAft>
              <a:buFont typeface="Wingdings" panose="05000000000000000000" pitchFamily="2" charset="2"/>
              <a:buChar char="v"/>
              <a:defRPr/>
            </a:pPr>
            <a:r>
              <a:rPr lang="en-US" altLang="en-US" sz="2000" dirty="0" err="1">
                <a:latin typeface="Tahoma" panose="020B0604030504040204" pitchFamily="34" charset="0"/>
                <a:ea typeface="Tahoma" panose="020B0604030504040204" pitchFamily="34" charset="0"/>
                <a:cs typeface="Tahoma" panose="020B0604030504040204" pitchFamily="34" charset="0"/>
              </a:rPr>
              <a:t>Keselamatan</a:t>
            </a:r>
            <a:r>
              <a:rPr lang="en-US" altLang="en-US" sz="2000" dirty="0">
                <a:latin typeface="Tahoma" panose="020B0604030504040204" pitchFamily="34" charset="0"/>
                <a:ea typeface="Tahoma" panose="020B0604030504040204" pitchFamily="34" charset="0"/>
                <a:cs typeface="Tahoma" panose="020B0604030504040204" pitchFamily="34" charset="0"/>
              </a:rPr>
              <a:t> </a:t>
            </a:r>
            <a:r>
              <a:rPr lang="en-US" altLang="en-US" sz="2000" dirty="0" err="1">
                <a:latin typeface="Tahoma" panose="020B0604030504040204" pitchFamily="34" charset="0"/>
                <a:ea typeface="Tahoma" panose="020B0604030504040204" pitchFamily="34" charset="0"/>
                <a:cs typeface="Tahoma" panose="020B0604030504040204" pitchFamily="34" charset="0"/>
              </a:rPr>
              <a:t>Perlindungan</a:t>
            </a:r>
            <a:r>
              <a:rPr lang="en-US" altLang="en-US" sz="2000" dirty="0">
                <a:latin typeface="Tahoma" panose="020B0604030504040204" pitchFamily="34" charset="0"/>
                <a:ea typeface="Tahoma" panose="020B0604030504040204" pitchFamily="34" charset="0"/>
                <a:cs typeface="Tahoma" panose="020B0604030504040204" pitchFamily="34" charset="0"/>
              </a:rPr>
              <a:t> </a:t>
            </a:r>
            <a:r>
              <a:rPr lang="en-US" altLang="en-US" sz="2000" dirty="0" err="1">
                <a:latin typeface="Tahoma" panose="020B0604030504040204" pitchFamily="34" charset="0"/>
                <a:ea typeface="Tahoma" panose="020B0604030504040204" pitchFamily="34" charset="0"/>
                <a:cs typeface="Tahoma" panose="020B0604030504040204" pitchFamily="34" charset="0"/>
              </a:rPr>
              <a:t>dokumen</a:t>
            </a:r>
            <a:r>
              <a:rPr lang="en-US" altLang="en-US" sz="2000" dirty="0">
                <a:latin typeface="Tahoma" panose="020B0604030504040204" pitchFamily="34" charset="0"/>
                <a:ea typeface="Tahoma" panose="020B0604030504040204" pitchFamily="34" charset="0"/>
                <a:cs typeface="Tahoma" panose="020B0604030504040204" pitchFamily="34" charset="0"/>
              </a:rPr>
              <a:t> dan </a:t>
            </a:r>
            <a:r>
              <a:rPr lang="en-US" altLang="en-US" sz="2000" dirty="0" err="1">
                <a:latin typeface="Tahoma" panose="020B0604030504040204" pitchFamily="34" charset="0"/>
                <a:ea typeface="Tahoma" panose="020B0604030504040204" pitchFamily="34" charset="0"/>
                <a:cs typeface="Tahoma" panose="020B0604030504040204" pitchFamily="34" charset="0"/>
              </a:rPr>
              <a:t>maklumat</a:t>
            </a:r>
            <a:r>
              <a:rPr lang="en-US" altLang="en-US" sz="2000" dirty="0">
                <a:latin typeface="Tahoma" panose="020B0604030504040204" pitchFamily="34" charset="0"/>
                <a:ea typeface="Tahoma" panose="020B0604030504040204" pitchFamily="34" charset="0"/>
                <a:cs typeface="Tahoma" panose="020B0604030504040204" pitchFamily="34" charset="0"/>
              </a:rPr>
              <a:t> </a:t>
            </a:r>
            <a:r>
              <a:rPr lang="en-US" altLang="en-US" sz="2000" dirty="0" err="1">
                <a:latin typeface="Tahoma" panose="020B0604030504040204" pitchFamily="34" charset="0"/>
                <a:ea typeface="Tahoma" panose="020B0604030504040204" pitchFamily="34" charset="0"/>
                <a:cs typeface="Tahoma" panose="020B0604030504040204" pitchFamily="34" charset="0"/>
              </a:rPr>
              <a:t>daripada</a:t>
            </a:r>
            <a:r>
              <a:rPr lang="en-US" altLang="en-US" sz="2000" dirty="0">
                <a:latin typeface="Tahoma" panose="020B0604030504040204" pitchFamily="34" charset="0"/>
                <a:ea typeface="Tahoma" panose="020B0604030504040204" pitchFamily="34" charset="0"/>
                <a:cs typeface="Tahoma" panose="020B0604030504040204" pitchFamily="34" charset="0"/>
              </a:rPr>
              <a:t> </a:t>
            </a:r>
            <a:r>
              <a:rPr lang="en-US" altLang="en-US" sz="2000" dirty="0" err="1">
                <a:latin typeface="Tahoma" panose="020B0604030504040204" pitchFamily="34" charset="0"/>
                <a:ea typeface="Tahoma" panose="020B0604030504040204" pitchFamily="34" charset="0"/>
                <a:cs typeface="Tahoma" panose="020B0604030504040204" pitchFamily="34" charset="0"/>
              </a:rPr>
              <a:t>ancaman</a:t>
            </a:r>
            <a:r>
              <a:rPr lang="en-US" altLang="en-US" sz="2000" dirty="0">
                <a:latin typeface="Tahoma" panose="020B0604030504040204" pitchFamily="34" charset="0"/>
                <a:ea typeface="Tahoma" panose="020B0604030504040204" pitchFamily="34" charset="0"/>
                <a:cs typeface="Tahoma" panose="020B0604030504040204" pitchFamily="34" charset="0"/>
              </a:rPr>
              <a:t>; dan</a:t>
            </a:r>
          </a:p>
          <a:p>
            <a:pPr marL="914400" indent="-568325">
              <a:lnSpc>
                <a:spcPct val="110000"/>
              </a:lnSpc>
              <a:spcAft>
                <a:spcPts val="0"/>
              </a:spcAft>
              <a:buFont typeface="Wingdings" panose="05000000000000000000" pitchFamily="2" charset="2"/>
              <a:buChar char="v"/>
              <a:defRPr/>
            </a:pPr>
            <a:r>
              <a:rPr lang="en-US" altLang="en-US" sz="2000" dirty="0" err="1">
                <a:latin typeface="Tahoma" panose="020B0604030504040204" pitchFamily="34" charset="0"/>
                <a:ea typeface="Tahoma" panose="020B0604030504040204" pitchFamily="34" charset="0"/>
                <a:cs typeface="Tahoma" panose="020B0604030504040204" pitchFamily="34" charset="0"/>
              </a:rPr>
              <a:t>Keselamatan</a:t>
            </a:r>
            <a:r>
              <a:rPr lang="en-US" altLang="en-US" sz="2000" dirty="0">
                <a:latin typeface="Tahoma" panose="020B0604030504040204" pitchFamily="34" charset="0"/>
                <a:ea typeface="Tahoma" panose="020B0604030504040204" pitchFamily="34" charset="0"/>
                <a:cs typeface="Tahoma" panose="020B0604030504040204" pitchFamily="34" charset="0"/>
              </a:rPr>
              <a:t> </a:t>
            </a:r>
            <a:r>
              <a:rPr lang="en-US" altLang="en-US" sz="2000" dirty="0" err="1">
                <a:latin typeface="Tahoma" panose="020B0604030504040204" pitchFamily="34" charset="0"/>
                <a:ea typeface="Tahoma" panose="020B0604030504040204" pitchFamily="34" charset="0"/>
                <a:cs typeface="Tahoma" panose="020B0604030504040204" pitchFamily="34" charset="0"/>
              </a:rPr>
              <a:t>Perlindungan</a:t>
            </a:r>
            <a:r>
              <a:rPr lang="en-US" altLang="en-US" sz="2000" dirty="0">
                <a:latin typeface="Tahoma" panose="020B0604030504040204" pitchFamily="34" charset="0"/>
                <a:ea typeface="Tahoma" panose="020B0604030504040204" pitchFamily="34" charset="0"/>
                <a:cs typeface="Tahoma" panose="020B0604030504040204" pitchFamily="34" charset="0"/>
              </a:rPr>
              <a:t> </a:t>
            </a:r>
            <a:r>
              <a:rPr lang="en-US" altLang="en-US" sz="2000" dirty="0" err="1">
                <a:latin typeface="Tahoma" panose="020B0604030504040204" pitchFamily="34" charset="0"/>
                <a:ea typeface="Tahoma" panose="020B0604030504040204" pitchFamily="34" charset="0"/>
                <a:cs typeface="Tahoma" panose="020B0604030504040204" pitchFamily="34" charset="0"/>
              </a:rPr>
              <a:t>peribadi</a:t>
            </a:r>
            <a:r>
              <a:rPr lang="en-US" altLang="en-US" sz="2000" dirty="0">
                <a:latin typeface="Tahoma" panose="020B0604030504040204" pitchFamily="34" charset="0"/>
                <a:ea typeface="Tahoma" panose="020B0604030504040204" pitchFamily="34" charset="0"/>
                <a:cs typeface="Tahoma" panose="020B0604030504040204" pitchFamily="34" charset="0"/>
              </a:rPr>
              <a:t>  </a:t>
            </a:r>
            <a:r>
              <a:rPr lang="en-US" altLang="en-US" sz="2000" dirty="0" err="1">
                <a:latin typeface="Tahoma" panose="020B0604030504040204" pitchFamily="34" charset="0"/>
                <a:ea typeface="Tahoma" panose="020B0604030504040204" pitchFamily="34" charset="0"/>
                <a:cs typeface="Tahoma" panose="020B0604030504040204" pitchFamily="34" charset="0"/>
              </a:rPr>
              <a:t>bagi</a:t>
            </a:r>
            <a:r>
              <a:rPr lang="en-US" altLang="en-US" sz="2000" dirty="0">
                <a:latin typeface="Tahoma" panose="020B0604030504040204" pitchFamily="34" charset="0"/>
                <a:ea typeface="Tahoma" panose="020B0604030504040204" pitchFamily="34" charset="0"/>
                <a:cs typeface="Tahoma" panose="020B0604030504040204" pitchFamily="34" charset="0"/>
              </a:rPr>
              <a:t> </a:t>
            </a:r>
            <a:r>
              <a:rPr lang="en-US" altLang="en-US" sz="2000" dirty="0" err="1">
                <a:latin typeface="Tahoma" panose="020B0604030504040204" pitchFamily="34" charset="0"/>
                <a:ea typeface="Tahoma" panose="020B0604030504040204" pitchFamily="34" charset="0"/>
                <a:cs typeface="Tahoma" panose="020B0604030504040204" pitchFamily="34" charset="0"/>
              </a:rPr>
              <a:t>memastikan</a:t>
            </a:r>
            <a:r>
              <a:rPr lang="en-US" altLang="en-US" sz="2000" dirty="0">
                <a:latin typeface="Tahoma" panose="020B0604030504040204" pitchFamily="34" charset="0"/>
                <a:ea typeface="Tahoma" panose="020B0604030504040204" pitchFamily="34" charset="0"/>
                <a:cs typeface="Tahoma" panose="020B0604030504040204" pitchFamily="34" charset="0"/>
              </a:rPr>
              <a:t> </a:t>
            </a:r>
            <a:r>
              <a:rPr lang="en-US" altLang="en-US" sz="2000" dirty="0" err="1">
                <a:latin typeface="Tahoma" panose="020B0604030504040204" pitchFamily="34" charset="0"/>
                <a:ea typeface="Tahoma" panose="020B0604030504040204" pitchFamily="34" charset="0"/>
                <a:cs typeface="Tahoma" panose="020B0604030504040204" pitchFamily="34" charset="0"/>
              </a:rPr>
              <a:t>kesetiaan</a:t>
            </a:r>
            <a:r>
              <a:rPr lang="en-US" altLang="en-US" sz="2000" dirty="0">
                <a:latin typeface="Tahoma" panose="020B0604030504040204" pitchFamily="34" charset="0"/>
                <a:ea typeface="Tahoma" panose="020B0604030504040204" pitchFamily="34" charset="0"/>
                <a:cs typeface="Tahoma" panose="020B0604030504040204" pitchFamily="34" charset="0"/>
              </a:rPr>
              <a:t> / </a:t>
            </a:r>
            <a:r>
              <a:rPr lang="en-US" altLang="en-US" sz="2000" dirty="0" err="1">
                <a:latin typeface="Tahoma" panose="020B0604030504040204" pitchFamily="34" charset="0"/>
                <a:ea typeface="Tahoma" panose="020B0604030504040204" pitchFamily="34" charset="0"/>
                <a:cs typeface="Tahoma" panose="020B0604030504040204" pitchFamily="34" charset="0"/>
              </a:rPr>
              <a:t>kejujuran</a:t>
            </a:r>
            <a:r>
              <a:rPr lang="en-US" altLang="en-US" sz="2000" dirty="0">
                <a:latin typeface="Tahoma" panose="020B0604030504040204" pitchFamily="34" charset="0"/>
                <a:ea typeface="Tahoma" panose="020B0604030504040204" pitchFamily="34" charset="0"/>
                <a:cs typeface="Tahoma" panose="020B0604030504040204" pitchFamily="34" charset="0"/>
              </a:rPr>
              <a:t> </a:t>
            </a:r>
            <a:r>
              <a:rPr lang="en-US" altLang="en-US" sz="2000" dirty="0" err="1">
                <a:latin typeface="Tahoma" panose="020B0604030504040204" pitchFamily="34" charset="0"/>
                <a:ea typeface="Tahoma" panose="020B0604030504040204" pitchFamily="34" charset="0"/>
                <a:cs typeface="Tahoma" panose="020B0604030504040204" pitchFamily="34" charset="0"/>
              </a:rPr>
              <a:t>personel</a:t>
            </a:r>
            <a:r>
              <a:rPr lang="en-US" altLang="en-US" sz="2000" dirty="0">
                <a:latin typeface="Tahoma" panose="020B0604030504040204" pitchFamily="34" charset="0"/>
                <a:ea typeface="Tahoma" panose="020B0604030504040204" pitchFamily="34" charset="0"/>
                <a:cs typeface="Tahoma" panose="020B0604030504040204" pitchFamily="34" charset="0"/>
              </a:rPr>
              <a:t>.</a:t>
            </a:r>
          </a:p>
          <a:p>
            <a:pPr marL="914400" indent="-568325">
              <a:lnSpc>
                <a:spcPct val="110000"/>
              </a:lnSpc>
              <a:spcAft>
                <a:spcPts val="0"/>
              </a:spcAft>
              <a:buFont typeface="Wingdings" panose="05000000000000000000" pitchFamily="2" charset="2"/>
              <a:buChar char="v"/>
              <a:defRPr/>
            </a:pPr>
            <a:r>
              <a:rPr lang="en-US" altLang="en-US" sz="2000" dirty="0">
                <a:latin typeface="Tahoma" panose="020B0604030504040204" pitchFamily="34" charset="0"/>
                <a:ea typeface="Tahoma" panose="020B0604030504040204" pitchFamily="34" charset="0"/>
                <a:cs typeface="Tahoma" panose="020B0604030504040204" pitchFamily="34" charset="0"/>
              </a:rPr>
              <a:t>Pelan </a:t>
            </a:r>
            <a:r>
              <a:rPr lang="en-US" altLang="en-US" sz="2000" dirty="0" err="1">
                <a:latin typeface="Tahoma" panose="020B0604030504040204" pitchFamily="34" charset="0"/>
                <a:ea typeface="Tahoma" panose="020B0604030504040204" pitchFamily="34" charset="0"/>
                <a:cs typeface="Tahoma" panose="020B0604030504040204" pitchFamily="34" charset="0"/>
              </a:rPr>
              <a:t>Kesinambungan</a:t>
            </a:r>
            <a:r>
              <a:rPr lang="en-US" altLang="en-US" sz="2000" dirty="0">
                <a:latin typeface="Tahoma" panose="020B0604030504040204" pitchFamily="34" charset="0"/>
                <a:ea typeface="Tahoma" panose="020B0604030504040204" pitchFamily="34" charset="0"/>
                <a:cs typeface="Tahoma" panose="020B0604030504040204" pitchFamily="34" charset="0"/>
              </a:rPr>
              <a:t> </a:t>
            </a:r>
            <a:r>
              <a:rPr lang="en-US" altLang="en-US" sz="2000" dirty="0" err="1">
                <a:latin typeface="Tahoma" panose="020B0604030504040204" pitchFamily="34" charset="0"/>
                <a:ea typeface="Tahoma" panose="020B0604030504040204" pitchFamily="34" charset="0"/>
                <a:cs typeface="Tahoma" panose="020B0604030504040204" pitchFamily="34" charset="0"/>
              </a:rPr>
              <a:t>Perkhidmatan</a:t>
            </a:r>
            <a:r>
              <a:rPr lang="en-US" altLang="en-US" sz="2000" dirty="0">
                <a:latin typeface="Tahoma" panose="020B0604030504040204" pitchFamily="34" charset="0"/>
                <a:ea typeface="Tahoma" panose="020B0604030504040204" pitchFamily="34" charset="0"/>
                <a:cs typeface="Tahoma" panose="020B0604030504040204" pitchFamily="34" charset="0"/>
              </a:rPr>
              <a:t> </a:t>
            </a:r>
            <a:r>
              <a:rPr lang="en-US" altLang="en-US" sz="2000" dirty="0" err="1">
                <a:latin typeface="Tahoma" panose="020B0604030504040204" pitchFamily="34" charset="0"/>
                <a:ea typeface="Tahoma" panose="020B0604030504040204" pitchFamily="34" charset="0"/>
                <a:cs typeface="Tahoma" panose="020B0604030504040204" pitchFamily="34" charset="0"/>
              </a:rPr>
              <a:t>kepada</a:t>
            </a:r>
            <a:r>
              <a:rPr lang="en-US" altLang="en-US" sz="2000" dirty="0">
                <a:latin typeface="Tahoma" panose="020B0604030504040204" pitchFamily="34" charset="0"/>
                <a:ea typeface="Tahoma" panose="020B0604030504040204" pitchFamily="34" charset="0"/>
                <a:cs typeface="Tahoma" panose="020B0604030504040204" pitchFamily="34" charset="0"/>
              </a:rPr>
              <a:t> </a:t>
            </a:r>
            <a:r>
              <a:rPr lang="en-US" altLang="en-US" sz="2000" dirty="0" err="1">
                <a:latin typeface="Tahoma" panose="020B0604030504040204" pitchFamily="34" charset="0"/>
                <a:ea typeface="Tahoma" panose="020B0604030504040204" pitchFamily="34" charset="0"/>
                <a:cs typeface="Tahoma" panose="020B0604030504040204" pitchFamily="34" charset="0"/>
              </a:rPr>
              <a:t>perkhidmatan</a:t>
            </a:r>
            <a:r>
              <a:rPr lang="en-US" altLang="en-US" sz="2000" dirty="0">
                <a:latin typeface="Tahoma" panose="020B0604030504040204" pitchFamily="34" charset="0"/>
                <a:ea typeface="Tahoma" panose="020B0604030504040204" pitchFamily="34" charset="0"/>
                <a:cs typeface="Tahoma" panose="020B0604030504040204" pitchFamily="34" charset="0"/>
              </a:rPr>
              <a:t> </a:t>
            </a:r>
            <a:r>
              <a:rPr lang="en-US" altLang="en-US" sz="2000" dirty="0" err="1">
                <a:latin typeface="Tahoma" panose="020B0604030504040204" pitchFamily="34" charset="0"/>
                <a:ea typeface="Tahoma" panose="020B0604030504040204" pitchFamily="34" charset="0"/>
                <a:cs typeface="Tahoma" panose="020B0604030504040204" pitchFamily="34" charset="0"/>
              </a:rPr>
              <a:t>sektor</a:t>
            </a:r>
            <a:r>
              <a:rPr lang="en-US" altLang="en-US" sz="2000" dirty="0">
                <a:latin typeface="Tahoma" panose="020B0604030504040204" pitchFamily="34" charset="0"/>
                <a:ea typeface="Tahoma" panose="020B0604030504040204" pitchFamily="34" charset="0"/>
                <a:cs typeface="Tahoma" panose="020B0604030504040204" pitchFamily="34" charset="0"/>
              </a:rPr>
              <a:t> </a:t>
            </a:r>
            <a:r>
              <a:rPr lang="en-US" altLang="en-US" sz="2000" dirty="0" err="1">
                <a:latin typeface="Tahoma" panose="020B0604030504040204" pitchFamily="34" charset="0"/>
                <a:ea typeface="Tahoma" panose="020B0604030504040204" pitchFamily="34" charset="0"/>
                <a:cs typeface="Tahoma" panose="020B0604030504040204" pitchFamily="34" charset="0"/>
              </a:rPr>
              <a:t>awam</a:t>
            </a:r>
            <a:r>
              <a:rPr lang="en-US" altLang="en-US" sz="2000" dirty="0">
                <a:latin typeface="Tahoma" panose="020B0604030504040204" pitchFamily="34" charset="0"/>
                <a:ea typeface="Tahoma" panose="020B0604030504040204" pitchFamily="34" charset="0"/>
                <a:cs typeface="Tahoma" panose="020B0604030504040204" pitchFamily="34" charset="0"/>
              </a:rPr>
              <a:t>.</a:t>
            </a:r>
          </a:p>
          <a:p>
            <a:pPr marL="914400" indent="-568325">
              <a:lnSpc>
                <a:spcPct val="110000"/>
              </a:lnSpc>
              <a:spcAft>
                <a:spcPts val="0"/>
              </a:spcAft>
              <a:buFont typeface="Wingdings" panose="05000000000000000000" pitchFamily="2" charset="2"/>
              <a:buChar char="v"/>
              <a:defRPr/>
            </a:pPr>
            <a:r>
              <a:rPr lang="en-US" altLang="en-US" sz="2000" dirty="0" err="1">
                <a:latin typeface="Tahoma" panose="020B0604030504040204" pitchFamily="34" charset="0"/>
                <a:ea typeface="Tahoma" panose="020B0604030504040204" pitchFamily="34" charset="0"/>
                <a:cs typeface="Tahoma" panose="020B0604030504040204" pitchFamily="34" charset="0"/>
              </a:rPr>
              <a:t>Memperkasakan</a:t>
            </a:r>
            <a:r>
              <a:rPr lang="en-US" altLang="en-US" sz="2000" dirty="0">
                <a:latin typeface="Tahoma" panose="020B0604030504040204" pitchFamily="34" charset="0"/>
                <a:ea typeface="Tahoma" panose="020B0604030504040204" pitchFamily="34" charset="0"/>
                <a:cs typeface="Tahoma" panose="020B0604030504040204" pitchFamily="34" charset="0"/>
              </a:rPr>
              <a:t> </a:t>
            </a:r>
            <a:r>
              <a:rPr lang="en-US" altLang="en-US" sz="2000" dirty="0" err="1">
                <a:latin typeface="Tahoma" panose="020B0604030504040204" pitchFamily="34" charset="0"/>
                <a:ea typeface="Tahoma" panose="020B0604030504040204" pitchFamily="34" charset="0"/>
                <a:cs typeface="Tahoma" panose="020B0604030504040204" pitchFamily="34" charset="0"/>
              </a:rPr>
              <a:t>keselamatan</a:t>
            </a:r>
            <a:r>
              <a:rPr lang="en-US" altLang="en-US" sz="2000" dirty="0">
                <a:latin typeface="Tahoma" panose="020B0604030504040204" pitchFamily="34" charset="0"/>
                <a:ea typeface="Tahoma" panose="020B0604030504040204" pitchFamily="34" charset="0"/>
                <a:cs typeface="Tahoma" panose="020B0604030504040204" pitchFamily="34" charset="0"/>
              </a:rPr>
              <a:t> ICT </a:t>
            </a:r>
            <a:r>
              <a:rPr lang="en-US" altLang="en-US" sz="2000" dirty="0" err="1">
                <a:latin typeface="Tahoma" panose="020B0604030504040204" pitchFamily="34" charset="0"/>
                <a:ea typeface="Tahoma" panose="020B0604030504040204" pitchFamily="34" charset="0"/>
                <a:cs typeface="Tahoma" panose="020B0604030504040204" pitchFamily="34" charset="0"/>
              </a:rPr>
              <a:t>dalam</a:t>
            </a:r>
            <a:r>
              <a:rPr lang="en-US" altLang="en-US" sz="2000" dirty="0">
                <a:latin typeface="Tahoma" panose="020B0604030504040204" pitchFamily="34" charset="0"/>
                <a:ea typeface="Tahoma" panose="020B0604030504040204" pitchFamily="34" charset="0"/>
                <a:cs typeface="Tahoma" panose="020B0604030504040204" pitchFamily="34" charset="0"/>
              </a:rPr>
              <a:t> </a:t>
            </a:r>
            <a:r>
              <a:rPr lang="en-US" altLang="en-US" sz="2000" dirty="0" err="1">
                <a:latin typeface="Tahoma" panose="020B0604030504040204" pitchFamily="34" charset="0"/>
                <a:ea typeface="Tahoma" panose="020B0604030504040204" pitchFamily="34" charset="0"/>
                <a:cs typeface="Tahoma" panose="020B0604030504040204" pitchFamily="34" charset="0"/>
              </a:rPr>
              <a:t>persekitaran</a:t>
            </a:r>
            <a:r>
              <a:rPr lang="en-US" altLang="en-US" sz="2000" dirty="0">
                <a:latin typeface="Tahoma" panose="020B0604030504040204" pitchFamily="34" charset="0"/>
                <a:ea typeface="Tahoma" panose="020B0604030504040204" pitchFamily="34" charset="0"/>
                <a:cs typeface="Tahoma" panose="020B0604030504040204" pitchFamily="34" charset="0"/>
              </a:rPr>
              <a:t> </a:t>
            </a:r>
            <a:r>
              <a:rPr lang="en-US" altLang="en-US" sz="2000" dirty="0" err="1">
                <a:latin typeface="Tahoma" panose="020B0604030504040204" pitchFamily="34" charset="0"/>
                <a:ea typeface="Tahoma" panose="020B0604030504040204" pitchFamily="34" charset="0"/>
                <a:cs typeface="Tahoma" panose="020B0604030504040204" pitchFamily="34" charset="0"/>
              </a:rPr>
              <a:t>tempat</a:t>
            </a:r>
            <a:r>
              <a:rPr lang="en-US" altLang="en-US" sz="2000" dirty="0">
                <a:latin typeface="Tahoma" panose="020B0604030504040204" pitchFamily="34" charset="0"/>
                <a:ea typeface="Tahoma" panose="020B0604030504040204" pitchFamily="34" charset="0"/>
                <a:cs typeface="Tahoma" panose="020B0604030504040204" pitchFamily="34" charset="0"/>
              </a:rPr>
              <a:t> </a:t>
            </a:r>
            <a:r>
              <a:rPr lang="en-US" altLang="en-US" sz="2000" dirty="0" err="1">
                <a:latin typeface="Tahoma" panose="020B0604030504040204" pitchFamily="34" charset="0"/>
                <a:ea typeface="Tahoma" panose="020B0604030504040204" pitchFamily="34" charset="0"/>
                <a:cs typeface="Tahoma" panose="020B0604030504040204" pitchFamily="34" charset="0"/>
              </a:rPr>
              <a:t>kerja</a:t>
            </a:r>
            <a:r>
              <a:rPr lang="en-US" altLang="en-US" sz="2000" dirty="0">
                <a:latin typeface="Tahoma" panose="020B0604030504040204" pitchFamily="34" charset="0"/>
                <a:ea typeface="Tahoma" panose="020B0604030504040204" pitchFamily="34" charset="0"/>
                <a:cs typeface="Tahoma" panose="020B0604030504040204" pitchFamily="34" charset="0"/>
              </a:rPr>
              <a:t>. </a:t>
            </a:r>
          </a:p>
          <a:p>
            <a:pPr marL="914400" indent="-568325">
              <a:lnSpc>
                <a:spcPct val="110000"/>
              </a:lnSpc>
              <a:spcAft>
                <a:spcPts val="0"/>
              </a:spcAft>
              <a:buNone/>
              <a:defRPr/>
            </a:pPr>
            <a:endParaRPr lang="en-US" altLang="en-US" sz="2000" dirty="0">
              <a:latin typeface="Tahoma" panose="020B0604030504040204" pitchFamily="34" charset="0"/>
              <a:ea typeface="Tahoma" panose="020B0604030504040204" pitchFamily="34" charset="0"/>
              <a:cs typeface="Tahoma" panose="020B0604030504040204" pitchFamily="34" charset="0"/>
            </a:endParaRPr>
          </a:p>
        </p:txBody>
      </p:sp>
      <p:pic>
        <p:nvPicPr>
          <p:cNvPr id="9220" name="Picture 1">
            <a:extLst>
              <a:ext uri="{FF2B5EF4-FFF2-40B4-BE49-F238E27FC236}">
                <a16:creationId xmlns="" xmlns:a16="http://schemas.microsoft.com/office/drawing/2014/main" id="{8B449D8F-C05F-491F-9006-107BD4181655}"/>
              </a:ext>
            </a:extLst>
          </p:cNvPr>
          <p:cNvPicPr>
            <a:picLocks noChangeAspect="1"/>
          </p:cNvPicPr>
          <p:nvPr/>
        </p:nvPicPr>
        <p:blipFill rotWithShape="1">
          <a:blip r:embed="rId2">
            <a:extLst>
              <a:ext uri="{28A0092B-C50C-407E-A947-70E740481C1C}">
                <a14:useLocalDpi xmlns:a14="http://schemas.microsoft.com/office/drawing/2010/main" val="0"/>
              </a:ext>
            </a:extLst>
          </a:blip>
          <a:srcRect t="12916"/>
          <a:stretch/>
        </p:blipFill>
        <p:spPr bwMode="auto">
          <a:xfrm>
            <a:off x="9156230" y="1221585"/>
            <a:ext cx="2522422" cy="2654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a:extLst>
              <a:ext uri="{FF2B5EF4-FFF2-40B4-BE49-F238E27FC236}">
                <a16:creationId xmlns="" xmlns:a16="http://schemas.microsoft.com/office/drawing/2014/main" id="{6F696D9B-4736-41C4-95A3-AD46B9AAC5A0}"/>
              </a:ext>
            </a:extLst>
          </p:cNvPr>
          <p:cNvPicPr>
            <a:picLocks noChangeAspect="1"/>
          </p:cNvPicPr>
          <p:nvPr/>
        </p:nvPicPr>
        <p:blipFill rotWithShape="1">
          <a:blip r:embed="rId3"/>
          <a:srcRect l="5320" t="21890" r="7039" b="21169"/>
          <a:stretch/>
        </p:blipFill>
        <p:spPr>
          <a:xfrm>
            <a:off x="8904288" y="4203700"/>
            <a:ext cx="3064042" cy="2654300"/>
          </a:xfrm>
          <a:prstGeom prst="rect">
            <a:avLst/>
          </a:prstGeom>
        </p:spPr>
      </p:pic>
    </p:spTree>
  </p:cSld>
  <p:clrMapOvr>
    <a:masterClrMapping/>
  </p:clrMapOvr>
  <p:transition>
    <p:cover dir="rd"/>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4">
            <a:extLst>
              <a:ext uri="{FF2B5EF4-FFF2-40B4-BE49-F238E27FC236}">
                <a16:creationId xmlns="" xmlns:a16="http://schemas.microsoft.com/office/drawing/2014/main" id="{91A904C2-9096-4595-B34E-3DC36E983671}"/>
              </a:ext>
            </a:extLst>
          </p:cNvPr>
          <p:cNvPicPr>
            <a:picLocks noChangeAspect="1"/>
          </p:cNvPicPr>
          <p:nvPr/>
        </p:nvPicPr>
        <p:blipFill>
          <a:blip r:embed="rId2">
            <a:extLst>
              <a:ext uri="{28A0092B-C50C-407E-A947-70E740481C1C}">
                <a14:useLocalDpi xmlns:a14="http://schemas.microsoft.com/office/drawing/2010/main" val="0"/>
              </a:ext>
            </a:extLst>
          </a:blip>
          <a:srcRect b="5885"/>
          <a:stretch>
            <a:fillRect/>
          </a:stretch>
        </p:blipFill>
        <p:spPr bwMode="auto">
          <a:xfrm>
            <a:off x="0" y="-17463"/>
            <a:ext cx="12192000" cy="687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4" name="TextBox 5">
            <a:extLst>
              <a:ext uri="{FF2B5EF4-FFF2-40B4-BE49-F238E27FC236}">
                <a16:creationId xmlns="" xmlns:a16="http://schemas.microsoft.com/office/drawing/2014/main" id="{4221DDA4-91EC-422C-BD61-184AC519C9AF}"/>
              </a:ext>
            </a:extLst>
          </p:cNvPr>
          <p:cNvSpPr txBox="1">
            <a:spLocks noChangeArrowheads="1"/>
          </p:cNvSpPr>
          <p:nvPr/>
        </p:nvSpPr>
        <p:spPr bwMode="auto">
          <a:xfrm>
            <a:off x="1346662" y="1849744"/>
            <a:ext cx="10108275" cy="3785652"/>
          </a:xfrm>
          <a:prstGeom prst="rect">
            <a:avLst/>
          </a:prstGeom>
          <a:solidFill>
            <a:schemeClr val="bg2">
              <a:alpha val="79999"/>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ts val="1000"/>
              </a:spcBef>
              <a:buClr>
                <a:schemeClr val="accent1"/>
              </a:buClr>
              <a:buSzPct val="80000"/>
              <a:buFont typeface="Wingdings 3" panose="05040102010807070707" pitchFamily="18" charset="2"/>
              <a:buChar char=""/>
              <a:defRPr>
                <a:solidFill>
                  <a:srgbClr val="FFFFFF"/>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buChar char=""/>
              <a:defRPr sz="1600">
                <a:solidFill>
                  <a:srgbClr val="FFFFFF"/>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buChar char=""/>
              <a:defRPr sz="1400">
                <a:solidFill>
                  <a:srgbClr val="FFFFFF"/>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buChar char=""/>
              <a:defRPr sz="1200">
                <a:solidFill>
                  <a:srgbClr val="FFFFFF"/>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buChar char=""/>
              <a:defRPr sz="1200">
                <a:solidFill>
                  <a:srgbClr val="FFFFFF"/>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FFFFFF"/>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FFFFFF"/>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FFFFFF"/>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FFFFFF"/>
                </a:solidFill>
                <a:latin typeface="Trebuchet MS" panose="020B0603020202020204" pitchFamily="34" charset="0"/>
              </a:defRPr>
            </a:lvl9pPr>
          </a:lstStyle>
          <a:p>
            <a:pPr>
              <a:spcBef>
                <a:spcPct val="0"/>
              </a:spcBef>
              <a:buClrTx/>
              <a:buSzTx/>
              <a:buFont typeface="Wingdings" panose="05000000000000000000" pitchFamily="2" charset="2"/>
              <a:buChar char="Ø"/>
            </a:pPr>
            <a:r>
              <a:rPr lang="en-US" altLang="en-US" sz="2400" b="1" dirty="0" err="1">
                <a:solidFill>
                  <a:schemeClr val="tx1"/>
                </a:solidFill>
                <a:latin typeface="Tahoma" panose="020B0604030504040204" pitchFamily="34" charset="0"/>
              </a:rPr>
              <a:t>K</a:t>
            </a:r>
            <a:r>
              <a:rPr lang="en-US" altLang="en-US" sz="2400" dirty="0" err="1">
                <a:solidFill>
                  <a:schemeClr val="tx1"/>
                </a:solidFill>
                <a:latin typeface="Tahoma" panose="020B0604030504040204" pitchFamily="34" charset="0"/>
              </a:rPr>
              <a:t>etua</a:t>
            </a:r>
            <a:r>
              <a:rPr lang="en-US" altLang="en-US" sz="2400" dirty="0">
                <a:solidFill>
                  <a:schemeClr val="tx1"/>
                </a:solidFill>
                <a:latin typeface="Tahoma" panose="020B0604030504040204" pitchFamily="34" charset="0"/>
              </a:rPr>
              <a:t> </a:t>
            </a:r>
            <a:r>
              <a:rPr lang="en-US" altLang="en-US" sz="2400" dirty="0" err="1">
                <a:solidFill>
                  <a:schemeClr val="tx1"/>
                </a:solidFill>
                <a:latin typeface="Tahoma" panose="020B0604030504040204" pitchFamily="34" charset="0"/>
              </a:rPr>
              <a:t>Jabatan</a:t>
            </a:r>
            <a:r>
              <a:rPr lang="en-US" altLang="en-US" sz="2400" dirty="0">
                <a:solidFill>
                  <a:schemeClr val="tx1"/>
                </a:solidFill>
                <a:latin typeface="Tahoma" panose="020B0604030504040204" pitchFamily="34" charset="0"/>
              </a:rPr>
              <a:t> </a:t>
            </a:r>
            <a:r>
              <a:rPr lang="en-US" altLang="en-US" sz="2400" dirty="0" err="1">
                <a:solidFill>
                  <a:schemeClr val="tx1"/>
                </a:solidFill>
                <a:latin typeface="Tahoma" panose="020B0604030504040204" pitchFamily="34" charset="0"/>
              </a:rPr>
              <a:t>bertanggungjawab</a:t>
            </a:r>
            <a:r>
              <a:rPr lang="en-US" altLang="en-US" sz="2400" dirty="0">
                <a:solidFill>
                  <a:schemeClr val="tx1"/>
                </a:solidFill>
                <a:latin typeface="Tahoma" panose="020B0604030504040204" pitchFamily="34" charset="0"/>
              </a:rPr>
              <a:t> </a:t>
            </a:r>
            <a:r>
              <a:rPr lang="en-US" altLang="en-US" sz="2400" dirty="0" err="1">
                <a:solidFill>
                  <a:schemeClr val="tx1"/>
                </a:solidFill>
                <a:latin typeface="Tahoma" panose="020B0604030504040204" pitchFamily="34" charset="0"/>
              </a:rPr>
              <a:t>sepenuhnya</a:t>
            </a:r>
            <a:r>
              <a:rPr lang="en-US" altLang="en-US" sz="2400" dirty="0">
                <a:solidFill>
                  <a:schemeClr val="tx1"/>
                </a:solidFill>
                <a:latin typeface="Tahoma" panose="020B0604030504040204" pitchFamily="34" charset="0"/>
              </a:rPr>
              <a:t> </a:t>
            </a:r>
            <a:r>
              <a:rPr lang="en-US" altLang="en-US" sz="2400" dirty="0" err="1">
                <a:solidFill>
                  <a:schemeClr val="tx1"/>
                </a:solidFill>
                <a:latin typeface="Tahoma" panose="020B0604030504040204" pitchFamily="34" charset="0"/>
              </a:rPr>
              <a:t>mengenai</a:t>
            </a:r>
            <a:r>
              <a:rPr lang="en-US" altLang="en-US" sz="2400" dirty="0">
                <a:solidFill>
                  <a:schemeClr val="tx1"/>
                </a:solidFill>
                <a:latin typeface="Tahoma" panose="020B0604030504040204" pitchFamily="34" charset="0"/>
              </a:rPr>
              <a:t> </a:t>
            </a:r>
            <a:r>
              <a:rPr lang="en-US" altLang="en-US" sz="2400" dirty="0" err="1">
                <a:solidFill>
                  <a:schemeClr val="tx1"/>
                </a:solidFill>
                <a:latin typeface="Tahoma" panose="020B0604030504040204" pitchFamily="34" charset="0"/>
              </a:rPr>
              <a:t>keselamatan</a:t>
            </a:r>
            <a:r>
              <a:rPr lang="en-US" altLang="en-US" sz="2400" dirty="0">
                <a:solidFill>
                  <a:schemeClr val="tx1"/>
                </a:solidFill>
                <a:latin typeface="Tahoma" panose="020B0604030504040204" pitchFamily="34" charset="0"/>
              </a:rPr>
              <a:t> </a:t>
            </a:r>
            <a:r>
              <a:rPr lang="en-US" altLang="en-US" sz="2400" dirty="0" err="1">
                <a:solidFill>
                  <a:schemeClr val="tx1"/>
                </a:solidFill>
                <a:latin typeface="Tahoma" panose="020B0604030504040204" pitchFamily="34" charset="0"/>
              </a:rPr>
              <a:t>jabatannya</a:t>
            </a:r>
            <a:r>
              <a:rPr lang="en-US" altLang="en-US" sz="2400" dirty="0">
                <a:solidFill>
                  <a:schemeClr val="tx1"/>
                </a:solidFill>
                <a:latin typeface="Tahoma" panose="020B0604030504040204" pitchFamily="34" charset="0"/>
              </a:rPr>
              <a:t>. </a:t>
            </a:r>
          </a:p>
          <a:p>
            <a:pPr>
              <a:spcBef>
                <a:spcPct val="0"/>
              </a:spcBef>
              <a:buClrTx/>
              <a:buSzTx/>
              <a:buFont typeface="Wingdings" panose="05000000000000000000" pitchFamily="2" charset="2"/>
              <a:buChar char="Ø"/>
            </a:pPr>
            <a:endParaRPr lang="en-US" altLang="en-US" sz="2400" dirty="0">
              <a:solidFill>
                <a:schemeClr val="tx1"/>
              </a:solidFill>
              <a:latin typeface="Tahoma" panose="020B0604030504040204" pitchFamily="34" charset="0"/>
            </a:endParaRPr>
          </a:p>
          <a:p>
            <a:pPr>
              <a:spcBef>
                <a:spcPct val="0"/>
              </a:spcBef>
              <a:buClrTx/>
              <a:buSzTx/>
              <a:buFont typeface="Wingdings" panose="05000000000000000000" pitchFamily="2" charset="2"/>
              <a:buChar char="Ø"/>
            </a:pPr>
            <a:r>
              <a:rPr lang="en-US" altLang="en-US" sz="2400" b="1" dirty="0" err="1">
                <a:solidFill>
                  <a:schemeClr val="tx1"/>
                </a:solidFill>
                <a:latin typeface="Tahoma" panose="020B0604030504040204" pitchFamily="34" charset="0"/>
              </a:rPr>
              <a:t>M</a:t>
            </a:r>
            <a:r>
              <a:rPr lang="en-US" altLang="en-US" sz="2400" dirty="0" err="1">
                <a:solidFill>
                  <a:schemeClr val="tx1"/>
                </a:solidFill>
                <a:latin typeface="Tahoma" panose="020B0604030504040204" pitchFamily="34" charset="0"/>
              </a:rPr>
              <a:t>engambil</a:t>
            </a:r>
            <a:r>
              <a:rPr lang="en-US" altLang="en-US" sz="2400" dirty="0">
                <a:solidFill>
                  <a:schemeClr val="tx1"/>
                </a:solidFill>
                <a:latin typeface="Tahoma" panose="020B0604030504040204" pitchFamily="34" charset="0"/>
              </a:rPr>
              <a:t> </a:t>
            </a:r>
            <a:r>
              <a:rPr lang="en-US" altLang="en-US" sz="2400" dirty="0" err="1">
                <a:solidFill>
                  <a:schemeClr val="tx1"/>
                </a:solidFill>
                <a:latin typeface="Tahoma" panose="020B0604030504040204" pitchFamily="34" charset="0"/>
              </a:rPr>
              <a:t>langkah-langkah</a:t>
            </a:r>
            <a:r>
              <a:rPr lang="en-US" altLang="en-US" sz="2400" dirty="0">
                <a:solidFill>
                  <a:schemeClr val="tx1"/>
                </a:solidFill>
                <a:latin typeface="Tahoma" panose="020B0604030504040204" pitchFamily="34" charset="0"/>
              </a:rPr>
              <a:t> </a:t>
            </a:r>
            <a:r>
              <a:rPr lang="en-US" altLang="en-US" sz="2400" dirty="0" err="1">
                <a:solidFill>
                  <a:schemeClr val="tx1"/>
                </a:solidFill>
                <a:latin typeface="Tahoma" panose="020B0604030504040204" pitchFamily="34" charset="0"/>
              </a:rPr>
              <a:t>menurut</a:t>
            </a:r>
            <a:r>
              <a:rPr lang="en-US" altLang="en-US" sz="2400" dirty="0">
                <a:solidFill>
                  <a:schemeClr val="tx1"/>
                </a:solidFill>
                <a:latin typeface="Tahoma" panose="020B0604030504040204" pitchFamily="34" charset="0"/>
              </a:rPr>
              <a:t> </a:t>
            </a:r>
            <a:r>
              <a:rPr lang="en-US" altLang="en-US" sz="2400" dirty="0" err="1">
                <a:solidFill>
                  <a:schemeClr val="tx1"/>
                </a:solidFill>
                <a:latin typeface="Tahoma" panose="020B0604030504040204" pitchFamily="34" charset="0"/>
              </a:rPr>
              <a:t>peruntukan-peruntukan</a:t>
            </a:r>
            <a:r>
              <a:rPr lang="en-US" altLang="en-US" sz="2400" dirty="0">
                <a:solidFill>
                  <a:schemeClr val="tx1"/>
                </a:solidFill>
                <a:latin typeface="Tahoma" panose="020B0604030504040204" pitchFamily="34" charset="0"/>
              </a:rPr>
              <a:t> </a:t>
            </a:r>
            <a:r>
              <a:rPr lang="en-US" altLang="en-US" sz="2400" dirty="0" err="1">
                <a:solidFill>
                  <a:schemeClr val="tx1"/>
                </a:solidFill>
                <a:latin typeface="Tahoma" panose="020B0604030504040204" pitchFamily="34" charset="0"/>
              </a:rPr>
              <a:t>arahan</a:t>
            </a:r>
            <a:r>
              <a:rPr lang="en-US" altLang="en-US" sz="2400" dirty="0">
                <a:solidFill>
                  <a:schemeClr val="tx1"/>
                </a:solidFill>
                <a:latin typeface="Tahoma" panose="020B0604030504040204" pitchFamily="34" charset="0"/>
              </a:rPr>
              <a:t> </a:t>
            </a:r>
            <a:r>
              <a:rPr lang="en-US" altLang="en-US" sz="2400" dirty="0" err="1">
                <a:solidFill>
                  <a:schemeClr val="tx1"/>
                </a:solidFill>
                <a:latin typeface="Tahoma" panose="020B0604030504040204" pitchFamily="34" charset="0"/>
              </a:rPr>
              <a:t>keselamatan</a:t>
            </a:r>
            <a:r>
              <a:rPr lang="en-US" altLang="en-US" sz="2400" dirty="0">
                <a:solidFill>
                  <a:schemeClr val="tx1"/>
                </a:solidFill>
                <a:latin typeface="Tahoma" panose="020B0604030504040204" pitchFamily="34" charset="0"/>
              </a:rPr>
              <a:t> </a:t>
            </a:r>
            <a:r>
              <a:rPr lang="en-US" altLang="en-US" sz="2400" dirty="0" err="1">
                <a:solidFill>
                  <a:schemeClr val="tx1"/>
                </a:solidFill>
                <a:latin typeface="Tahoma" panose="020B0604030504040204" pitchFamily="34" charset="0"/>
              </a:rPr>
              <a:t>supaya</a:t>
            </a:r>
            <a:r>
              <a:rPr lang="en-US" altLang="en-US" sz="2400" dirty="0">
                <a:solidFill>
                  <a:schemeClr val="tx1"/>
                </a:solidFill>
                <a:latin typeface="Tahoma" panose="020B0604030504040204" pitchFamily="34" charset="0"/>
              </a:rPr>
              <a:t> </a:t>
            </a:r>
            <a:r>
              <a:rPr lang="en-US" altLang="en-US" sz="2400" dirty="0" err="1">
                <a:solidFill>
                  <a:schemeClr val="tx1"/>
                </a:solidFill>
                <a:latin typeface="Tahoma" panose="020B0604030504040204" pitchFamily="34" charset="0"/>
              </a:rPr>
              <a:t>perkara</a:t>
            </a:r>
            <a:r>
              <a:rPr lang="en-US" altLang="en-US" sz="2400" dirty="0">
                <a:solidFill>
                  <a:schemeClr val="tx1"/>
                </a:solidFill>
                <a:latin typeface="Tahoma" panose="020B0604030504040204" pitchFamily="34" charset="0"/>
              </a:rPr>
              <a:t> </a:t>
            </a:r>
            <a:r>
              <a:rPr lang="en-US" altLang="en-US" sz="2400" dirty="0" err="1">
                <a:solidFill>
                  <a:schemeClr val="tx1"/>
                </a:solidFill>
                <a:latin typeface="Tahoma" panose="020B0604030504040204" pitchFamily="34" charset="0"/>
              </a:rPr>
              <a:t>terperingkat</a:t>
            </a:r>
            <a:r>
              <a:rPr lang="en-US" altLang="en-US" sz="2400" dirty="0">
                <a:solidFill>
                  <a:schemeClr val="tx1"/>
                </a:solidFill>
                <a:latin typeface="Tahoma" panose="020B0604030504040204" pitchFamily="34" charset="0"/>
              </a:rPr>
              <a:t> yang </a:t>
            </a:r>
            <a:r>
              <a:rPr lang="en-US" altLang="en-US" sz="2400" dirty="0" err="1">
                <a:solidFill>
                  <a:schemeClr val="tx1"/>
                </a:solidFill>
                <a:latin typeface="Tahoma" panose="020B0604030504040204" pitchFamily="34" charset="0"/>
              </a:rPr>
              <a:t>ada</a:t>
            </a:r>
            <a:r>
              <a:rPr lang="en-US" altLang="en-US" sz="2400" dirty="0">
                <a:solidFill>
                  <a:schemeClr val="tx1"/>
                </a:solidFill>
                <a:latin typeface="Tahoma" panose="020B0604030504040204" pitchFamily="34" charset="0"/>
              </a:rPr>
              <a:t> di </a:t>
            </a:r>
            <a:r>
              <a:rPr lang="en-US" altLang="en-US" sz="2400" dirty="0" err="1">
                <a:solidFill>
                  <a:schemeClr val="tx1"/>
                </a:solidFill>
                <a:latin typeface="Tahoma" panose="020B0604030504040204" pitchFamily="34" charset="0"/>
              </a:rPr>
              <a:t>jabatannya</a:t>
            </a:r>
            <a:r>
              <a:rPr lang="en-US" altLang="en-US" sz="2400" dirty="0">
                <a:solidFill>
                  <a:schemeClr val="tx1"/>
                </a:solidFill>
                <a:latin typeface="Tahoma" panose="020B0604030504040204" pitchFamily="34" charset="0"/>
              </a:rPr>
              <a:t> </a:t>
            </a:r>
            <a:r>
              <a:rPr lang="en-US" altLang="en-US" sz="2400" dirty="0" err="1">
                <a:solidFill>
                  <a:schemeClr val="tx1"/>
                </a:solidFill>
                <a:latin typeface="Tahoma" panose="020B0604030504040204" pitchFamily="34" charset="0"/>
              </a:rPr>
              <a:t>dikawal</a:t>
            </a:r>
            <a:r>
              <a:rPr lang="en-US" altLang="en-US" sz="2400" dirty="0">
                <a:solidFill>
                  <a:schemeClr val="tx1"/>
                </a:solidFill>
                <a:latin typeface="Tahoma" panose="020B0604030504040204" pitchFamily="34" charset="0"/>
              </a:rPr>
              <a:t> </a:t>
            </a:r>
            <a:r>
              <a:rPr lang="en-US" altLang="en-US" sz="2400" dirty="0" err="1">
                <a:solidFill>
                  <a:schemeClr val="tx1"/>
                </a:solidFill>
                <a:latin typeface="Tahoma" panose="020B0604030504040204" pitchFamily="34" charset="0"/>
              </a:rPr>
              <a:t>dengan</a:t>
            </a:r>
            <a:r>
              <a:rPr lang="en-US" altLang="en-US" sz="2400" dirty="0">
                <a:solidFill>
                  <a:schemeClr val="tx1"/>
                </a:solidFill>
                <a:latin typeface="Tahoma" panose="020B0604030504040204" pitchFamily="34" charset="0"/>
              </a:rPr>
              <a:t> </a:t>
            </a:r>
            <a:r>
              <a:rPr lang="en-US" altLang="en-US" sz="2400" dirty="0" err="1">
                <a:solidFill>
                  <a:schemeClr val="tx1"/>
                </a:solidFill>
                <a:latin typeface="Tahoma" panose="020B0604030504040204" pitchFamily="34" charset="0"/>
              </a:rPr>
              <a:t>sempurna</a:t>
            </a:r>
            <a:r>
              <a:rPr lang="en-US" altLang="en-US" sz="2400" dirty="0">
                <a:solidFill>
                  <a:schemeClr val="tx1"/>
                </a:solidFill>
                <a:latin typeface="Tahoma" panose="020B0604030504040204" pitchFamily="34" charset="0"/>
              </a:rPr>
              <a:t> pada </a:t>
            </a:r>
            <a:r>
              <a:rPr lang="en-US" altLang="en-US" sz="2400" dirty="0" err="1">
                <a:solidFill>
                  <a:schemeClr val="tx1"/>
                </a:solidFill>
                <a:latin typeface="Tahoma" panose="020B0604030504040204" pitchFamily="34" charset="0"/>
              </a:rPr>
              <a:t>setiap</a:t>
            </a:r>
            <a:r>
              <a:rPr lang="en-US" altLang="en-US" sz="2400" dirty="0">
                <a:solidFill>
                  <a:schemeClr val="tx1"/>
                </a:solidFill>
                <a:latin typeface="Tahoma" panose="020B0604030504040204" pitchFamily="34" charset="0"/>
              </a:rPr>
              <a:t> masa.</a:t>
            </a:r>
            <a:r>
              <a:rPr lang="en-US" altLang="en-US" sz="2400" b="1" dirty="0">
                <a:solidFill>
                  <a:schemeClr val="tx1"/>
                </a:solidFill>
                <a:latin typeface="Tahoma" panose="020B0604030504040204" pitchFamily="34" charset="0"/>
              </a:rPr>
              <a:t> </a:t>
            </a:r>
          </a:p>
          <a:p>
            <a:pPr>
              <a:spcBef>
                <a:spcPct val="0"/>
              </a:spcBef>
              <a:buClrTx/>
              <a:buSzTx/>
              <a:buFont typeface="Wingdings" panose="05000000000000000000" pitchFamily="2" charset="2"/>
              <a:buChar char="Ø"/>
            </a:pPr>
            <a:endParaRPr lang="en-US" altLang="en-US" sz="2400" b="1" dirty="0">
              <a:solidFill>
                <a:schemeClr val="tx1"/>
              </a:solidFill>
              <a:latin typeface="Tahoma" panose="020B0604030504040204" pitchFamily="34" charset="0"/>
            </a:endParaRPr>
          </a:p>
          <a:p>
            <a:pPr>
              <a:spcBef>
                <a:spcPct val="0"/>
              </a:spcBef>
              <a:buClrTx/>
              <a:buSzTx/>
              <a:buFont typeface="Wingdings" panose="05000000000000000000" pitchFamily="2" charset="2"/>
              <a:buChar char="Ø"/>
            </a:pPr>
            <a:r>
              <a:rPr lang="en-US" altLang="en-US" sz="2400" b="1" dirty="0" err="1">
                <a:solidFill>
                  <a:schemeClr val="tx1"/>
                </a:solidFill>
                <a:latin typeface="Tahoma" panose="020B0604030504040204" pitchFamily="34" charset="0"/>
              </a:rPr>
              <a:t>M</a:t>
            </a:r>
            <a:r>
              <a:rPr lang="en-US" altLang="en-US" sz="2400" dirty="0" err="1">
                <a:solidFill>
                  <a:schemeClr val="tx1"/>
                </a:solidFill>
                <a:latin typeface="Tahoma" panose="020B0604030504040204" pitchFamily="34" charset="0"/>
              </a:rPr>
              <a:t>enentukan</a:t>
            </a:r>
            <a:r>
              <a:rPr lang="en-US" altLang="en-US" sz="2400" dirty="0">
                <a:solidFill>
                  <a:schemeClr val="tx1"/>
                </a:solidFill>
                <a:latin typeface="Tahoma" panose="020B0604030504040204" pitchFamily="34" charset="0"/>
              </a:rPr>
              <a:t> </a:t>
            </a:r>
            <a:r>
              <a:rPr lang="en-US" altLang="en-US" sz="2400" dirty="0" err="1">
                <a:solidFill>
                  <a:schemeClr val="tx1"/>
                </a:solidFill>
                <a:latin typeface="Tahoma" panose="020B0604030504040204" pitchFamily="34" charset="0"/>
              </a:rPr>
              <a:t>supaya</a:t>
            </a:r>
            <a:r>
              <a:rPr lang="en-US" altLang="en-US" sz="2400" dirty="0">
                <a:solidFill>
                  <a:schemeClr val="tx1"/>
                </a:solidFill>
                <a:latin typeface="Tahoma" panose="020B0604030504040204" pitchFamily="34" charset="0"/>
              </a:rPr>
              <a:t> </a:t>
            </a:r>
            <a:r>
              <a:rPr lang="en-US" altLang="en-US" sz="2400" dirty="0" err="1">
                <a:solidFill>
                  <a:schemeClr val="tx1"/>
                </a:solidFill>
                <a:latin typeface="Tahoma" panose="020B0604030504040204" pitchFamily="34" charset="0"/>
              </a:rPr>
              <a:t>laporan</a:t>
            </a:r>
            <a:r>
              <a:rPr lang="en-US" altLang="en-US" sz="2400" dirty="0">
                <a:solidFill>
                  <a:schemeClr val="tx1"/>
                </a:solidFill>
                <a:latin typeface="Tahoma" panose="020B0604030504040204" pitchFamily="34" charset="0"/>
              </a:rPr>
              <a:t> </a:t>
            </a:r>
            <a:r>
              <a:rPr lang="en-US" altLang="en-US" sz="2400" dirty="0" err="1">
                <a:solidFill>
                  <a:schemeClr val="tx1"/>
                </a:solidFill>
                <a:latin typeface="Tahoma" panose="020B0604030504040204" pitchFamily="34" charset="0"/>
              </a:rPr>
              <a:t>keselamatan</a:t>
            </a:r>
            <a:r>
              <a:rPr lang="en-US" altLang="en-US" sz="2400" dirty="0">
                <a:solidFill>
                  <a:schemeClr val="tx1"/>
                </a:solidFill>
                <a:latin typeface="Tahoma" panose="020B0604030504040204" pitchFamily="34" charset="0"/>
              </a:rPr>
              <a:t> </a:t>
            </a:r>
            <a:r>
              <a:rPr lang="en-US" altLang="en-US" sz="2400" dirty="0" err="1">
                <a:solidFill>
                  <a:schemeClr val="tx1"/>
                </a:solidFill>
                <a:latin typeface="Tahoma" panose="020B0604030504040204" pitchFamily="34" charset="0"/>
              </a:rPr>
              <a:t>dikemukakan</a:t>
            </a:r>
            <a:r>
              <a:rPr lang="en-US" altLang="en-US" sz="2400" dirty="0">
                <a:solidFill>
                  <a:schemeClr val="tx1"/>
                </a:solidFill>
                <a:latin typeface="Tahoma" panose="020B0604030504040204" pitchFamily="34" charset="0"/>
              </a:rPr>
              <a:t> </a:t>
            </a:r>
            <a:r>
              <a:rPr lang="en-US" altLang="en-US" sz="2400" dirty="0" err="1">
                <a:solidFill>
                  <a:schemeClr val="tx1"/>
                </a:solidFill>
                <a:latin typeface="Tahoma" panose="020B0604030504040204" pitchFamily="34" charset="0"/>
              </a:rPr>
              <a:t>kepada</a:t>
            </a:r>
            <a:r>
              <a:rPr lang="en-US" altLang="en-US" sz="2400" dirty="0">
                <a:solidFill>
                  <a:schemeClr val="tx1"/>
                </a:solidFill>
                <a:latin typeface="Tahoma" panose="020B0604030504040204" pitchFamily="34" charset="0"/>
              </a:rPr>
              <a:t> </a:t>
            </a:r>
            <a:r>
              <a:rPr lang="en-US" altLang="en-US" sz="2400" dirty="0" err="1">
                <a:solidFill>
                  <a:schemeClr val="tx1"/>
                </a:solidFill>
                <a:latin typeface="Tahoma" panose="020B0604030504040204" pitchFamily="34" charset="0"/>
              </a:rPr>
              <a:t>Pegawai</a:t>
            </a:r>
            <a:r>
              <a:rPr lang="en-US" altLang="en-US" sz="2400" dirty="0">
                <a:solidFill>
                  <a:schemeClr val="tx1"/>
                </a:solidFill>
                <a:latin typeface="Tahoma" panose="020B0604030504040204" pitchFamily="34" charset="0"/>
              </a:rPr>
              <a:t> </a:t>
            </a:r>
            <a:r>
              <a:rPr lang="en-US" altLang="en-US" sz="2400" dirty="0" err="1">
                <a:solidFill>
                  <a:schemeClr val="tx1"/>
                </a:solidFill>
                <a:latin typeface="Tahoma" panose="020B0604030504040204" pitchFamily="34" charset="0"/>
              </a:rPr>
              <a:t>Keselamatan</a:t>
            </a:r>
            <a:r>
              <a:rPr lang="en-US" altLang="en-US" sz="2400" dirty="0">
                <a:solidFill>
                  <a:schemeClr val="tx1"/>
                </a:solidFill>
                <a:latin typeface="Tahoma" panose="020B0604030504040204" pitchFamily="34" charset="0"/>
              </a:rPr>
              <a:t> Kerajaan </a:t>
            </a:r>
            <a:r>
              <a:rPr lang="en-US" altLang="en-US" sz="2400" dirty="0" err="1">
                <a:solidFill>
                  <a:schemeClr val="tx1"/>
                </a:solidFill>
                <a:latin typeface="Tahoma" panose="020B0604030504040204" pitchFamily="34" charset="0"/>
              </a:rPr>
              <a:t>apabila</a:t>
            </a:r>
            <a:r>
              <a:rPr lang="en-US" altLang="en-US" sz="2400" dirty="0">
                <a:solidFill>
                  <a:schemeClr val="tx1"/>
                </a:solidFill>
                <a:latin typeface="Tahoma" panose="020B0604030504040204" pitchFamily="34" charset="0"/>
              </a:rPr>
              <a:t> </a:t>
            </a:r>
            <a:r>
              <a:rPr lang="en-US" altLang="en-US" sz="2400" dirty="0" err="1">
                <a:solidFill>
                  <a:schemeClr val="tx1"/>
                </a:solidFill>
                <a:latin typeface="Tahoma" panose="020B0604030504040204" pitchFamily="34" charset="0"/>
              </a:rPr>
              <a:t>dikehendaki</a:t>
            </a:r>
            <a:r>
              <a:rPr lang="en-US" altLang="en-US" sz="2400" dirty="0">
                <a:solidFill>
                  <a:schemeClr val="tx1"/>
                </a:solidFill>
                <a:latin typeface="Tahoma" panose="020B0604030504040204" pitchFamily="34" charset="0"/>
              </a:rPr>
              <a:t>.</a:t>
            </a:r>
          </a:p>
          <a:p>
            <a:pPr>
              <a:spcBef>
                <a:spcPct val="0"/>
              </a:spcBef>
              <a:buClrTx/>
              <a:buSzTx/>
              <a:buFont typeface="Wingdings" panose="05000000000000000000" pitchFamily="2" charset="2"/>
              <a:buChar char="Ø"/>
            </a:pPr>
            <a:endParaRPr lang="en-US" altLang="en-US" sz="2400" dirty="0">
              <a:solidFill>
                <a:schemeClr val="tx1"/>
              </a:solidFill>
              <a:latin typeface="Tahoma" panose="020B0604030504040204" pitchFamily="34" charset="0"/>
            </a:endParaRPr>
          </a:p>
        </p:txBody>
      </p:sp>
      <p:sp>
        <p:nvSpPr>
          <p:cNvPr id="10245" name="Text Box 4">
            <a:extLst>
              <a:ext uri="{FF2B5EF4-FFF2-40B4-BE49-F238E27FC236}">
                <a16:creationId xmlns="" xmlns:a16="http://schemas.microsoft.com/office/drawing/2014/main" id="{2A210C13-269F-4230-A463-F811B1E8F487}"/>
              </a:ext>
            </a:extLst>
          </p:cNvPr>
          <p:cNvSpPr txBox="1">
            <a:spLocks noChangeArrowheads="1"/>
          </p:cNvSpPr>
          <p:nvPr/>
        </p:nvSpPr>
        <p:spPr bwMode="auto">
          <a:xfrm>
            <a:off x="2161307" y="627140"/>
            <a:ext cx="8478983" cy="6309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ts val="1000"/>
              </a:spcBef>
              <a:buClr>
                <a:schemeClr val="accent1"/>
              </a:buClr>
              <a:buSzPct val="80000"/>
              <a:buFont typeface="Wingdings 3" panose="05040102010807070707" pitchFamily="18" charset="2"/>
              <a:buChar char=""/>
              <a:defRPr>
                <a:solidFill>
                  <a:srgbClr val="FFFFFF"/>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buChar char=""/>
              <a:defRPr sz="1600">
                <a:solidFill>
                  <a:srgbClr val="FFFFFF"/>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buChar char=""/>
              <a:defRPr sz="1400">
                <a:solidFill>
                  <a:srgbClr val="FFFFFF"/>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buChar char=""/>
              <a:defRPr sz="1200">
                <a:solidFill>
                  <a:srgbClr val="FFFFFF"/>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buChar char=""/>
              <a:defRPr sz="1200">
                <a:solidFill>
                  <a:srgbClr val="FFFFFF"/>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FFFFFF"/>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FFFFFF"/>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FFFFFF"/>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FFFFFF"/>
                </a:solidFill>
                <a:latin typeface="Trebuchet MS" panose="020B0603020202020204" pitchFamily="34" charset="0"/>
              </a:defRPr>
            </a:lvl9pPr>
          </a:lstStyle>
          <a:p>
            <a:pPr algn="ctr" eaLnBrk="1" hangingPunct="1">
              <a:spcBef>
                <a:spcPct val="50000"/>
              </a:spcBef>
              <a:buClrTx/>
              <a:buSzTx/>
              <a:buFontTx/>
              <a:buNone/>
            </a:pPr>
            <a:r>
              <a:rPr lang="en-US" altLang="en-US" sz="3500" b="1" dirty="0">
                <a:solidFill>
                  <a:srgbClr val="FF0000"/>
                </a:solidFill>
                <a:latin typeface="Tahoma" panose="020B0604030504040204" pitchFamily="34" charset="0"/>
              </a:rPr>
              <a:t>TANGGUNGJAWAB KETUA JABATAN</a:t>
            </a:r>
            <a:endParaRPr lang="en-GB" altLang="en-US" sz="3500" b="1" dirty="0">
              <a:solidFill>
                <a:srgbClr val="FF0000"/>
              </a:solidFill>
              <a:latin typeface="Tahoma" panose="020B0604030504040204" pitchFamily="34" charset="0"/>
            </a:endParaRPr>
          </a:p>
        </p:txBody>
      </p:sp>
    </p:spTree>
  </p:cSld>
  <p:clrMapOvr>
    <a:masterClrMapping/>
  </p:clrMapOvr>
  <p:transition>
    <p:cover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 name="Rectangle 216">
            <a:extLst>
              <a:ext uri="{FF2B5EF4-FFF2-40B4-BE49-F238E27FC236}">
                <a16:creationId xmlns="" xmlns:a16="http://schemas.microsoft.com/office/drawing/2014/main" id="{82F14CAE-A551-4305-A935-5A095314791F}"/>
              </a:ext>
            </a:extLst>
          </p:cNvPr>
          <p:cNvSpPr/>
          <p:nvPr/>
        </p:nvSpPr>
        <p:spPr>
          <a:xfrm>
            <a:off x="1822451" y="2968626"/>
            <a:ext cx="8539163" cy="498475"/>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MY">
              <a:latin typeface="Arial" panose="020B0604020202020204" pitchFamily="34" charset="0"/>
              <a:cs typeface="Arial" panose="020B0604020202020204" pitchFamily="34" charset="0"/>
            </a:endParaRPr>
          </a:p>
        </p:txBody>
      </p:sp>
      <p:grpSp>
        <p:nvGrpSpPr>
          <p:cNvPr id="11267" name="Google Shape;17;p3">
            <a:extLst>
              <a:ext uri="{FF2B5EF4-FFF2-40B4-BE49-F238E27FC236}">
                <a16:creationId xmlns="" xmlns:a16="http://schemas.microsoft.com/office/drawing/2014/main" id="{EC5CF416-BD46-4159-9C88-75D90754DF69}"/>
              </a:ext>
            </a:extLst>
          </p:cNvPr>
          <p:cNvGrpSpPr>
            <a:grpSpLocks/>
          </p:cNvGrpSpPr>
          <p:nvPr/>
        </p:nvGrpSpPr>
        <p:grpSpPr bwMode="auto">
          <a:xfrm>
            <a:off x="3617913" y="947739"/>
            <a:ext cx="1352550" cy="1906587"/>
            <a:chOff x="0" y="0"/>
            <a:chExt cx="1284191" cy="1992359"/>
          </a:xfrm>
        </p:grpSpPr>
        <p:sp>
          <p:nvSpPr>
            <p:cNvPr id="117" name="Google Shape;18;p3">
              <a:extLst>
                <a:ext uri="{FF2B5EF4-FFF2-40B4-BE49-F238E27FC236}">
                  <a16:creationId xmlns="" xmlns:a16="http://schemas.microsoft.com/office/drawing/2014/main" id="{4F6A9FC4-3B3F-4464-8133-9FB48E6F73E3}"/>
                </a:ext>
              </a:extLst>
            </p:cNvPr>
            <p:cNvSpPr/>
            <p:nvPr/>
          </p:nvSpPr>
          <p:spPr>
            <a:xfrm>
              <a:off x="0" y="0"/>
              <a:ext cx="643784" cy="1992359"/>
            </a:xfrm>
            <a:custGeom>
              <a:avLst/>
              <a:gdLst/>
              <a:ahLst/>
              <a:cxnLst/>
              <a:rect l="l" t="t" r="r" b="b"/>
              <a:pathLst>
                <a:path w="21600" h="21600" extrusionOk="0">
                  <a:moveTo>
                    <a:pt x="21600" y="0"/>
                  </a:moveTo>
                  <a:lnTo>
                    <a:pt x="101" y="3185"/>
                  </a:lnTo>
                  <a:lnTo>
                    <a:pt x="0" y="21600"/>
                  </a:lnTo>
                  <a:lnTo>
                    <a:pt x="21495" y="21561"/>
                  </a:lnTo>
                  <a:lnTo>
                    <a:pt x="21600" y="0"/>
                  </a:lnTo>
                  <a:close/>
                </a:path>
              </a:pathLst>
            </a:custGeom>
            <a:gradFill>
              <a:gsLst>
                <a:gs pos="0">
                  <a:srgbClr val="FEDA01"/>
                </a:gs>
                <a:gs pos="99319">
                  <a:srgbClr val="E07301"/>
                </a:gs>
                <a:gs pos="100000">
                  <a:srgbClr val="E07301"/>
                </a:gs>
              </a:gsLst>
              <a:path path="circle">
                <a:fillToRect r="100000" b="100000"/>
              </a:path>
              <a:tileRect l="-100000" t="-100000"/>
            </a:gradFill>
            <a:ln>
              <a:noFill/>
            </a:ln>
          </p:spPr>
          <p:txBody>
            <a:bodyPr spcFirstLastPara="1" lIns="34275" tIns="34275" rIns="34275" bIns="34275"/>
            <a:lstStyle/>
            <a:p>
              <a:pPr>
                <a:buClr>
                  <a:srgbClr val="000000"/>
                </a:buClr>
                <a:buSzPts val="1800"/>
                <a:defRPr/>
              </a:pPr>
              <a:endParaRPr sz="1350">
                <a:solidFill>
                  <a:srgbClr val="000000"/>
                </a:solidFill>
                <a:latin typeface="Arial" panose="020B0604020202020204" pitchFamily="34" charset="0"/>
                <a:ea typeface="Calibri"/>
                <a:cs typeface="Arial" panose="020B0604020202020204" pitchFamily="34" charset="0"/>
                <a:sym typeface="Calibri"/>
              </a:endParaRPr>
            </a:p>
          </p:txBody>
        </p:sp>
        <p:sp>
          <p:nvSpPr>
            <p:cNvPr id="118" name="Google Shape;19;p3">
              <a:extLst>
                <a:ext uri="{FF2B5EF4-FFF2-40B4-BE49-F238E27FC236}">
                  <a16:creationId xmlns="" xmlns:a16="http://schemas.microsoft.com/office/drawing/2014/main" id="{A2CEF00E-E30D-4C0D-807F-4FFBC5203FE5}"/>
                </a:ext>
              </a:extLst>
            </p:cNvPr>
            <p:cNvSpPr/>
            <p:nvPr/>
          </p:nvSpPr>
          <p:spPr>
            <a:xfrm flipH="1">
              <a:off x="639081" y="0"/>
              <a:ext cx="645110" cy="1992359"/>
            </a:xfrm>
            <a:custGeom>
              <a:avLst/>
              <a:gdLst/>
              <a:ahLst/>
              <a:cxnLst/>
              <a:rect l="l" t="t" r="r" b="b"/>
              <a:pathLst>
                <a:path w="21600" h="21600" extrusionOk="0">
                  <a:moveTo>
                    <a:pt x="21580" y="0"/>
                  </a:moveTo>
                  <a:lnTo>
                    <a:pt x="101" y="3185"/>
                  </a:lnTo>
                  <a:lnTo>
                    <a:pt x="0" y="21600"/>
                  </a:lnTo>
                  <a:lnTo>
                    <a:pt x="21600" y="21564"/>
                  </a:lnTo>
                  <a:lnTo>
                    <a:pt x="21580" y="0"/>
                  </a:lnTo>
                  <a:close/>
                </a:path>
              </a:pathLst>
            </a:custGeom>
            <a:gradFill>
              <a:gsLst>
                <a:gs pos="0">
                  <a:srgbClr val="FEDA01"/>
                </a:gs>
                <a:gs pos="99319">
                  <a:srgbClr val="E07301"/>
                </a:gs>
                <a:gs pos="100000">
                  <a:srgbClr val="E07301"/>
                </a:gs>
              </a:gsLst>
              <a:lin ang="5400000" scaled="0"/>
            </a:gradFill>
            <a:ln>
              <a:noFill/>
            </a:ln>
          </p:spPr>
          <p:txBody>
            <a:bodyPr spcFirstLastPara="1" lIns="34275" tIns="34275" rIns="34275" bIns="34275"/>
            <a:lstStyle/>
            <a:p>
              <a:pPr>
                <a:buClr>
                  <a:srgbClr val="000000"/>
                </a:buClr>
                <a:buSzPts val="1800"/>
                <a:defRPr/>
              </a:pPr>
              <a:endParaRPr sz="1350">
                <a:solidFill>
                  <a:srgbClr val="000000"/>
                </a:solidFill>
                <a:latin typeface="Arial" panose="020B0604020202020204" pitchFamily="34" charset="0"/>
                <a:ea typeface="Calibri"/>
                <a:cs typeface="Arial" panose="020B0604020202020204" pitchFamily="34" charset="0"/>
                <a:sym typeface="Calibri"/>
              </a:endParaRPr>
            </a:p>
          </p:txBody>
        </p:sp>
      </p:grpSp>
      <p:pic>
        <p:nvPicPr>
          <p:cNvPr id="11268" name="Google Shape;20;p3" descr="Picture1.png">
            <a:extLst>
              <a:ext uri="{FF2B5EF4-FFF2-40B4-BE49-F238E27FC236}">
                <a16:creationId xmlns="" xmlns:a16="http://schemas.microsoft.com/office/drawing/2014/main" id="{E4971410-140D-46BC-ADC0-58341F37E85D}"/>
              </a:ext>
            </a:extLst>
          </p:cNvPr>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21076" y="2724151"/>
            <a:ext cx="1497013" cy="111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1269" name="Google Shape;27;p3">
            <a:extLst>
              <a:ext uri="{FF2B5EF4-FFF2-40B4-BE49-F238E27FC236}">
                <a16:creationId xmlns="" xmlns:a16="http://schemas.microsoft.com/office/drawing/2014/main" id="{1822123F-2637-4BA6-8F3F-E7E7A8FF2683}"/>
              </a:ext>
            </a:extLst>
          </p:cNvPr>
          <p:cNvGrpSpPr>
            <a:grpSpLocks/>
          </p:cNvGrpSpPr>
          <p:nvPr/>
        </p:nvGrpSpPr>
        <p:grpSpPr bwMode="auto">
          <a:xfrm>
            <a:off x="5453063" y="936625"/>
            <a:ext cx="1346200" cy="1906588"/>
            <a:chOff x="0" y="0"/>
            <a:chExt cx="1278529" cy="1992359"/>
          </a:xfrm>
        </p:grpSpPr>
        <p:sp>
          <p:nvSpPr>
            <p:cNvPr id="127" name="Google Shape;28;p3">
              <a:extLst>
                <a:ext uri="{FF2B5EF4-FFF2-40B4-BE49-F238E27FC236}">
                  <a16:creationId xmlns="" xmlns:a16="http://schemas.microsoft.com/office/drawing/2014/main" id="{41825E22-D915-4B3D-A4D3-C745D6E446DE}"/>
                </a:ext>
              </a:extLst>
            </p:cNvPr>
            <p:cNvSpPr/>
            <p:nvPr/>
          </p:nvSpPr>
          <p:spPr>
            <a:xfrm>
              <a:off x="0" y="0"/>
              <a:ext cx="643784" cy="1992359"/>
            </a:xfrm>
            <a:custGeom>
              <a:avLst/>
              <a:gdLst/>
              <a:ahLst/>
              <a:cxnLst/>
              <a:rect l="l" t="t" r="r" b="b"/>
              <a:pathLst>
                <a:path w="21600" h="21600" extrusionOk="0">
                  <a:moveTo>
                    <a:pt x="21600" y="0"/>
                  </a:moveTo>
                  <a:lnTo>
                    <a:pt x="101" y="3185"/>
                  </a:lnTo>
                  <a:lnTo>
                    <a:pt x="0" y="21600"/>
                  </a:lnTo>
                  <a:lnTo>
                    <a:pt x="21495" y="21561"/>
                  </a:lnTo>
                  <a:lnTo>
                    <a:pt x="21600" y="0"/>
                  </a:lnTo>
                  <a:close/>
                </a:path>
              </a:pathLst>
            </a:custGeom>
            <a:gradFill>
              <a:gsLst>
                <a:gs pos="0">
                  <a:srgbClr val="FF2841"/>
                </a:gs>
                <a:gs pos="100000">
                  <a:srgbClr val="AB1942"/>
                </a:gs>
              </a:gsLst>
              <a:path path="circle">
                <a:fillToRect r="100000" b="100000"/>
              </a:path>
              <a:tileRect l="-100000" t="-100000"/>
            </a:gradFill>
            <a:ln>
              <a:noFill/>
            </a:ln>
          </p:spPr>
          <p:txBody>
            <a:bodyPr spcFirstLastPara="1" lIns="34275" tIns="34275" rIns="34275" bIns="34275"/>
            <a:lstStyle/>
            <a:p>
              <a:pPr>
                <a:buClr>
                  <a:srgbClr val="000000"/>
                </a:buClr>
                <a:buSzPts val="1800"/>
                <a:defRPr/>
              </a:pPr>
              <a:endParaRPr sz="1350">
                <a:solidFill>
                  <a:srgbClr val="000000"/>
                </a:solidFill>
                <a:latin typeface="Arial" panose="020B0604020202020204" pitchFamily="34" charset="0"/>
                <a:ea typeface="Calibri"/>
                <a:cs typeface="Arial" panose="020B0604020202020204" pitchFamily="34" charset="0"/>
                <a:sym typeface="Calibri"/>
              </a:endParaRPr>
            </a:p>
          </p:txBody>
        </p:sp>
        <p:sp>
          <p:nvSpPr>
            <p:cNvPr id="128" name="Google Shape;29;p3">
              <a:extLst>
                <a:ext uri="{FF2B5EF4-FFF2-40B4-BE49-F238E27FC236}">
                  <a16:creationId xmlns="" xmlns:a16="http://schemas.microsoft.com/office/drawing/2014/main" id="{83120810-7BDB-43D3-B128-2CC8C565FD55}"/>
                </a:ext>
              </a:extLst>
            </p:cNvPr>
            <p:cNvSpPr/>
            <p:nvPr/>
          </p:nvSpPr>
          <p:spPr>
            <a:xfrm flipH="1">
              <a:off x="634134" y="0"/>
              <a:ext cx="644395" cy="1992359"/>
            </a:xfrm>
            <a:custGeom>
              <a:avLst/>
              <a:gdLst/>
              <a:ahLst/>
              <a:cxnLst/>
              <a:rect l="l" t="t" r="r" b="b"/>
              <a:pathLst>
                <a:path w="21600" h="21600" extrusionOk="0">
                  <a:moveTo>
                    <a:pt x="21580" y="0"/>
                  </a:moveTo>
                  <a:lnTo>
                    <a:pt x="101" y="3185"/>
                  </a:lnTo>
                  <a:lnTo>
                    <a:pt x="0" y="21600"/>
                  </a:lnTo>
                  <a:lnTo>
                    <a:pt x="21600" y="21564"/>
                  </a:lnTo>
                  <a:lnTo>
                    <a:pt x="21580" y="0"/>
                  </a:lnTo>
                  <a:close/>
                </a:path>
              </a:pathLst>
            </a:custGeom>
            <a:gradFill>
              <a:gsLst>
                <a:gs pos="0">
                  <a:srgbClr val="FF2841"/>
                </a:gs>
                <a:gs pos="100000">
                  <a:srgbClr val="AB1942"/>
                </a:gs>
              </a:gsLst>
              <a:path path="circle">
                <a:fillToRect l="100000" b="100000"/>
              </a:path>
              <a:tileRect t="-100000" r="-100000"/>
            </a:gradFill>
            <a:ln>
              <a:noFill/>
            </a:ln>
          </p:spPr>
          <p:txBody>
            <a:bodyPr spcFirstLastPara="1" lIns="34275" tIns="34275" rIns="34275" bIns="34275"/>
            <a:lstStyle/>
            <a:p>
              <a:pPr>
                <a:buClr>
                  <a:srgbClr val="000000"/>
                </a:buClr>
                <a:buSzPts val="1800"/>
                <a:defRPr/>
              </a:pPr>
              <a:endParaRPr sz="1350">
                <a:solidFill>
                  <a:srgbClr val="000000"/>
                </a:solidFill>
                <a:latin typeface="Arial" panose="020B0604020202020204" pitchFamily="34" charset="0"/>
                <a:ea typeface="Calibri"/>
                <a:cs typeface="Arial" panose="020B0604020202020204" pitchFamily="34" charset="0"/>
                <a:sym typeface="Calibri"/>
              </a:endParaRPr>
            </a:p>
          </p:txBody>
        </p:sp>
      </p:grpSp>
      <p:pic>
        <p:nvPicPr>
          <p:cNvPr id="11270" name="Google Shape;30;p3" descr="Picture1.png">
            <a:extLst>
              <a:ext uri="{FF2B5EF4-FFF2-40B4-BE49-F238E27FC236}">
                <a16:creationId xmlns="" xmlns:a16="http://schemas.microsoft.com/office/drawing/2014/main" id="{1DD5A7FD-75E5-4787-8D47-4DE5ADFD6D0E}"/>
              </a:ext>
            </a:extLst>
          </p:cNvPr>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61001" y="2732089"/>
            <a:ext cx="1497013" cy="111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1271" name="Google Shape;36;p3">
            <a:extLst>
              <a:ext uri="{FF2B5EF4-FFF2-40B4-BE49-F238E27FC236}">
                <a16:creationId xmlns="" xmlns:a16="http://schemas.microsoft.com/office/drawing/2014/main" id="{289386EC-0F2E-45A0-B660-0269B75E88D1}"/>
              </a:ext>
            </a:extLst>
          </p:cNvPr>
          <p:cNvGrpSpPr>
            <a:grpSpLocks/>
          </p:cNvGrpSpPr>
          <p:nvPr/>
        </p:nvGrpSpPr>
        <p:grpSpPr bwMode="auto">
          <a:xfrm>
            <a:off x="7324725" y="962025"/>
            <a:ext cx="1347788" cy="1911350"/>
            <a:chOff x="0" y="0"/>
            <a:chExt cx="1278530" cy="1998594"/>
          </a:xfrm>
        </p:grpSpPr>
        <p:sp>
          <p:nvSpPr>
            <p:cNvPr id="136" name="Google Shape;37;p3">
              <a:extLst>
                <a:ext uri="{FF2B5EF4-FFF2-40B4-BE49-F238E27FC236}">
                  <a16:creationId xmlns="" xmlns:a16="http://schemas.microsoft.com/office/drawing/2014/main" id="{F1FAAF28-1889-4429-9AF0-062E4FF1F142}"/>
                </a:ext>
              </a:extLst>
            </p:cNvPr>
            <p:cNvSpPr/>
            <p:nvPr/>
          </p:nvSpPr>
          <p:spPr>
            <a:xfrm>
              <a:off x="0" y="0"/>
              <a:ext cx="643784" cy="1992359"/>
            </a:xfrm>
            <a:custGeom>
              <a:avLst/>
              <a:gdLst/>
              <a:ahLst/>
              <a:cxnLst/>
              <a:rect l="l" t="t" r="r" b="b"/>
              <a:pathLst>
                <a:path w="21600" h="21600" extrusionOk="0">
                  <a:moveTo>
                    <a:pt x="21600" y="0"/>
                  </a:moveTo>
                  <a:lnTo>
                    <a:pt x="101" y="3185"/>
                  </a:lnTo>
                  <a:lnTo>
                    <a:pt x="0" y="21600"/>
                  </a:lnTo>
                  <a:lnTo>
                    <a:pt x="21495" y="21561"/>
                  </a:lnTo>
                  <a:lnTo>
                    <a:pt x="21600" y="0"/>
                  </a:lnTo>
                  <a:close/>
                </a:path>
              </a:pathLst>
            </a:custGeom>
            <a:gradFill>
              <a:gsLst>
                <a:gs pos="0">
                  <a:srgbClr val="F74179"/>
                </a:gs>
                <a:gs pos="100000">
                  <a:srgbClr val="7B1142"/>
                </a:gs>
              </a:gsLst>
              <a:path path="circle">
                <a:fillToRect r="100000" b="100000"/>
              </a:path>
              <a:tileRect l="-100000" t="-100000"/>
            </a:gradFill>
            <a:ln>
              <a:noFill/>
            </a:ln>
          </p:spPr>
          <p:txBody>
            <a:bodyPr spcFirstLastPara="1" lIns="34275" tIns="34275" rIns="34275" bIns="34275"/>
            <a:lstStyle/>
            <a:p>
              <a:pPr>
                <a:buClr>
                  <a:srgbClr val="000000"/>
                </a:buClr>
                <a:buSzPts val="1800"/>
                <a:defRPr/>
              </a:pPr>
              <a:endParaRPr sz="1350">
                <a:solidFill>
                  <a:srgbClr val="000000"/>
                </a:solidFill>
                <a:latin typeface="Arial" panose="020B0604020202020204" pitchFamily="34" charset="0"/>
                <a:ea typeface="Calibri"/>
                <a:cs typeface="Arial" panose="020B0604020202020204" pitchFamily="34" charset="0"/>
                <a:sym typeface="Calibri"/>
              </a:endParaRPr>
            </a:p>
          </p:txBody>
        </p:sp>
        <p:sp>
          <p:nvSpPr>
            <p:cNvPr id="137" name="Google Shape;38;p3">
              <a:extLst>
                <a:ext uri="{FF2B5EF4-FFF2-40B4-BE49-F238E27FC236}">
                  <a16:creationId xmlns="" xmlns:a16="http://schemas.microsoft.com/office/drawing/2014/main" id="{3E168AE7-764C-4F64-B490-C9855A0706B3}"/>
                </a:ext>
              </a:extLst>
            </p:cNvPr>
            <p:cNvSpPr/>
            <p:nvPr/>
          </p:nvSpPr>
          <p:spPr>
            <a:xfrm flipH="1">
              <a:off x="634135" y="6235"/>
              <a:ext cx="644395" cy="1992359"/>
            </a:xfrm>
            <a:custGeom>
              <a:avLst/>
              <a:gdLst/>
              <a:ahLst/>
              <a:cxnLst/>
              <a:rect l="l" t="t" r="r" b="b"/>
              <a:pathLst>
                <a:path w="21600" h="21600" extrusionOk="0">
                  <a:moveTo>
                    <a:pt x="21580" y="0"/>
                  </a:moveTo>
                  <a:lnTo>
                    <a:pt x="101" y="3185"/>
                  </a:lnTo>
                  <a:lnTo>
                    <a:pt x="0" y="21600"/>
                  </a:lnTo>
                  <a:lnTo>
                    <a:pt x="21600" y="21564"/>
                  </a:lnTo>
                  <a:lnTo>
                    <a:pt x="21580" y="0"/>
                  </a:lnTo>
                  <a:close/>
                </a:path>
              </a:pathLst>
            </a:custGeom>
            <a:gradFill>
              <a:gsLst>
                <a:gs pos="0">
                  <a:srgbClr val="FF2C79"/>
                </a:gs>
                <a:gs pos="100000">
                  <a:srgbClr val="7B1142"/>
                </a:gs>
              </a:gsLst>
              <a:path path="circle">
                <a:fillToRect r="100000" b="100000"/>
              </a:path>
              <a:tileRect l="-100000" t="-100000"/>
            </a:gradFill>
            <a:ln>
              <a:noFill/>
            </a:ln>
          </p:spPr>
          <p:txBody>
            <a:bodyPr spcFirstLastPara="1" lIns="34275" tIns="34275" rIns="34275" bIns="34275"/>
            <a:lstStyle/>
            <a:p>
              <a:pPr>
                <a:buClr>
                  <a:srgbClr val="000000"/>
                </a:buClr>
                <a:buSzPts val="1800"/>
                <a:defRPr/>
              </a:pPr>
              <a:endParaRPr sz="1350">
                <a:solidFill>
                  <a:srgbClr val="000000"/>
                </a:solidFill>
                <a:latin typeface="Arial" panose="020B0604020202020204" pitchFamily="34" charset="0"/>
                <a:ea typeface="Calibri"/>
                <a:cs typeface="Arial" panose="020B0604020202020204" pitchFamily="34" charset="0"/>
                <a:sym typeface="Calibri"/>
              </a:endParaRPr>
            </a:p>
          </p:txBody>
        </p:sp>
      </p:grpSp>
      <p:pic>
        <p:nvPicPr>
          <p:cNvPr id="11272" name="Google Shape;39;p3" descr="Picture1.png">
            <a:extLst>
              <a:ext uri="{FF2B5EF4-FFF2-40B4-BE49-F238E27FC236}">
                <a16:creationId xmlns="" xmlns:a16="http://schemas.microsoft.com/office/drawing/2014/main" id="{1D0958FE-B988-49B8-BB65-759769F7D9CD}"/>
              </a:ext>
            </a:extLst>
          </p:cNvPr>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81863" y="2720976"/>
            <a:ext cx="1497012" cy="112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1273" name="Google Shape;45;p3">
            <a:extLst>
              <a:ext uri="{FF2B5EF4-FFF2-40B4-BE49-F238E27FC236}">
                <a16:creationId xmlns="" xmlns:a16="http://schemas.microsoft.com/office/drawing/2014/main" id="{08D8AEED-3FBE-4ECD-949A-61149A89B7AE}"/>
              </a:ext>
            </a:extLst>
          </p:cNvPr>
          <p:cNvGrpSpPr>
            <a:grpSpLocks/>
          </p:cNvGrpSpPr>
          <p:nvPr/>
        </p:nvGrpSpPr>
        <p:grpSpPr bwMode="auto">
          <a:xfrm rot="10800000">
            <a:off x="3579813" y="3668714"/>
            <a:ext cx="1346200" cy="1906587"/>
            <a:chOff x="5661" y="0"/>
            <a:chExt cx="1278530" cy="1992359"/>
          </a:xfrm>
        </p:grpSpPr>
        <p:sp>
          <p:nvSpPr>
            <p:cNvPr id="141" name="Google Shape;46;p3">
              <a:extLst>
                <a:ext uri="{FF2B5EF4-FFF2-40B4-BE49-F238E27FC236}">
                  <a16:creationId xmlns="" xmlns:a16="http://schemas.microsoft.com/office/drawing/2014/main" id="{E4A99652-36C8-4583-AB36-1682C8958B78}"/>
                </a:ext>
              </a:extLst>
            </p:cNvPr>
            <p:cNvSpPr/>
            <p:nvPr/>
          </p:nvSpPr>
          <p:spPr>
            <a:xfrm>
              <a:off x="5661" y="0"/>
              <a:ext cx="643784" cy="1992359"/>
            </a:xfrm>
            <a:custGeom>
              <a:avLst/>
              <a:gdLst/>
              <a:ahLst/>
              <a:cxnLst/>
              <a:rect l="l" t="t" r="r" b="b"/>
              <a:pathLst>
                <a:path w="21600" h="21600" extrusionOk="0">
                  <a:moveTo>
                    <a:pt x="21600" y="0"/>
                  </a:moveTo>
                  <a:lnTo>
                    <a:pt x="101" y="3185"/>
                  </a:lnTo>
                  <a:lnTo>
                    <a:pt x="0" y="21600"/>
                  </a:lnTo>
                  <a:lnTo>
                    <a:pt x="21495" y="21561"/>
                  </a:lnTo>
                  <a:lnTo>
                    <a:pt x="21600" y="0"/>
                  </a:lnTo>
                  <a:close/>
                </a:path>
              </a:pathLst>
            </a:custGeom>
            <a:gradFill>
              <a:gsLst>
                <a:gs pos="0">
                  <a:srgbClr val="00ACFF"/>
                </a:gs>
                <a:gs pos="2449">
                  <a:srgbClr val="00ACFF"/>
                </a:gs>
                <a:gs pos="99319">
                  <a:srgbClr val="007DD6"/>
                </a:gs>
                <a:gs pos="100000">
                  <a:srgbClr val="007DD6"/>
                </a:gs>
              </a:gsLst>
              <a:path path="circle">
                <a:fillToRect l="100000" b="100000"/>
              </a:path>
              <a:tileRect t="-100000" r="-100000"/>
            </a:gradFill>
            <a:ln>
              <a:noFill/>
            </a:ln>
          </p:spPr>
          <p:txBody>
            <a:bodyPr spcFirstLastPara="1" lIns="34275" tIns="34275" rIns="34275" bIns="34275"/>
            <a:lstStyle/>
            <a:p>
              <a:pPr>
                <a:buClr>
                  <a:srgbClr val="000000"/>
                </a:buClr>
                <a:buSzPts val="1800"/>
                <a:defRPr/>
              </a:pPr>
              <a:endParaRPr sz="1350">
                <a:solidFill>
                  <a:srgbClr val="000000"/>
                </a:solidFill>
                <a:latin typeface="Arial" panose="020B0604020202020204" pitchFamily="34" charset="0"/>
                <a:ea typeface="Calibri"/>
                <a:cs typeface="Arial" panose="020B0604020202020204" pitchFamily="34" charset="0"/>
                <a:sym typeface="Calibri"/>
              </a:endParaRPr>
            </a:p>
          </p:txBody>
        </p:sp>
        <p:sp>
          <p:nvSpPr>
            <p:cNvPr id="142" name="Google Shape;47;p3">
              <a:extLst>
                <a:ext uri="{FF2B5EF4-FFF2-40B4-BE49-F238E27FC236}">
                  <a16:creationId xmlns="" xmlns:a16="http://schemas.microsoft.com/office/drawing/2014/main" id="{D79B76E1-F6A6-4937-956A-1138AE883F5D}"/>
                </a:ext>
              </a:extLst>
            </p:cNvPr>
            <p:cNvSpPr/>
            <p:nvPr/>
          </p:nvSpPr>
          <p:spPr>
            <a:xfrm flipH="1">
              <a:off x="641911" y="0"/>
              <a:ext cx="643789" cy="1992359"/>
            </a:xfrm>
            <a:custGeom>
              <a:avLst/>
              <a:gdLst/>
              <a:ahLst/>
              <a:cxnLst/>
              <a:rect l="l" t="t" r="r" b="b"/>
              <a:pathLst>
                <a:path w="21600" h="21600" extrusionOk="0">
                  <a:moveTo>
                    <a:pt x="21580" y="0"/>
                  </a:moveTo>
                  <a:lnTo>
                    <a:pt x="101" y="3185"/>
                  </a:lnTo>
                  <a:lnTo>
                    <a:pt x="0" y="21600"/>
                  </a:lnTo>
                  <a:lnTo>
                    <a:pt x="21600" y="21564"/>
                  </a:lnTo>
                  <a:lnTo>
                    <a:pt x="21580" y="0"/>
                  </a:lnTo>
                  <a:close/>
                </a:path>
              </a:pathLst>
            </a:custGeom>
            <a:gradFill>
              <a:gsLst>
                <a:gs pos="0">
                  <a:srgbClr val="00ACFF"/>
                </a:gs>
                <a:gs pos="2449">
                  <a:srgbClr val="00ACFF"/>
                </a:gs>
                <a:gs pos="99319">
                  <a:srgbClr val="007DD6"/>
                </a:gs>
                <a:gs pos="100000">
                  <a:srgbClr val="007DD6"/>
                </a:gs>
              </a:gsLst>
              <a:lin ang="5400000" scaled="0"/>
            </a:gradFill>
            <a:ln>
              <a:noFill/>
            </a:ln>
          </p:spPr>
          <p:txBody>
            <a:bodyPr spcFirstLastPara="1" lIns="34275" tIns="34275" rIns="34275" bIns="34275"/>
            <a:lstStyle/>
            <a:p>
              <a:pPr>
                <a:buClr>
                  <a:srgbClr val="000000"/>
                </a:buClr>
                <a:buSzPts val="1800"/>
                <a:defRPr/>
              </a:pPr>
              <a:endParaRPr sz="1350">
                <a:solidFill>
                  <a:srgbClr val="000000"/>
                </a:solidFill>
                <a:latin typeface="Arial" panose="020B0604020202020204" pitchFamily="34" charset="0"/>
                <a:ea typeface="Calibri"/>
                <a:cs typeface="Arial" panose="020B0604020202020204" pitchFamily="34" charset="0"/>
                <a:sym typeface="Calibri"/>
              </a:endParaRPr>
            </a:p>
          </p:txBody>
        </p:sp>
      </p:grpSp>
      <p:pic>
        <p:nvPicPr>
          <p:cNvPr id="11274" name="Google Shape;48;p3" descr="Picture1.png">
            <a:extLst>
              <a:ext uri="{FF2B5EF4-FFF2-40B4-BE49-F238E27FC236}">
                <a16:creationId xmlns="" xmlns:a16="http://schemas.microsoft.com/office/drawing/2014/main" id="{CC833119-0517-4CE7-90DE-479F3B1C16C0}"/>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65513" y="3692526"/>
            <a:ext cx="1497012" cy="111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1275" name="Google Shape;54;p3">
            <a:extLst>
              <a:ext uri="{FF2B5EF4-FFF2-40B4-BE49-F238E27FC236}">
                <a16:creationId xmlns="" xmlns:a16="http://schemas.microsoft.com/office/drawing/2014/main" id="{917B8D93-983B-43DC-9F88-81931D67E5A9}"/>
              </a:ext>
            </a:extLst>
          </p:cNvPr>
          <p:cNvGrpSpPr>
            <a:grpSpLocks/>
          </p:cNvGrpSpPr>
          <p:nvPr/>
        </p:nvGrpSpPr>
        <p:grpSpPr bwMode="auto">
          <a:xfrm rot="10800000">
            <a:off x="5424488" y="3656014"/>
            <a:ext cx="1352550" cy="1906587"/>
            <a:chOff x="0" y="0"/>
            <a:chExt cx="1284191" cy="1992359"/>
          </a:xfrm>
        </p:grpSpPr>
        <p:sp>
          <p:nvSpPr>
            <p:cNvPr id="150" name="Google Shape;55;p3">
              <a:extLst>
                <a:ext uri="{FF2B5EF4-FFF2-40B4-BE49-F238E27FC236}">
                  <a16:creationId xmlns="" xmlns:a16="http://schemas.microsoft.com/office/drawing/2014/main" id="{D4C196B0-E72F-4191-B0A7-BD4F5A9429A1}"/>
                </a:ext>
              </a:extLst>
            </p:cNvPr>
            <p:cNvSpPr/>
            <p:nvPr/>
          </p:nvSpPr>
          <p:spPr>
            <a:xfrm>
              <a:off x="0" y="0"/>
              <a:ext cx="643784" cy="1992359"/>
            </a:xfrm>
            <a:custGeom>
              <a:avLst/>
              <a:gdLst/>
              <a:ahLst/>
              <a:cxnLst/>
              <a:rect l="l" t="t" r="r" b="b"/>
              <a:pathLst>
                <a:path w="21600" h="21600" extrusionOk="0">
                  <a:moveTo>
                    <a:pt x="21600" y="0"/>
                  </a:moveTo>
                  <a:lnTo>
                    <a:pt x="101" y="3185"/>
                  </a:lnTo>
                  <a:lnTo>
                    <a:pt x="0" y="21600"/>
                  </a:lnTo>
                  <a:lnTo>
                    <a:pt x="21495" y="21561"/>
                  </a:lnTo>
                  <a:lnTo>
                    <a:pt x="21600" y="0"/>
                  </a:lnTo>
                  <a:close/>
                </a:path>
              </a:pathLst>
            </a:custGeom>
            <a:gradFill>
              <a:gsLst>
                <a:gs pos="0">
                  <a:srgbClr val="00FDFF"/>
                </a:gs>
                <a:gs pos="99319">
                  <a:srgbClr val="007879"/>
                </a:gs>
                <a:gs pos="100000">
                  <a:srgbClr val="007879"/>
                </a:gs>
              </a:gsLst>
              <a:path path="circle">
                <a:fillToRect l="100000" b="100000"/>
              </a:path>
              <a:tileRect t="-100000" r="-100000"/>
            </a:gradFill>
            <a:ln>
              <a:noFill/>
            </a:ln>
          </p:spPr>
          <p:txBody>
            <a:bodyPr spcFirstLastPara="1" lIns="34275" tIns="34275" rIns="34275" bIns="34275"/>
            <a:lstStyle/>
            <a:p>
              <a:pPr>
                <a:buClr>
                  <a:srgbClr val="000000"/>
                </a:buClr>
                <a:buSzPts val="1800"/>
                <a:defRPr/>
              </a:pPr>
              <a:endParaRPr sz="1350">
                <a:solidFill>
                  <a:srgbClr val="000000"/>
                </a:solidFill>
                <a:latin typeface="Arial" panose="020B0604020202020204" pitchFamily="34" charset="0"/>
                <a:ea typeface="Calibri"/>
                <a:cs typeface="Arial" panose="020B0604020202020204" pitchFamily="34" charset="0"/>
                <a:sym typeface="Calibri"/>
              </a:endParaRPr>
            </a:p>
          </p:txBody>
        </p:sp>
        <p:sp>
          <p:nvSpPr>
            <p:cNvPr id="151" name="Google Shape;56;p3">
              <a:extLst>
                <a:ext uri="{FF2B5EF4-FFF2-40B4-BE49-F238E27FC236}">
                  <a16:creationId xmlns="" xmlns:a16="http://schemas.microsoft.com/office/drawing/2014/main" id="{2C42BD25-8A9B-4DB1-970A-14200C25204E}"/>
                </a:ext>
              </a:extLst>
            </p:cNvPr>
            <p:cNvSpPr/>
            <p:nvPr/>
          </p:nvSpPr>
          <p:spPr>
            <a:xfrm flipH="1">
              <a:off x="640589" y="0"/>
              <a:ext cx="645110" cy="1992359"/>
            </a:xfrm>
            <a:custGeom>
              <a:avLst/>
              <a:gdLst/>
              <a:ahLst/>
              <a:cxnLst/>
              <a:rect l="l" t="t" r="r" b="b"/>
              <a:pathLst>
                <a:path w="21600" h="21600" extrusionOk="0">
                  <a:moveTo>
                    <a:pt x="21580" y="0"/>
                  </a:moveTo>
                  <a:lnTo>
                    <a:pt x="101" y="3185"/>
                  </a:lnTo>
                  <a:lnTo>
                    <a:pt x="0" y="21600"/>
                  </a:lnTo>
                  <a:lnTo>
                    <a:pt x="21600" y="21564"/>
                  </a:lnTo>
                  <a:lnTo>
                    <a:pt x="21580" y="0"/>
                  </a:lnTo>
                  <a:close/>
                </a:path>
              </a:pathLst>
            </a:custGeom>
            <a:gradFill>
              <a:gsLst>
                <a:gs pos="0">
                  <a:srgbClr val="00FDFF"/>
                </a:gs>
                <a:gs pos="99319">
                  <a:srgbClr val="007879"/>
                </a:gs>
                <a:gs pos="100000">
                  <a:srgbClr val="007879"/>
                </a:gs>
              </a:gsLst>
              <a:lin ang="5400000" scaled="0"/>
            </a:gradFill>
            <a:ln>
              <a:noFill/>
            </a:ln>
          </p:spPr>
          <p:txBody>
            <a:bodyPr spcFirstLastPara="1" lIns="34275" tIns="34275" rIns="34275" bIns="34275"/>
            <a:lstStyle/>
            <a:p>
              <a:pPr>
                <a:buClr>
                  <a:srgbClr val="000000"/>
                </a:buClr>
                <a:buSzPts val="1800"/>
                <a:defRPr/>
              </a:pPr>
              <a:endParaRPr sz="1350">
                <a:solidFill>
                  <a:srgbClr val="000000"/>
                </a:solidFill>
                <a:latin typeface="Arial" panose="020B0604020202020204" pitchFamily="34" charset="0"/>
                <a:ea typeface="Calibri"/>
                <a:cs typeface="Arial" panose="020B0604020202020204" pitchFamily="34" charset="0"/>
                <a:sym typeface="Calibri"/>
              </a:endParaRPr>
            </a:p>
          </p:txBody>
        </p:sp>
      </p:grpSp>
      <p:pic>
        <p:nvPicPr>
          <p:cNvPr id="11276" name="Google Shape;57;p3" descr="Picture1.png">
            <a:extLst>
              <a:ext uri="{FF2B5EF4-FFF2-40B4-BE49-F238E27FC236}">
                <a16:creationId xmlns="" xmlns:a16="http://schemas.microsoft.com/office/drawing/2014/main" id="{3D91D337-EFEA-42AA-874C-E66E18CF773B}"/>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54638" y="3686176"/>
            <a:ext cx="1497012" cy="111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1277" name="Google Shape;63;p3">
            <a:extLst>
              <a:ext uri="{FF2B5EF4-FFF2-40B4-BE49-F238E27FC236}">
                <a16:creationId xmlns="" xmlns:a16="http://schemas.microsoft.com/office/drawing/2014/main" id="{9747BEEF-C5BF-4756-BF23-B0D0E685C94A}"/>
              </a:ext>
            </a:extLst>
          </p:cNvPr>
          <p:cNvGrpSpPr>
            <a:grpSpLocks/>
          </p:cNvGrpSpPr>
          <p:nvPr/>
        </p:nvGrpSpPr>
        <p:grpSpPr bwMode="auto">
          <a:xfrm rot="10800000">
            <a:off x="7327900" y="3668714"/>
            <a:ext cx="1352550" cy="1906587"/>
            <a:chOff x="0" y="0"/>
            <a:chExt cx="1284191" cy="1992359"/>
          </a:xfrm>
        </p:grpSpPr>
        <p:sp>
          <p:nvSpPr>
            <p:cNvPr id="159" name="Google Shape;64;p3">
              <a:extLst>
                <a:ext uri="{FF2B5EF4-FFF2-40B4-BE49-F238E27FC236}">
                  <a16:creationId xmlns="" xmlns:a16="http://schemas.microsoft.com/office/drawing/2014/main" id="{CB35EB55-2E1F-4D0F-AD78-B1F8C5ABC77D}"/>
                </a:ext>
              </a:extLst>
            </p:cNvPr>
            <p:cNvSpPr/>
            <p:nvPr/>
          </p:nvSpPr>
          <p:spPr>
            <a:xfrm>
              <a:off x="0" y="0"/>
              <a:ext cx="643784" cy="1992359"/>
            </a:xfrm>
            <a:custGeom>
              <a:avLst/>
              <a:gdLst/>
              <a:ahLst/>
              <a:cxnLst/>
              <a:rect l="l" t="t" r="r" b="b"/>
              <a:pathLst>
                <a:path w="21600" h="21600" extrusionOk="0">
                  <a:moveTo>
                    <a:pt x="21600" y="0"/>
                  </a:moveTo>
                  <a:lnTo>
                    <a:pt x="101" y="3185"/>
                  </a:lnTo>
                  <a:lnTo>
                    <a:pt x="0" y="21600"/>
                  </a:lnTo>
                  <a:lnTo>
                    <a:pt x="21495" y="21561"/>
                  </a:lnTo>
                  <a:lnTo>
                    <a:pt x="21600" y="0"/>
                  </a:lnTo>
                  <a:close/>
                </a:path>
              </a:pathLst>
            </a:custGeom>
            <a:gradFill>
              <a:gsLst>
                <a:gs pos="0">
                  <a:srgbClr val="31FBA9"/>
                </a:gs>
                <a:gs pos="983">
                  <a:srgbClr val="31FBA9"/>
                </a:gs>
                <a:gs pos="100000">
                  <a:srgbClr val="00A779"/>
                </a:gs>
              </a:gsLst>
              <a:path path="circle">
                <a:fillToRect r="100000" b="100000"/>
              </a:path>
              <a:tileRect l="-100000" t="-100000"/>
            </a:gradFill>
            <a:ln>
              <a:noFill/>
            </a:ln>
          </p:spPr>
          <p:txBody>
            <a:bodyPr spcFirstLastPara="1" lIns="34275" tIns="34275" rIns="34275" bIns="34275"/>
            <a:lstStyle/>
            <a:p>
              <a:pPr>
                <a:buClr>
                  <a:srgbClr val="000000"/>
                </a:buClr>
                <a:buSzPts val="1800"/>
                <a:defRPr/>
              </a:pPr>
              <a:endParaRPr sz="1350">
                <a:solidFill>
                  <a:srgbClr val="000000"/>
                </a:solidFill>
                <a:latin typeface="Arial" panose="020B0604020202020204" pitchFamily="34" charset="0"/>
                <a:ea typeface="Calibri"/>
                <a:cs typeface="Arial" panose="020B0604020202020204" pitchFamily="34" charset="0"/>
                <a:sym typeface="Calibri"/>
              </a:endParaRPr>
            </a:p>
          </p:txBody>
        </p:sp>
        <p:sp>
          <p:nvSpPr>
            <p:cNvPr id="160" name="Google Shape;65;p3">
              <a:extLst>
                <a:ext uri="{FF2B5EF4-FFF2-40B4-BE49-F238E27FC236}">
                  <a16:creationId xmlns="" xmlns:a16="http://schemas.microsoft.com/office/drawing/2014/main" id="{3811244B-D2DE-4C13-8F80-2B1F1249AF65}"/>
                </a:ext>
              </a:extLst>
            </p:cNvPr>
            <p:cNvSpPr/>
            <p:nvPr/>
          </p:nvSpPr>
          <p:spPr>
            <a:xfrm flipH="1">
              <a:off x="639081" y="0"/>
              <a:ext cx="645110" cy="1992359"/>
            </a:xfrm>
            <a:custGeom>
              <a:avLst/>
              <a:gdLst/>
              <a:ahLst/>
              <a:cxnLst/>
              <a:rect l="l" t="t" r="r" b="b"/>
              <a:pathLst>
                <a:path w="21600" h="21600" extrusionOk="0">
                  <a:moveTo>
                    <a:pt x="21580" y="0"/>
                  </a:moveTo>
                  <a:lnTo>
                    <a:pt x="101" y="3185"/>
                  </a:lnTo>
                  <a:lnTo>
                    <a:pt x="0" y="21600"/>
                  </a:lnTo>
                  <a:lnTo>
                    <a:pt x="21600" y="21564"/>
                  </a:lnTo>
                  <a:lnTo>
                    <a:pt x="21580" y="0"/>
                  </a:lnTo>
                  <a:close/>
                </a:path>
              </a:pathLst>
            </a:custGeom>
            <a:gradFill>
              <a:gsLst>
                <a:gs pos="0">
                  <a:srgbClr val="31FBA9"/>
                </a:gs>
                <a:gs pos="983">
                  <a:srgbClr val="31FBA9"/>
                </a:gs>
                <a:gs pos="100000">
                  <a:srgbClr val="00A779"/>
                </a:gs>
              </a:gsLst>
              <a:lin ang="5400000" scaled="0"/>
            </a:gradFill>
            <a:ln>
              <a:noFill/>
            </a:ln>
          </p:spPr>
          <p:txBody>
            <a:bodyPr spcFirstLastPara="1" lIns="34275" tIns="34275" rIns="34275" bIns="34275"/>
            <a:lstStyle/>
            <a:p>
              <a:pPr>
                <a:buClr>
                  <a:srgbClr val="000000"/>
                </a:buClr>
                <a:buSzPts val="1800"/>
                <a:defRPr/>
              </a:pPr>
              <a:endParaRPr sz="1350">
                <a:solidFill>
                  <a:srgbClr val="000000"/>
                </a:solidFill>
                <a:latin typeface="Arial" panose="020B0604020202020204" pitchFamily="34" charset="0"/>
                <a:ea typeface="Calibri"/>
                <a:cs typeface="Arial" panose="020B0604020202020204" pitchFamily="34" charset="0"/>
                <a:sym typeface="Calibri"/>
              </a:endParaRPr>
            </a:p>
          </p:txBody>
        </p:sp>
      </p:grpSp>
      <p:pic>
        <p:nvPicPr>
          <p:cNvPr id="11278" name="Google Shape;66;p3" descr="Picture1.png">
            <a:extLst>
              <a:ext uri="{FF2B5EF4-FFF2-40B4-BE49-F238E27FC236}">
                <a16:creationId xmlns="" xmlns:a16="http://schemas.microsoft.com/office/drawing/2014/main" id="{EDCA2BBC-6705-4213-8946-60C880CA4585}"/>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26313" y="3697288"/>
            <a:ext cx="1497012" cy="112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3" name="Google Shape;79;p3">
            <a:extLst>
              <a:ext uri="{FF2B5EF4-FFF2-40B4-BE49-F238E27FC236}">
                <a16:creationId xmlns="" xmlns:a16="http://schemas.microsoft.com/office/drawing/2014/main" id="{D9EFE557-700B-4AEE-885E-A328DB8713AD}"/>
              </a:ext>
            </a:extLst>
          </p:cNvPr>
          <p:cNvSpPr txBox="1"/>
          <p:nvPr/>
        </p:nvSpPr>
        <p:spPr>
          <a:xfrm>
            <a:off x="1391636" y="2947258"/>
            <a:ext cx="9635742" cy="646765"/>
          </a:xfrm>
          <a:prstGeom prst="rect">
            <a:avLst/>
          </a:prstGeom>
          <a:gradFill flip="none" rotWithShape="1">
            <a:gsLst>
              <a:gs pos="0">
                <a:schemeClr val="bg1">
                  <a:lumMod val="85000"/>
                  <a:shade val="30000"/>
                  <a:satMod val="115000"/>
                </a:schemeClr>
              </a:gs>
              <a:gs pos="50000">
                <a:schemeClr val="bg1">
                  <a:lumMod val="85000"/>
                  <a:shade val="67500"/>
                  <a:satMod val="115000"/>
                </a:schemeClr>
              </a:gs>
              <a:gs pos="100000">
                <a:schemeClr val="bg1">
                  <a:lumMod val="85000"/>
                  <a:shade val="100000"/>
                  <a:satMod val="115000"/>
                </a:schemeClr>
              </a:gs>
            </a:gsLst>
            <a:path path="circle">
              <a:fillToRect r="100000" b="100000"/>
            </a:path>
            <a:tileRect l="-100000" t="-100000"/>
          </a:gradFill>
          <a:ln>
            <a:noFill/>
          </a:ln>
        </p:spPr>
        <p:txBody>
          <a:bodyPr spcFirstLastPara="1" lIns="34275" tIns="34275" rIns="34275" bIns="34275"/>
          <a:lstStyle/>
          <a:p>
            <a:pPr algn="ctr">
              <a:buClr>
                <a:srgbClr val="535353"/>
              </a:buClr>
              <a:buSzPts val="2600"/>
              <a:defRPr/>
            </a:pPr>
            <a:r>
              <a:rPr lang="en-US" sz="3600" b="1" dirty="0">
                <a:latin typeface="Arial" panose="020B0604020202020204" pitchFamily="34" charset="0"/>
                <a:ea typeface="Avenir"/>
                <a:cs typeface="Arial" panose="020B0604020202020204" pitchFamily="34" charset="0"/>
                <a:sym typeface="Avenir"/>
              </a:rPr>
              <a:t>TANGGUNGJAWAB KETUA JABATAN</a:t>
            </a:r>
            <a:endParaRPr sz="3600" dirty="0">
              <a:latin typeface="Arial" panose="020B0604020202020204" pitchFamily="34" charset="0"/>
              <a:cs typeface="Arial" panose="020B0604020202020204" pitchFamily="34" charset="0"/>
            </a:endParaRPr>
          </a:p>
        </p:txBody>
      </p:sp>
      <p:grpSp>
        <p:nvGrpSpPr>
          <p:cNvPr id="11282" name="Google Shape;17;p3">
            <a:extLst>
              <a:ext uri="{FF2B5EF4-FFF2-40B4-BE49-F238E27FC236}">
                <a16:creationId xmlns="" xmlns:a16="http://schemas.microsoft.com/office/drawing/2014/main" id="{A457BE4A-E8A3-4014-A787-F06594F22DC7}"/>
              </a:ext>
            </a:extLst>
          </p:cNvPr>
          <p:cNvGrpSpPr>
            <a:grpSpLocks/>
          </p:cNvGrpSpPr>
          <p:nvPr/>
        </p:nvGrpSpPr>
        <p:grpSpPr bwMode="auto">
          <a:xfrm rot="10800000">
            <a:off x="9048750" y="3656014"/>
            <a:ext cx="1354138" cy="1906587"/>
            <a:chOff x="0" y="0"/>
            <a:chExt cx="1284191" cy="1992359"/>
          </a:xfrm>
        </p:grpSpPr>
        <p:sp>
          <p:nvSpPr>
            <p:cNvPr id="176" name="Google Shape;18;p3">
              <a:extLst>
                <a:ext uri="{FF2B5EF4-FFF2-40B4-BE49-F238E27FC236}">
                  <a16:creationId xmlns="" xmlns:a16="http://schemas.microsoft.com/office/drawing/2014/main" id="{2329284E-C103-4C01-8DC6-7B7A5D52D79F}"/>
                </a:ext>
              </a:extLst>
            </p:cNvPr>
            <p:cNvSpPr/>
            <p:nvPr/>
          </p:nvSpPr>
          <p:spPr>
            <a:xfrm>
              <a:off x="0" y="0"/>
              <a:ext cx="643784" cy="1992359"/>
            </a:xfrm>
            <a:custGeom>
              <a:avLst/>
              <a:gdLst/>
              <a:ahLst/>
              <a:cxnLst/>
              <a:rect l="l" t="t" r="r" b="b"/>
              <a:pathLst>
                <a:path w="21600" h="21600" extrusionOk="0">
                  <a:moveTo>
                    <a:pt x="21600" y="0"/>
                  </a:moveTo>
                  <a:lnTo>
                    <a:pt x="101" y="3185"/>
                  </a:lnTo>
                  <a:lnTo>
                    <a:pt x="0" y="21600"/>
                  </a:lnTo>
                  <a:lnTo>
                    <a:pt x="21495" y="21561"/>
                  </a:lnTo>
                  <a:lnTo>
                    <a:pt x="21600" y="0"/>
                  </a:lnTo>
                  <a:close/>
                </a:path>
              </a:pathLst>
            </a:custGeom>
            <a:gradFill>
              <a:gsLst>
                <a:gs pos="0">
                  <a:srgbClr val="FEDA01"/>
                </a:gs>
                <a:gs pos="99319">
                  <a:srgbClr val="E07301"/>
                </a:gs>
                <a:gs pos="100000">
                  <a:srgbClr val="E07301"/>
                </a:gs>
              </a:gsLst>
              <a:path path="circle">
                <a:fillToRect r="100000" b="100000"/>
              </a:path>
              <a:tileRect l="-100000" t="-100000"/>
            </a:gradFill>
            <a:ln>
              <a:noFill/>
            </a:ln>
          </p:spPr>
          <p:txBody>
            <a:bodyPr spcFirstLastPara="1" lIns="34275" tIns="34275" rIns="34275" bIns="34275"/>
            <a:lstStyle/>
            <a:p>
              <a:pPr>
                <a:buClr>
                  <a:srgbClr val="000000"/>
                </a:buClr>
                <a:buSzPts val="1800"/>
                <a:defRPr/>
              </a:pPr>
              <a:endParaRPr sz="1350">
                <a:solidFill>
                  <a:srgbClr val="000000"/>
                </a:solidFill>
                <a:latin typeface="Arial" panose="020B0604020202020204" pitchFamily="34" charset="0"/>
                <a:ea typeface="Calibri"/>
                <a:cs typeface="Arial" panose="020B0604020202020204" pitchFamily="34" charset="0"/>
                <a:sym typeface="Calibri"/>
              </a:endParaRPr>
            </a:p>
          </p:txBody>
        </p:sp>
        <p:sp>
          <p:nvSpPr>
            <p:cNvPr id="177" name="Google Shape;19;p3">
              <a:extLst>
                <a:ext uri="{FF2B5EF4-FFF2-40B4-BE49-F238E27FC236}">
                  <a16:creationId xmlns="" xmlns:a16="http://schemas.microsoft.com/office/drawing/2014/main" id="{A3C24FB0-381E-4188-A3EE-986E056A063D}"/>
                </a:ext>
              </a:extLst>
            </p:cNvPr>
            <p:cNvSpPr/>
            <p:nvPr/>
          </p:nvSpPr>
          <p:spPr>
            <a:xfrm flipH="1">
              <a:off x="638332" y="0"/>
              <a:ext cx="644354" cy="1992359"/>
            </a:xfrm>
            <a:custGeom>
              <a:avLst/>
              <a:gdLst/>
              <a:ahLst/>
              <a:cxnLst/>
              <a:rect l="l" t="t" r="r" b="b"/>
              <a:pathLst>
                <a:path w="21600" h="21600" extrusionOk="0">
                  <a:moveTo>
                    <a:pt x="21580" y="0"/>
                  </a:moveTo>
                  <a:lnTo>
                    <a:pt x="101" y="3185"/>
                  </a:lnTo>
                  <a:lnTo>
                    <a:pt x="0" y="21600"/>
                  </a:lnTo>
                  <a:lnTo>
                    <a:pt x="21600" y="21564"/>
                  </a:lnTo>
                  <a:lnTo>
                    <a:pt x="21580" y="0"/>
                  </a:lnTo>
                  <a:close/>
                </a:path>
              </a:pathLst>
            </a:custGeom>
            <a:gradFill>
              <a:gsLst>
                <a:gs pos="0">
                  <a:srgbClr val="FEDA01"/>
                </a:gs>
                <a:gs pos="99319">
                  <a:srgbClr val="E07301"/>
                </a:gs>
                <a:gs pos="100000">
                  <a:srgbClr val="E07301"/>
                </a:gs>
              </a:gsLst>
              <a:lin ang="5400000" scaled="0"/>
            </a:gradFill>
            <a:ln>
              <a:noFill/>
            </a:ln>
          </p:spPr>
          <p:txBody>
            <a:bodyPr spcFirstLastPara="1" lIns="34275" tIns="34275" rIns="34275" bIns="34275"/>
            <a:lstStyle/>
            <a:p>
              <a:pPr>
                <a:buClr>
                  <a:srgbClr val="000000"/>
                </a:buClr>
                <a:buSzPts val="1800"/>
                <a:defRPr/>
              </a:pPr>
              <a:endParaRPr sz="1350">
                <a:solidFill>
                  <a:srgbClr val="000000"/>
                </a:solidFill>
                <a:latin typeface="Arial" panose="020B0604020202020204" pitchFamily="34" charset="0"/>
                <a:ea typeface="Calibri"/>
                <a:cs typeface="Arial" panose="020B0604020202020204" pitchFamily="34" charset="0"/>
                <a:sym typeface="Calibri"/>
              </a:endParaRPr>
            </a:p>
          </p:txBody>
        </p:sp>
      </p:grpSp>
      <p:grpSp>
        <p:nvGrpSpPr>
          <p:cNvPr id="11283" name="Google Shape;36;p3">
            <a:extLst>
              <a:ext uri="{FF2B5EF4-FFF2-40B4-BE49-F238E27FC236}">
                <a16:creationId xmlns="" xmlns:a16="http://schemas.microsoft.com/office/drawing/2014/main" id="{A0FEB508-F4F0-4AB5-9DA3-700BDCC10776}"/>
              </a:ext>
            </a:extLst>
          </p:cNvPr>
          <p:cNvGrpSpPr>
            <a:grpSpLocks/>
          </p:cNvGrpSpPr>
          <p:nvPr/>
        </p:nvGrpSpPr>
        <p:grpSpPr bwMode="auto">
          <a:xfrm rot="10800000">
            <a:off x="1792288" y="3638550"/>
            <a:ext cx="1352550" cy="1905000"/>
            <a:chOff x="0" y="0"/>
            <a:chExt cx="1284191" cy="1992359"/>
          </a:xfrm>
        </p:grpSpPr>
        <p:sp>
          <p:nvSpPr>
            <p:cNvPr id="179" name="Google Shape;37;p3">
              <a:extLst>
                <a:ext uri="{FF2B5EF4-FFF2-40B4-BE49-F238E27FC236}">
                  <a16:creationId xmlns="" xmlns:a16="http://schemas.microsoft.com/office/drawing/2014/main" id="{15FAFFBB-34CE-4A47-BBAB-8B92D58C3AC3}"/>
                </a:ext>
              </a:extLst>
            </p:cNvPr>
            <p:cNvSpPr/>
            <p:nvPr/>
          </p:nvSpPr>
          <p:spPr>
            <a:xfrm>
              <a:off x="0" y="0"/>
              <a:ext cx="643784" cy="1992359"/>
            </a:xfrm>
            <a:custGeom>
              <a:avLst/>
              <a:gdLst/>
              <a:ahLst/>
              <a:cxnLst/>
              <a:rect l="l" t="t" r="r" b="b"/>
              <a:pathLst>
                <a:path w="21600" h="21600" extrusionOk="0">
                  <a:moveTo>
                    <a:pt x="21600" y="0"/>
                  </a:moveTo>
                  <a:lnTo>
                    <a:pt x="101" y="3185"/>
                  </a:lnTo>
                  <a:lnTo>
                    <a:pt x="0" y="21600"/>
                  </a:lnTo>
                  <a:lnTo>
                    <a:pt x="21495" y="21561"/>
                  </a:lnTo>
                  <a:lnTo>
                    <a:pt x="21600" y="0"/>
                  </a:lnTo>
                  <a:close/>
                </a:path>
              </a:pathLst>
            </a:custGeom>
            <a:gradFill>
              <a:gsLst>
                <a:gs pos="0">
                  <a:srgbClr val="F74179"/>
                </a:gs>
                <a:gs pos="100000">
                  <a:srgbClr val="7B1142"/>
                </a:gs>
              </a:gsLst>
              <a:path path="circle">
                <a:fillToRect r="100000" b="100000"/>
              </a:path>
              <a:tileRect l="-100000" t="-100000"/>
            </a:gradFill>
            <a:ln>
              <a:noFill/>
            </a:ln>
          </p:spPr>
          <p:txBody>
            <a:bodyPr spcFirstLastPara="1" lIns="34275" tIns="34275" rIns="34275" bIns="34275"/>
            <a:lstStyle/>
            <a:p>
              <a:pPr>
                <a:buClr>
                  <a:srgbClr val="000000"/>
                </a:buClr>
                <a:buSzPts val="1800"/>
                <a:defRPr/>
              </a:pPr>
              <a:endParaRPr sz="1350">
                <a:solidFill>
                  <a:srgbClr val="000000"/>
                </a:solidFill>
                <a:latin typeface="Arial" panose="020B0604020202020204" pitchFamily="34" charset="0"/>
                <a:ea typeface="Calibri"/>
                <a:cs typeface="Arial" panose="020B0604020202020204" pitchFamily="34" charset="0"/>
                <a:sym typeface="Calibri"/>
              </a:endParaRPr>
            </a:p>
          </p:txBody>
        </p:sp>
        <p:sp>
          <p:nvSpPr>
            <p:cNvPr id="180" name="Google Shape;38;p3">
              <a:extLst>
                <a:ext uri="{FF2B5EF4-FFF2-40B4-BE49-F238E27FC236}">
                  <a16:creationId xmlns="" xmlns:a16="http://schemas.microsoft.com/office/drawing/2014/main" id="{2F43FDB3-AE0D-4768-9210-9EA7B50DB73B}"/>
                </a:ext>
              </a:extLst>
            </p:cNvPr>
            <p:cNvSpPr/>
            <p:nvPr/>
          </p:nvSpPr>
          <p:spPr>
            <a:xfrm flipH="1">
              <a:off x="639796" y="0"/>
              <a:ext cx="644395" cy="1992359"/>
            </a:xfrm>
            <a:custGeom>
              <a:avLst/>
              <a:gdLst/>
              <a:ahLst/>
              <a:cxnLst/>
              <a:rect l="l" t="t" r="r" b="b"/>
              <a:pathLst>
                <a:path w="21600" h="21600" extrusionOk="0">
                  <a:moveTo>
                    <a:pt x="21580" y="0"/>
                  </a:moveTo>
                  <a:lnTo>
                    <a:pt x="101" y="3185"/>
                  </a:lnTo>
                  <a:lnTo>
                    <a:pt x="0" y="21600"/>
                  </a:lnTo>
                  <a:lnTo>
                    <a:pt x="21600" y="21564"/>
                  </a:lnTo>
                  <a:lnTo>
                    <a:pt x="21580" y="0"/>
                  </a:lnTo>
                  <a:close/>
                </a:path>
              </a:pathLst>
            </a:custGeom>
            <a:gradFill>
              <a:gsLst>
                <a:gs pos="0">
                  <a:srgbClr val="FF2C79"/>
                </a:gs>
                <a:gs pos="100000">
                  <a:srgbClr val="7B1142"/>
                </a:gs>
              </a:gsLst>
              <a:path path="circle">
                <a:fillToRect r="100000" b="100000"/>
              </a:path>
              <a:tileRect l="-100000" t="-100000"/>
            </a:gradFill>
            <a:ln>
              <a:noFill/>
            </a:ln>
          </p:spPr>
          <p:txBody>
            <a:bodyPr spcFirstLastPara="1" lIns="34275" tIns="34275" rIns="34275" bIns="34275"/>
            <a:lstStyle/>
            <a:p>
              <a:pPr>
                <a:buClr>
                  <a:srgbClr val="000000"/>
                </a:buClr>
                <a:buSzPts val="1800"/>
                <a:defRPr/>
              </a:pPr>
              <a:endParaRPr sz="1350">
                <a:solidFill>
                  <a:srgbClr val="000000"/>
                </a:solidFill>
                <a:latin typeface="Arial" panose="020B0604020202020204" pitchFamily="34" charset="0"/>
                <a:ea typeface="Calibri"/>
                <a:cs typeface="Arial" panose="020B0604020202020204" pitchFamily="34" charset="0"/>
                <a:sym typeface="Calibri"/>
              </a:endParaRPr>
            </a:p>
          </p:txBody>
        </p:sp>
      </p:grpSp>
      <p:grpSp>
        <p:nvGrpSpPr>
          <p:cNvPr id="11284" name="Google Shape;54;p3">
            <a:extLst>
              <a:ext uri="{FF2B5EF4-FFF2-40B4-BE49-F238E27FC236}">
                <a16:creationId xmlns="" xmlns:a16="http://schemas.microsoft.com/office/drawing/2014/main" id="{61E1D4E8-51E6-4F27-8956-314CCD506F76}"/>
              </a:ext>
            </a:extLst>
          </p:cNvPr>
          <p:cNvGrpSpPr>
            <a:grpSpLocks/>
          </p:cNvGrpSpPr>
          <p:nvPr/>
        </p:nvGrpSpPr>
        <p:grpSpPr bwMode="auto">
          <a:xfrm>
            <a:off x="1801814" y="936625"/>
            <a:ext cx="1347787" cy="1906588"/>
            <a:chOff x="0" y="0"/>
            <a:chExt cx="1278529" cy="1992359"/>
          </a:xfrm>
        </p:grpSpPr>
        <p:sp>
          <p:nvSpPr>
            <p:cNvPr id="182" name="Google Shape;55;p3">
              <a:extLst>
                <a:ext uri="{FF2B5EF4-FFF2-40B4-BE49-F238E27FC236}">
                  <a16:creationId xmlns="" xmlns:a16="http://schemas.microsoft.com/office/drawing/2014/main" id="{F85CEFA1-4B66-47CC-ACFC-36FA9DD5AB12}"/>
                </a:ext>
              </a:extLst>
            </p:cNvPr>
            <p:cNvSpPr/>
            <p:nvPr/>
          </p:nvSpPr>
          <p:spPr>
            <a:xfrm>
              <a:off x="0" y="0"/>
              <a:ext cx="643784" cy="1992359"/>
            </a:xfrm>
            <a:custGeom>
              <a:avLst/>
              <a:gdLst/>
              <a:ahLst/>
              <a:cxnLst/>
              <a:rect l="l" t="t" r="r" b="b"/>
              <a:pathLst>
                <a:path w="21600" h="21600" extrusionOk="0">
                  <a:moveTo>
                    <a:pt x="21600" y="0"/>
                  </a:moveTo>
                  <a:lnTo>
                    <a:pt x="101" y="3185"/>
                  </a:lnTo>
                  <a:lnTo>
                    <a:pt x="0" y="21600"/>
                  </a:lnTo>
                  <a:lnTo>
                    <a:pt x="21495" y="21561"/>
                  </a:lnTo>
                  <a:lnTo>
                    <a:pt x="21600" y="0"/>
                  </a:lnTo>
                  <a:close/>
                </a:path>
              </a:pathLst>
            </a:custGeom>
            <a:gradFill>
              <a:gsLst>
                <a:gs pos="0">
                  <a:srgbClr val="00FDFF"/>
                </a:gs>
                <a:gs pos="99319">
                  <a:srgbClr val="007879"/>
                </a:gs>
                <a:gs pos="100000">
                  <a:srgbClr val="007879"/>
                </a:gs>
              </a:gsLst>
              <a:path path="circle">
                <a:fillToRect l="100000" b="100000"/>
              </a:path>
              <a:tileRect t="-100000" r="-100000"/>
            </a:gradFill>
            <a:ln>
              <a:noFill/>
            </a:ln>
          </p:spPr>
          <p:txBody>
            <a:bodyPr spcFirstLastPara="1" lIns="34275" tIns="34275" rIns="34275" bIns="34275"/>
            <a:lstStyle/>
            <a:p>
              <a:pPr>
                <a:buClr>
                  <a:srgbClr val="000000"/>
                </a:buClr>
                <a:buSzPts val="1800"/>
                <a:defRPr/>
              </a:pPr>
              <a:endParaRPr sz="1350">
                <a:solidFill>
                  <a:srgbClr val="000000"/>
                </a:solidFill>
                <a:latin typeface="Arial" panose="020B0604020202020204" pitchFamily="34" charset="0"/>
                <a:ea typeface="Calibri"/>
                <a:cs typeface="Arial" panose="020B0604020202020204" pitchFamily="34" charset="0"/>
                <a:sym typeface="Calibri"/>
              </a:endParaRPr>
            </a:p>
          </p:txBody>
        </p:sp>
        <p:sp>
          <p:nvSpPr>
            <p:cNvPr id="183" name="Google Shape;56;p3">
              <a:extLst>
                <a:ext uri="{FF2B5EF4-FFF2-40B4-BE49-F238E27FC236}">
                  <a16:creationId xmlns="" xmlns:a16="http://schemas.microsoft.com/office/drawing/2014/main" id="{82BBB950-2089-4FEB-B937-CE2D2BA96A52}"/>
                </a:ext>
              </a:extLst>
            </p:cNvPr>
            <p:cNvSpPr/>
            <p:nvPr/>
          </p:nvSpPr>
          <p:spPr>
            <a:xfrm flipH="1">
              <a:off x="633994" y="0"/>
              <a:ext cx="644535" cy="1992359"/>
            </a:xfrm>
            <a:custGeom>
              <a:avLst/>
              <a:gdLst/>
              <a:ahLst/>
              <a:cxnLst/>
              <a:rect l="l" t="t" r="r" b="b"/>
              <a:pathLst>
                <a:path w="21600" h="21600" extrusionOk="0">
                  <a:moveTo>
                    <a:pt x="21580" y="0"/>
                  </a:moveTo>
                  <a:lnTo>
                    <a:pt x="101" y="3185"/>
                  </a:lnTo>
                  <a:lnTo>
                    <a:pt x="0" y="21600"/>
                  </a:lnTo>
                  <a:lnTo>
                    <a:pt x="21600" y="21564"/>
                  </a:lnTo>
                  <a:lnTo>
                    <a:pt x="21580" y="0"/>
                  </a:lnTo>
                  <a:close/>
                </a:path>
              </a:pathLst>
            </a:custGeom>
            <a:gradFill>
              <a:gsLst>
                <a:gs pos="0">
                  <a:srgbClr val="00FDFF"/>
                </a:gs>
                <a:gs pos="99319">
                  <a:srgbClr val="007879"/>
                </a:gs>
                <a:gs pos="100000">
                  <a:srgbClr val="007879"/>
                </a:gs>
              </a:gsLst>
              <a:lin ang="5400000" scaled="0"/>
            </a:gradFill>
            <a:ln>
              <a:noFill/>
            </a:ln>
          </p:spPr>
          <p:txBody>
            <a:bodyPr spcFirstLastPara="1" lIns="34275" tIns="34275" rIns="34275" bIns="34275"/>
            <a:lstStyle/>
            <a:p>
              <a:pPr>
                <a:buClr>
                  <a:srgbClr val="000000"/>
                </a:buClr>
                <a:buSzPts val="1800"/>
                <a:defRPr/>
              </a:pPr>
              <a:endParaRPr sz="1350">
                <a:solidFill>
                  <a:srgbClr val="000000"/>
                </a:solidFill>
                <a:latin typeface="Arial" panose="020B0604020202020204" pitchFamily="34" charset="0"/>
                <a:ea typeface="Calibri"/>
                <a:cs typeface="Arial" panose="020B0604020202020204" pitchFamily="34" charset="0"/>
                <a:sym typeface="Calibri"/>
              </a:endParaRPr>
            </a:p>
          </p:txBody>
        </p:sp>
      </p:grpSp>
      <p:grpSp>
        <p:nvGrpSpPr>
          <p:cNvPr id="11285" name="Google Shape;45;p3">
            <a:extLst>
              <a:ext uri="{FF2B5EF4-FFF2-40B4-BE49-F238E27FC236}">
                <a16:creationId xmlns="" xmlns:a16="http://schemas.microsoft.com/office/drawing/2014/main" id="{30E85F8E-B7E5-40C4-B16A-2600335BB471}"/>
              </a:ext>
            </a:extLst>
          </p:cNvPr>
          <p:cNvGrpSpPr>
            <a:grpSpLocks/>
          </p:cNvGrpSpPr>
          <p:nvPr/>
        </p:nvGrpSpPr>
        <p:grpSpPr bwMode="auto">
          <a:xfrm>
            <a:off x="9017000" y="960439"/>
            <a:ext cx="1347788" cy="1906587"/>
            <a:chOff x="0" y="0"/>
            <a:chExt cx="1278529" cy="1992359"/>
          </a:xfrm>
        </p:grpSpPr>
        <p:sp>
          <p:nvSpPr>
            <p:cNvPr id="185" name="Google Shape;46;p3">
              <a:extLst>
                <a:ext uri="{FF2B5EF4-FFF2-40B4-BE49-F238E27FC236}">
                  <a16:creationId xmlns="" xmlns:a16="http://schemas.microsoft.com/office/drawing/2014/main" id="{5D20FB71-3108-4E67-924A-237F2E6110D4}"/>
                </a:ext>
              </a:extLst>
            </p:cNvPr>
            <p:cNvSpPr/>
            <p:nvPr/>
          </p:nvSpPr>
          <p:spPr>
            <a:xfrm>
              <a:off x="0" y="0"/>
              <a:ext cx="643784" cy="1992359"/>
            </a:xfrm>
            <a:custGeom>
              <a:avLst/>
              <a:gdLst/>
              <a:ahLst/>
              <a:cxnLst/>
              <a:rect l="l" t="t" r="r" b="b"/>
              <a:pathLst>
                <a:path w="21600" h="21600" extrusionOk="0">
                  <a:moveTo>
                    <a:pt x="21600" y="0"/>
                  </a:moveTo>
                  <a:lnTo>
                    <a:pt x="101" y="3185"/>
                  </a:lnTo>
                  <a:lnTo>
                    <a:pt x="0" y="21600"/>
                  </a:lnTo>
                  <a:lnTo>
                    <a:pt x="21495" y="21561"/>
                  </a:lnTo>
                  <a:lnTo>
                    <a:pt x="21600" y="0"/>
                  </a:lnTo>
                  <a:close/>
                </a:path>
              </a:pathLst>
            </a:custGeom>
            <a:gradFill>
              <a:gsLst>
                <a:gs pos="0">
                  <a:srgbClr val="00ACFF"/>
                </a:gs>
                <a:gs pos="2449">
                  <a:srgbClr val="00ACFF"/>
                </a:gs>
                <a:gs pos="99319">
                  <a:srgbClr val="007DD6"/>
                </a:gs>
                <a:gs pos="100000">
                  <a:srgbClr val="007DD6"/>
                </a:gs>
              </a:gsLst>
              <a:path path="circle">
                <a:fillToRect l="100000" b="100000"/>
              </a:path>
              <a:tileRect t="-100000" r="-100000"/>
            </a:gradFill>
            <a:ln>
              <a:noFill/>
            </a:ln>
          </p:spPr>
          <p:txBody>
            <a:bodyPr spcFirstLastPara="1" lIns="34275" tIns="34275" rIns="34275" bIns="34275"/>
            <a:lstStyle/>
            <a:p>
              <a:pPr>
                <a:buClr>
                  <a:srgbClr val="000000"/>
                </a:buClr>
                <a:buSzPts val="1800"/>
                <a:defRPr/>
              </a:pPr>
              <a:endParaRPr sz="1350">
                <a:solidFill>
                  <a:srgbClr val="000000"/>
                </a:solidFill>
                <a:latin typeface="Arial" panose="020B0604020202020204" pitchFamily="34" charset="0"/>
                <a:ea typeface="Calibri"/>
                <a:cs typeface="Arial" panose="020B0604020202020204" pitchFamily="34" charset="0"/>
                <a:sym typeface="Calibri"/>
              </a:endParaRPr>
            </a:p>
          </p:txBody>
        </p:sp>
        <p:sp>
          <p:nvSpPr>
            <p:cNvPr id="186" name="Google Shape;47;p3">
              <a:extLst>
                <a:ext uri="{FF2B5EF4-FFF2-40B4-BE49-F238E27FC236}">
                  <a16:creationId xmlns="" xmlns:a16="http://schemas.microsoft.com/office/drawing/2014/main" id="{8F82E5D0-EAC1-495B-9C1D-7C9015829780}"/>
                </a:ext>
              </a:extLst>
            </p:cNvPr>
            <p:cNvSpPr/>
            <p:nvPr/>
          </p:nvSpPr>
          <p:spPr>
            <a:xfrm flipH="1">
              <a:off x="633994" y="0"/>
              <a:ext cx="644535" cy="1992359"/>
            </a:xfrm>
            <a:custGeom>
              <a:avLst/>
              <a:gdLst/>
              <a:ahLst/>
              <a:cxnLst/>
              <a:rect l="l" t="t" r="r" b="b"/>
              <a:pathLst>
                <a:path w="21600" h="21600" extrusionOk="0">
                  <a:moveTo>
                    <a:pt x="21580" y="0"/>
                  </a:moveTo>
                  <a:lnTo>
                    <a:pt x="101" y="3185"/>
                  </a:lnTo>
                  <a:lnTo>
                    <a:pt x="0" y="21600"/>
                  </a:lnTo>
                  <a:lnTo>
                    <a:pt x="21600" y="21564"/>
                  </a:lnTo>
                  <a:lnTo>
                    <a:pt x="21580" y="0"/>
                  </a:lnTo>
                  <a:close/>
                </a:path>
              </a:pathLst>
            </a:custGeom>
            <a:gradFill>
              <a:gsLst>
                <a:gs pos="0">
                  <a:srgbClr val="00ACFF"/>
                </a:gs>
                <a:gs pos="2449">
                  <a:srgbClr val="00ACFF"/>
                </a:gs>
                <a:gs pos="99319">
                  <a:srgbClr val="007DD6"/>
                </a:gs>
                <a:gs pos="100000">
                  <a:srgbClr val="007DD6"/>
                </a:gs>
              </a:gsLst>
              <a:lin ang="5400000" scaled="0"/>
            </a:gradFill>
            <a:ln>
              <a:noFill/>
            </a:ln>
          </p:spPr>
          <p:txBody>
            <a:bodyPr spcFirstLastPara="1" lIns="34275" tIns="34275" rIns="34275" bIns="34275"/>
            <a:lstStyle/>
            <a:p>
              <a:pPr>
                <a:buClr>
                  <a:srgbClr val="000000"/>
                </a:buClr>
                <a:buSzPts val="1800"/>
                <a:defRPr/>
              </a:pPr>
              <a:endParaRPr sz="1350">
                <a:solidFill>
                  <a:srgbClr val="000000"/>
                </a:solidFill>
                <a:latin typeface="Arial" panose="020B0604020202020204" pitchFamily="34" charset="0"/>
                <a:ea typeface="Calibri"/>
                <a:cs typeface="Arial" panose="020B0604020202020204" pitchFamily="34" charset="0"/>
                <a:sym typeface="Calibri"/>
              </a:endParaRPr>
            </a:p>
          </p:txBody>
        </p:sp>
      </p:grpSp>
      <p:pic>
        <p:nvPicPr>
          <p:cNvPr id="11286" name="Google Shape;20;p3" descr="Picture1.png">
            <a:extLst>
              <a:ext uri="{FF2B5EF4-FFF2-40B4-BE49-F238E27FC236}">
                <a16:creationId xmlns="" xmlns:a16="http://schemas.microsoft.com/office/drawing/2014/main" id="{17F783F2-BEA9-460D-B934-C41836A80E61}"/>
              </a:ext>
            </a:extLst>
          </p:cNvPr>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82763" y="2703513"/>
            <a:ext cx="1497012" cy="112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87" name="Google Shape;20;p3" descr="Picture1.png">
            <a:extLst>
              <a:ext uri="{FF2B5EF4-FFF2-40B4-BE49-F238E27FC236}">
                <a16:creationId xmlns="" xmlns:a16="http://schemas.microsoft.com/office/drawing/2014/main" id="{E3F501F1-57E7-4EC3-936A-87153EC51375}"/>
              </a:ext>
            </a:extLst>
          </p:cNvPr>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64601" y="2706689"/>
            <a:ext cx="1497013" cy="111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88" name="Google Shape;66;p3" descr="Picture1.png">
            <a:extLst>
              <a:ext uri="{FF2B5EF4-FFF2-40B4-BE49-F238E27FC236}">
                <a16:creationId xmlns="" xmlns:a16="http://schemas.microsoft.com/office/drawing/2014/main" id="{EFDBF0E0-5C0A-4860-946E-571C9EBF41FD}"/>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64613" y="3656014"/>
            <a:ext cx="1497012" cy="111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89" name="Google Shape;66;p3" descr="Picture1.png">
            <a:extLst>
              <a:ext uri="{FF2B5EF4-FFF2-40B4-BE49-F238E27FC236}">
                <a16:creationId xmlns="" xmlns:a16="http://schemas.microsoft.com/office/drawing/2014/main" id="{DECD166C-2560-4835-AD3E-2490CEDCB790}"/>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6551" y="3671889"/>
            <a:ext cx="1497013" cy="111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90" name="Google Shape;41;p3">
            <a:extLst>
              <a:ext uri="{FF2B5EF4-FFF2-40B4-BE49-F238E27FC236}">
                <a16:creationId xmlns="" xmlns:a16="http://schemas.microsoft.com/office/drawing/2014/main" id="{3CC29244-3659-4FCA-80B9-39179E5A7955}"/>
              </a:ext>
            </a:extLst>
          </p:cNvPr>
          <p:cNvSpPr txBox="1">
            <a:spLocks noChangeArrowheads="1"/>
          </p:cNvSpPr>
          <p:nvPr/>
        </p:nvSpPr>
        <p:spPr bwMode="auto">
          <a:xfrm>
            <a:off x="1692276" y="3930650"/>
            <a:ext cx="1497013" cy="129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4275" tIns="34275" rIns="34275" bIns="34275"/>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buClr>
                <a:srgbClr val="FFFFFF"/>
              </a:buClr>
              <a:buSzPts val="1400"/>
            </a:pPr>
            <a:r>
              <a:rPr lang="en-US" altLang="en-US" sz="1200" b="1">
                <a:solidFill>
                  <a:srgbClr val="FFFFFF"/>
                </a:solidFill>
                <a:latin typeface="Arial" panose="020B0604020202020204" pitchFamily="34" charset="0"/>
                <a:ea typeface="Avenir"/>
                <a:cs typeface="Arial" panose="020B0604020202020204" pitchFamily="34" charset="0"/>
                <a:sym typeface="Avenir"/>
              </a:rPr>
              <a:t>PAS KESELAMATAN, KAD PENGENALAN JABATAN, KAD KUASA DAN KAD PELANTIKAN    </a:t>
            </a:r>
            <a:endParaRPr lang="en-US" altLang="en-US" sz="1200">
              <a:latin typeface="Arial" panose="020B0604020202020204" pitchFamily="34" charset="0"/>
              <a:ea typeface="Avenir"/>
              <a:cs typeface="Arial" panose="020B0604020202020204" pitchFamily="34" charset="0"/>
            </a:endParaRPr>
          </a:p>
        </p:txBody>
      </p:sp>
      <p:sp>
        <p:nvSpPr>
          <p:cNvPr id="11291" name="Google Shape;41;p3">
            <a:extLst>
              <a:ext uri="{FF2B5EF4-FFF2-40B4-BE49-F238E27FC236}">
                <a16:creationId xmlns="" xmlns:a16="http://schemas.microsoft.com/office/drawing/2014/main" id="{56D1883F-8A56-441C-8168-14ADEA84DD64}"/>
              </a:ext>
            </a:extLst>
          </p:cNvPr>
          <p:cNvSpPr txBox="1">
            <a:spLocks noChangeArrowheads="1"/>
          </p:cNvSpPr>
          <p:nvPr/>
        </p:nvSpPr>
        <p:spPr bwMode="auto">
          <a:xfrm>
            <a:off x="1839914" y="1381126"/>
            <a:ext cx="1316037" cy="59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4275" tIns="34275" rIns="34275" bIns="34275"/>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buClr>
                <a:srgbClr val="FFFFFF"/>
              </a:buClr>
              <a:buSzPts val="1400"/>
            </a:pPr>
            <a:r>
              <a:rPr lang="en-US" altLang="en-US" sz="1200" b="1">
                <a:solidFill>
                  <a:srgbClr val="FFFFFF"/>
                </a:solidFill>
                <a:latin typeface="Arial" panose="020B0604020202020204" pitchFamily="34" charset="0"/>
                <a:ea typeface="Avenir"/>
                <a:cs typeface="Arial" panose="020B0604020202020204" pitchFamily="34" charset="0"/>
                <a:sym typeface="Avenir"/>
              </a:rPr>
              <a:t>KAWASAN TERPERINGKAT</a:t>
            </a:r>
            <a:endParaRPr lang="en-US" altLang="en-US" sz="1200">
              <a:latin typeface="Arial" panose="020B0604020202020204" pitchFamily="34" charset="0"/>
              <a:ea typeface="Avenir"/>
              <a:cs typeface="Arial" panose="020B0604020202020204" pitchFamily="34" charset="0"/>
            </a:endParaRPr>
          </a:p>
        </p:txBody>
      </p:sp>
      <p:sp>
        <p:nvSpPr>
          <p:cNvPr id="11292" name="Google Shape;41;p3">
            <a:extLst>
              <a:ext uri="{FF2B5EF4-FFF2-40B4-BE49-F238E27FC236}">
                <a16:creationId xmlns="" xmlns:a16="http://schemas.microsoft.com/office/drawing/2014/main" id="{1C1FBCBE-94D3-43E3-86F4-B2202E30CD4C}"/>
              </a:ext>
            </a:extLst>
          </p:cNvPr>
          <p:cNvSpPr txBox="1">
            <a:spLocks noChangeArrowheads="1"/>
          </p:cNvSpPr>
          <p:nvPr/>
        </p:nvSpPr>
        <p:spPr bwMode="auto">
          <a:xfrm>
            <a:off x="3597275" y="1381125"/>
            <a:ext cx="1379538"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4275" tIns="34275" rIns="34275" bIns="34275"/>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buClr>
                <a:srgbClr val="FFFFFF"/>
              </a:buClr>
              <a:buSzPts val="1400"/>
            </a:pPr>
            <a:r>
              <a:rPr lang="en-US" altLang="en-US" sz="1200" b="1">
                <a:solidFill>
                  <a:srgbClr val="FFFFFF"/>
                </a:solidFill>
                <a:latin typeface="Arial" panose="020B0604020202020204" pitchFamily="34" charset="0"/>
                <a:ea typeface="Avenir"/>
                <a:cs typeface="Arial" panose="020B0604020202020204" pitchFamily="34" charset="0"/>
                <a:sym typeface="Avenir"/>
              </a:rPr>
              <a:t>KAWASAN LARANGAN ATAU TEMPAT LARANGAN DAN SASARAN PENTING</a:t>
            </a:r>
            <a:endParaRPr lang="en-US" altLang="en-US" sz="1200">
              <a:latin typeface="Arial" panose="020B0604020202020204" pitchFamily="34" charset="0"/>
              <a:ea typeface="Avenir"/>
              <a:cs typeface="Arial" panose="020B0604020202020204" pitchFamily="34" charset="0"/>
            </a:endParaRPr>
          </a:p>
        </p:txBody>
      </p:sp>
      <p:sp>
        <p:nvSpPr>
          <p:cNvPr id="11293" name="Google Shape;41;p3">
            <a:extLst>
              <a:ext uri="{FF2B5EF4-FFF2-40B4-BE49-F238E27FC236}">
                <a16:creationId xmlns="" xmlns:a16="http://schemas.microsoft.com/office/drawing/2014/main" id="{B28F5349-95FC-41F4-BD49-E0B9DA7BF711}"/>
              </a:ext>
            </a:extLst>
          </p:cNvPr>
          <p:cNvSpPr txBox="1">
            <a:spLocks noChangeArrowheads="1"/>
          </p:cNvSpPr>
          <p:nvPr/>
        </p:nvSpPr>
        <p:spPr bwMode="auto">
          <a:xfrm>
            <a:off x="5462588" y="1395413"/>
            <a:ext cx="1377950"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4275" tIns="34275" rIns="34275" bIns="34275"/>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buClr>
                <a:srgbClr val="FFFFFF"/>
              </a:buClr>
              <a:buSzPts val="1400"/>
            </a:pPr>
            <a:r>
              <a:rPr lang="en-US" altLang="en-US" sz="1200" b="1">
                <a:solidFill>
                  <a:srgbClr val="FFFFFF"/>
                </a:solidFill>
                <a:latin typeface="Arial" panose="020B0604020202020204" pitchFamily="34" charset="0"/>
                <a:ea typeface="Avenir"/>
                <a:cs typeface="Arial" panose="020B0604020202020204" pitchFamily="34" charset="0"/>
                <a:sym typeface="Avenir"/>
              </a:rPr>
              <a:t>LANGKAH-LANGKAH KESELAMATAN FIZIKAL</a:t>
            </a:r>
            <a:endParaRPr lang="en-US" altLang="en-US" sz="1200">
              <a:latin typeface="Arial" panose="020B0604020202020204" pitchFamily="34" charset="0"/>
              <a:ea typeface="Avenir"/>
              <a:cs typeface="Arial" panose="020B0604020202020204" pitchFamily="34" charset="0"/>
            </a:endParaRPr>
          </a:p>
        </p:txBody>
      </p:sp>
      <p:sp>
        <p:nvSpPr>
          <p:cNvPr id="11294" name="Google Shape;41;p3">
            <a:extLst>
              <a:ext uri="{FF2B5EF4-FFF2-40B4-BE49-F238E27FC236}">
                <a16:creationId xmlns="" xmlns:a16="http://schemas.microsoft.com/office/drawing/2014/main" id="{0906ACC2-537B-4902-BE49-6BE90046DECE}"/>
              </a:ext>
            </a:extLst>
          </p:cNvPr>
          <p:cNvSpPr txBox="1">
            <a:spLocks noChangeArrowheads="1"/>
          </p:cNvSpPr>
          <p:nvPr/>
        </p:nvSpPr>
        <p:spPr bwMode="auto">
          <a:xfrm>
            <a:off x="7310438" y="1408113"/>
            <a:ext cx="1377950" cy="798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4275" tIns="34275" rIns="34275" bIns="34275"/>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buClr>
                <a:srgbClr val="FFFFFF"/>
              </a:buClr>
              <a:buSzPts val="1400"/>
            </a:pPr>
            <a:r>
              <a:rPr lang="en-US" altLang="en-US" sz="1200" b="1">
                <a:solidFill>
                  <a:srgbClr val="FFFFFF"/>
                </a:solidFill>
                <a:latin typeface="Arial" panose="020B0604020202020204" pitchFamily="34" charset="0"/>
                <a:ea typeface="Avenir"/>
                <a:cs typeface="Arial" panose="020B0604020202020204" pitchFamily="34" charset="0"/>
                <a:sym typeface="Avenir"/>
              </a:rPr>
              <a:t>KESELAMATAN BANGUNAN</a:t>
            </a:r>
            <a:endParaRPr lang="en-US" altLang="en-US" sz="1200">
              <a:latin typeface="Arial" panose="020B0604020202020204" pitchFamily="34" charset="0"/>
              <a:ea typeface="Avenir"/>
              <a:cs typeface="Arial" panose="020B0604020202020204" pitchFamily="34" charset="0"/>
            </a:endParaRPr>
          </a:p>
        </p:txBody>
      </p:sp>
      <p:sp>
        <p:nvSpPr>
          <p:cNvPr id="11295" name="Google Shape;41;p3">
            <a:extLst>
              <a:ext uri="{FF2B5EF4-FFF2-40B4-BE49-F238E27FC236}">
                <a16:creationId xmlns="" xmlns:a16="http://schemas.microsoft.com/office/drawing/2014/main" id="{818817D4-A42B-465F-B0B9-A2AC08EC7ADF}"/>
              </a:ext>
            </a:extLst>
          </p:cNvPr>
          <p:cNvSpPr txBox="1">
            <a:spLocks noChangeArrowheads="1"/>
          </p:cNvSpPr>
          <p:nvPr/>
        </p:nvSpPr>
        <p:spPr bwMode="auto">
          <a:xfrm>
            <a:off x="9002713" y="1462088"/>
            <a:ext cx="1377950"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4275" tIns="34275" rIns="34275" bIns="34275"/>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buClr>
                <a:srgbClr val="FFFFFF"/>
              </a:buClr>
              <a:buSzPts val="1400"/>
            </a:pPr>
            <a:r>
              <a:rPr lang="en-US" altLang="en-US" sz="1200" b="1">
                <a:solidFill>
                  <a:srgbClr val="FFFFFF"/>
                </a:solidFill>
                <a:latin typeface="Arial" panose="020B0604020202020204" pitchFamily="34" charset="0"/>
                <a:ea typeface="Avenir"/>
                <a:cs typeface="Arial" panose="020B0604020202020204" pitchFamily="34" charset="0"/>
                <a:sym typeface="Avenir"/>
              </a:rPr>
              <a:t>PERKHIDMATAN PENGAWALAN KESELAMATAN</a:t>
            </a:r>
            <a:endParaRPr lang="en-US" altLang="en-US" sz="1200">
              <a:latin typeface="Arial" panose="020B0604020202020204" pitchFamily="34" charset="0"/>
              <a:ea typeface="Avenir"/>
              <a:cs typeface="Arial" panose="020B0604020202020204" pitchFamily="34" charset="0"/>
            </a:endParaRPr>
          </a:p>
        </p:txBody>
      </p:sp>
      <p:sp>
        <p:nvSpPr>
          <p:cNvPr id="11296" name="Google Shape;41;p3">
            <a:extLst>
              <a:ext uri="{FF2B5EF4-FFF2-40B4-BE49-F238E27FC236}">
                <a16:creationId xmlns="" xmlns:a16="http://schemas.microsoft.com/office/drawing/2014/main" id="{252E26E4-06E1-4855-8D4F-2BC0B7D28C9E}"/>
              </a:ext>
            </a:extLst>
          </p:cNvPr>
          <p:cNvSpPr txBox="1">
            <a:spLocks noChangeArrowheads="1"/>
          </p:cNvSpPr>
          <p:nvPr/>
        </p:nvSpPr>
        <p:spPr bwMode="auto">
          <a:xfrm>
            <a:off x="3551239" y="3941763"/>
            <a:ext cx="1379537"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4275" tIns="34275" rIns="34275" bIns="34275"/>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buClr>
                <a:srgbClr val="FFFFFF"/>
              </a:buClr>
              <a:buSzPts val="1400"/>
            </a:pPr>
            <a:r>
              <a:rPr lang="en-US" altLang="en-US" sz="1200" b="1">
                <a:solidFill>
                  <a:srgbClr val="FFFFFF"/>
                </a:solidFill>
                <a:latin typeface="Arial" panose="020B0604020202020204" pitchFamily="34" charset="0"/>
                <a:ea typeface="Avenir"/>
                <a:cs typeface="Arial" panose="020B0604020202020204" pitchFamily="34" charset="0"/>
                <a:sym typeface="Avenir"/>
              </a:rPr>
              <a:t>KELENGKAPAN DAN BAHAN RASMI YANG MEMPUNYAI CIRI-CIRI KESELAMATAN </a:t>
            </a:r>
            <a:endParaRPr lang="en-US" altLang="en-US" sz="1200">
              <a:latin typeface="Arial" panose="020B0604020202020204" pitchFamily="34" charset="0"/>
              <a:ea typeface="Avenir"/>
              <a:cs typeface="Arial" panose="020B0604020202020204" pitchFamily="34" charset="0"/>
            </a:endParaRPr>
          </a:p>
        </p:txBody>
      </p:sp>
      <p:sp>
        <p:nvSpPr>
          <p:cNvPr id="11297" name="Google Shape;41;p3">
            <a:extLst>
              <a:ext uri="{FF2B5EF4-FFF2-40B4-BE49-F238E27FC236}">
                <a16:creationId xmlns="" xmlns:a16="http://schemas.microsoft.com/office/drawing/2014/main" id="{4E35A61E-BE63-443B-9720-62870DD19C30}"/>
              </a:ext>
            </a:extLst>
          </p:cNvPr>
          <p:cNvSpPr txBox="1">
            <a:spLocks noChangeArrowheads="1"/>
          </p:cNvSpPr>
          <p:nvPr/>
        </p:nvSpPr>
        <p:spPr bwMode="auto">
          <a:xfrm>
            <a:off x="5424488" y="3930650"/>
            <a:ext cx="1377950"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4275" tIns="34275" rIns="34275" bIns="34275"/>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buClr>
                <a:srgbClr val="FFFFFF"/>
              </a:buClr>
              <a:buSzPts val="1400"/>
            </a:pPr>
            <a:r>
              <a:rPr lang="en-US" altLang="en-US" sz="1200" b="1">
                <a:solidFill>
                  <a:srgbClr val="FFFFFF"/>
                </a:solidFill>
                <a:latin typeface="Arial" panose="020B0604020202020204" pitchFamily="34" charset="0"/>
                <a:ea typeface="Avenir"/>
                <a:cs typeface="Arial" panose="020B0604020202020204" pitchFamily="34" charset="0"/>
                <a:sym typeface="Avenir"/>
              </a:rPr>
              <a:t>KAWALAN KUNCI KESELAMATAN</a:t>
            </a:r>
            <a:endParaRPr lang="en-US" altLang="en-US" sz="1200">
              <a:latin typeface="Arial" panose="020B0604020202020204" pitchFamily="34" charset="0"/>
              <a:ea typeface="Avenir"/>
              <a:cs typeface="Arial" panose="020B0604020202020204" pitchFamily="34" charset="0"/>
            </a:endParaRPr>
          </a:p>
        </p:txBody>
      </p:sp>
      <p:sp>
        <p:nvSpPr>
          <p:cNvPr id="11298" name="Google Shape;41;p3">
            <a:extLst>
              <a:ext uri="{FF2B5EF4-FFF2-40B4-BE49-F238E27FC236}">
                <a16:creationId xmlns="" xmlns:a16="http://schemas.microsoft.com/office/drawing/2014/main" id="{6B243DE8-2185-4C75-89F7-010BFD8B3AEF}"/>
              </a:ext>
            </a:extLst>
          </p:cNvPr>
          <p:cNvSpPr txBox="1">
            <a:spLocks noChangeArrowheads="1"/>
          </p:cNvSpPr>
          <p:nvPr/>
        </p:nvSpPr>
        <p:spPr bwMode="auto">
          <a:xfrm>
            <a:off x="7299325" y="3957638"/>
            <a:ext cx="1377950"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4275" tIns="34275" rIns="34275" bIns="34275"/>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buClr>
                <a:srgbClr val="FFFFFF"/>
              </a:buClr>
              <a:buSzPts val="1400"/>
            </a:pPr>
            <a:r>
              <a:rPr lang="en-US" altLang="en-US" sz="1200" b="1">
                <a:solidFill>
                  <a:srgbClr val="FFFFFF"/>
                </a:solidFill>
                <a:latin typeface="Arial" panose="020B0604020202020204" pitchFamily="34" charset="0"/>
                <a:ea typeface="Avenir"/>
                <a:cs typeface="Arial" panose="020B0604020202020204" pitchFamily="34" charset="0"/>
                <a:sym typeface="Avenir"/>
              </a:rPr>
              <a:t>KAWALAN MESIN-MESIN PENYALIN</a:t>
            </a:r>
            <a:endParaRPr lang="en-US" altLang="en-US" sz="1200">
              <a:latin typeface="Arial" panose="020B0604020202020204" pitchFamily="34" charset="0"/>
              <a:ea typeface="Avenir"/>
              <a:cs typeface="Arial" panose="020B0604020202020204" pitchFamily="34" charset="0"/>
            </a:endParaRPr>
          </a:p>
        </p:txBody>
      </p:sp>
      <p:sp>
        <p:nvSpPr>
          <p:cNvPr id="11299" name="Google Shape;41;p3">
            <a:extLst>
              <a:ext uri="{FF2B5EF4-FFF2-40B4-BE49-F238E27FC236}">
                <a16:creationId xmlns="" xmlns:a16="http://schemas.microsoft.com/office/drawing/2014/main" id="{2095FFDE-2BC4-4EC5-A816-2990F1F96BD3}"/>
              </a:ext>
            </a:extLst>
          </p:cNvPr>
          <p:cNvSpPr txBox="1">
            <a:spLocks noChangeArrowheads="1"/>
          </p:cNvSpPr>
          <p:nvPr/>
        </p:nvSpPr>
        <p:spPr bwMode="auto">
          <a:xfrm>
            <a:off x="9002713" y="3957638"/>
            <a:ext cx="1377950"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4275" tIns="34275" rIns="34275" bIns="34275"/>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buClr>
                <a:srgbClr val="FFFFFF"/>
              </a:buClr>
              <a:buSzPts val="1400"/>
            </a:pPr>
            <a:r>
              <a:rPr lang="en-US" altLang="en-US" sz="1200" b="1">
                <a:solidFill>
                  <a:srgbClr val="FFFFFF"/>
                </a:solidFill>
                <a:latin typeface="Arial" panose="020B0604020202020204" pitchFamily="34" charset="0"/>
                <a:ea typeface="Avenir"/>
                <a:cs typeface="Arial" panose="020B0604020202020204" pitchFamily="34" charset="0"/>
                <a:sym typeface="Avenir"/>
              </a:rPr>
              <a:t>KAWALAN PUSAT DATA</a:t>
            </a:r>
            <a:endParaRPr lang="en-US" altLang="en-US" sz="1200">
              <a:latin typeface="Arial" panose="020B0604020202020204" pitchFamily="34" charset="0"/>
              <a:ea typeface="Avenir"/>
              <a:cs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1">
            <a:extLst>
              <a:ext uri="{FF2B5EF4-FFF2-40B4-BE49-F238E27FC236}">
                <a16:creationId xmlns="" xmlns:a16="http://schemas.microsoft.com/office/drawing/2014/main" id="{78ED5872-9C69-4E7A-9AD3-EDDAB27DBAEC}"/>
              </a:ext>
            </a:extLst>
          </p:cNvPr>
          <p:cNvPicPr>
            <a:picLocks noChangeAspect="1"/>
          </p:cNvPicPr>
          <p:nvPr/>
        </p:nvPicPr>
        <p:blipFill>
          <a:blip r:embed="rId2">
            <a:extLst>
              <a:ext uri="{28A0092B-C50C-407E-A947-70E740481C1C}">
                <a14:useLocalDpi xmlns:a14="http://schemas.microsoft.com/office/drawing/2010/main" val="0"/>
              </a:ext>
            </a:extLst>
          </a:blip>
          <a:srcRect b="5885"/>
          <a:stretch>
            <a:fillRect/>
          </a:stretch>
        </p:blipFill>
        <p:spPr bwMode="auto">
          <a:xfrm>
            <a:off x="1" y="-17463"/>
            <a:ext cx="12192000" cy="687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8" name="Rectangle 2">
            <a:extLst>
              <a:ext uri="{FF2B5EF4-FFF2-40B4-BE49-F238E27FC236}">
                <a16:creationId xmlns="" xmlns:a16="http://schemas.microsoft.com/office/drawing/2014/main" id="{23D48C6E-DB43-4A5D-AB5A-E533C219A6EE}"/>
              </a:ext>
            </a:extLst>
          </p:cNvPr>
          <p:cNvSpPr>
            <a:spLocks noGrp="1" noChangeArrowheads="1"/>
          </p:cNvSpPr>
          <p:nvPr>
            <p:ph type="title"/>
          </p:nvPr>
        </p:nvSpPr>
        <p:spPr>
          <a:xfrm>
            <a:off x="1695796" y="1420813"/>
            <a:ext cx="8362604" cy="4735512"/>
          </a:xfrm>
          <a:solidFill>
            <a:schemeClr val="bg1">
              <a:alpha val="50000"/>
            </a:schemeClr>
          </a:solidFill>
        </p:spPr>
        <p:txBody>
          <a:bodyPr rtlCol="0">
            <a:normAutofit/>
          </a:bodyPr>
          <a:lstStyle/>
          <a:p>
            <a:pPr>
              <a:defRPr/>
            </a:pPr>
            <a:r>
              <a:rPr lang="en-US" altLang="en-US" sz="2800" dirty="0" err="1">
                <a:latin typeface="Tahoma" panose="020B0604030504040204" pitchFamily="34" charset="0"/>
                <a:ea typeface="Tahoma" panose="020B0604030504040204" pitchFamily="34" charset="0"/>
                <a:cs typeface="Tahoma" panose="020B0604030504040204" pitchFamily="34" charset="0"/>
              </a:rPr>
              <a:t>Sungguhpun</a:t>
            </a:r>
            <a:r>
              <a:rPr lang="en-US" altLang="en-US" sz="2800" dirty="0">
                <a:latin typeface="Tahoma" panose="020B0604030504040204" pitchFamily="34" charset="0"/>
                <a:ea typeface="Tahoma" panose="020B0604030504040204" pitchFamily="34" charset="0"/>
                <a:cs typeface="Tahoma" panose="020B0604030504040204" pitchFamily="34" charset="0"/>
              </a:rPr>
              <a:t> </a:t>
            </a:r>
            <a:r>
              <a:rPr lang="en-US" altLang="en-US" sz="2800" dirty="0" err="1">
                <a:latin typeface="Tahoma" panose="020B0604030504040204" pitchFamily="34" charset="0"/>
                <a:ea typeface="Tahoma" panose="020B0604030504040204" pitchFamily="34" charset="0"/>
                <a:cs typeface="Tahoma" panose="020B0604030504040204" pitchFamily="34" charset="0"/>
              </a:rPr>
              <a:t>Ketua</a:t>
            </a:r>
            <a:r>
              <a:rPr lang="en-US" altLang="en-US" sz="2800" dirty="0">
                <a:latin typeface="Tahoma" panose="020B0604030504040204" pitchFamily="34" charset="0"/>
                <a:ea typeface="Tahoma" panose="020B0604030504040204" pitchFamily="34" charset="0"/>
                <a:cs typeface="Tahoma" panose="020B0604030504040204" pitchFamily="34" charset="0"/>
              </a:rPr>
              <a:t> </a:t>
            </a:r>
            <a:r>
              <a:rPr lang="en-US" altLang="en-US" sz="2800" dirty="0" err="1">
                <a:latin typeface="Tahoma" panose="020B0604030504040204" pitchFamily="34" charset="0"/>
                <a:ea typeface="Tahoma" panose="020B0604030504040204" pitchFamily="34" charset="0"/>
                <a:cs typeface="Tahoma" panose="020B0604030504040204" pitchFamily="34" charset="0"/>
              </a:rPr>
              <a:t>Jabatan</a:t>
            </a:r>
            <a:r>
              <a:rPr lang="en-US" altLang="en-US" sz="2800" dirty="0">
                <a:latin typeface="Tahoma" panose="020B0604030504040204" pitchFamily="34" charset="0"/>
                <a:ea typeface="Tahoma" panose="020B0604030504040204" pitchFamily="34" charset="0"/>
                <a:cs typeface="Tahoma" panose="020B0604030504040204" pitchFamily="34" charset="0"/>
              </a:rPr>
              <a:t> </a:t>
            </a:r>
            <a:r>
              <a:rPr lang="en-US" altLang="en-US" sz="2800" dirty="0" err="1">
                <a:latin typeface="Tahoma" panose="020B0604030504040204" pitchFamily="34" charset="0"/>
                <a:ea typeface="Tahoma" panose="020B0604030504040204" pitchFamily="34" charset="0"/>
                <a:cs typeface="Tahoma" panose="020B0604030504040204" pitchFamily="34" charset="0"/>
              </a:rPr>
              <a:t>bertanggungjawab</a:t>
            </a:r>
            <a:r>
              <a:rPr lang="en-US" altLang="en-US" sz="2800" dirty="0">
                <a:latin typeface="Tahoma" panose="020B0604030504040204" pitchFamily="34" charset="0"/>
                <a:ea typeface="Tahoma" panose="020B0604030504040204" pitchFamily="34" charset="0"/>
                <a:cs typeface="Tahoma" panose="020B0604030504040204" pitchFamily="34" charset="0"/>
              </a:rPr>
              <a:t> </a:t>
            </a:r>
            <a:r>
              <a:rPr lang="en-US" altLang="en-US" sz="2800" dirty="0" err="1">
                <a:latin typeface="Tahoma" panose="020B0604030504040204" pitchFamily="34" charset="0"/>
                <a:ea typeface="Tahoma" panose="020B0604030504040204" pitchFamily="34" charset="0"/>
                <a:cs typeface="Tahoma" panose="020B0604030504040204" pitchFamily="34" charset="0"/>
              </a:rPr>
              <a:t>sepenuhnya</a:t>
            </a:r>
            <a:r>
              <a:rPr lang="en-US" altLang="en-US" sz="2800" dirty="0">
                <a:latin typeface="Tahoma" panose="020B0604030504040204" pitchFamily="34" charset="0"/>
                <a:ea typeface="Tahoma" panose="020B0604030504040204" pitchFamily="34" charset="0"/>
                <a:cs typeface="Tahoma" panose="020B0604030504040204" pitchFamily="34" charset="0"/>
              </a:rPr>
              <a:t> </a:t>
            </a:r>
            <a:r>
              <a:rPr lang="en-US" altLang="en-US" sz="2800" dirty="0" err="1">
                <a:latin typeface="Tahoma" panose="020B0604030504040204" pitchFamily="34" charset="0"/>
                <a:ea typeface="Tahoma" panose="020B0604030504040204" pitchFamily="34" charset="0"/>
                <a:cs typeface="Tahoma" panose="020B0604030504040204" pitchFamily="34" charset="0"/>
              </a:rPr>
              <a:t>mengenai</a:t>
            </a:r>
            <a:r>
              <a:rPr lang="en-US" altLang="en-US" sz="2800" dirty="0">
                <a:latin typeface="Tahoma" panose="020B0604030504040204" pitchFamily="34" charset="0"/>
                <a:ea typeface="Tahoma" panose="020B0604030504040204" pitchFamily="34" charset="0"/>
                <a:cs typeface="Tahoma" panose="020B0604030504040204" pitchFamily="34" charset="0"/>
              </a:rPr>
              <a:t> </a:t>
            </a:r>
            <a:r>
              <a:rPr lang="en-US" altLang="en-US" sz="2800" dirty="0" err="1">
                <a:latin typeface="Tahoma" panose="020B0604030504040204" pitchFamily="34" charset="0"/>
                <a:ea typeface="Tahoma" panose="020B0604030504040204" pitchFamily="34" charset="0"/>
                <a:cs typeface="Tahoma" panose="020B0604030504040204" pitchFamily="34" charset="0"/>
              </a:rPr>
              <a:t>keselamatan</a:t>
            </a:r>
            <a:r>
              <a:rPr lang="en-US" altLang="en-US" sz="2800" dirty="0">
                <a:latin typeface="Tahoma" panose="020B0604030504040204" pitchFamily="34" charset="0"/>
                <a:ea typeface="Tahoma" panose="020B0604030504040204" pitchFamily="34" charset="0"/>
                <a:cs typeface="Tahoma" panose="020B0604030504040204" pitchFamily="34" charset="0"/>
              </a:rPr>
              <a:t> </a:t>
            </a:r>
            <a:r>
              <a:rPr lang="en-US" altLang="en-US" sz="2800" dirty="0" err="1">
                <a:latin typeface="Tahoma" panose="020B0604030504040204" pitchFamily="34" charset="0"/>
                <a:ea typeface="Tahoma" panose="020B0604030504040204" pitchFamily="34" charset="0"/>
                <a:cs typeface="Tahoma" panose="020B0604030504040204" pitchFamily="34" charset="0"/>
              </a:rPr>
              <a:t>dalam</a:t>
            </a:r>
            <a:r>
              <a:rPr lang="en-US" altLang="en-US" sz="2800" dirty="0">
                <a:latin typeface="Tahoma" panose="020B0604030504040204" pitchFamily="34" charset="0"/>
                <a:ea typeface="Tahoma" panose="020B0604030504040204" pitchFamily="34" charset="0"/>
                <a:cs typeface="Tahoma" panose="020B0604030504040204" pitchFamily="34" charset="0"/>
              </a:rPr>
              <a:t> </a:t>
            </a:r>
            <a:r>
              <a:rPr lang="en-US" altLang="en-US" sz="2800" dirty="0" err="1">
                <a:latin typeface="Tahoma" panose="020B0604030504040204" pitchFamily="34" charset="0"/>
                <a:ea typeface="Tahoma" panose="020B0604030504040204" pitchFamily="34" charset="0"/>
                <a:cs typeface="Tahoma" panose="020B0604030504040204" pitchFamily="34" charset="0"/>
              </a:rPr>
              <a:t>jabatannya</a:t>
            </a:r>
            <a:r>
              <a:rPr lang="en-US" altLang="en-US" sz="2800" dirty="0">
                <a:latin typeface="Tahoma" panose="020B0604030504040204" pitchFamily="34" charset="0"/>
                <a:ea typeface="Tahoma" panose="020B0604030504040204" pitchFamily="34" charset="0"/>
                <a:cs typeface="Tahoma" panose="020B0604030504040204" pitchFamily="34" charset="0"/>
              </a:rPr>
              <a:t>, </a:t>
            </a:r>
            <a:r>
              <a:rPr lang="en-US" altLang="en-US" sz="2800" dirty="0" err="1">
                <a:latin typeface="Tahoma" panose="020B0604030504040204" pitchFamily="34" charset="0"/>
                <a:ea typeface="Tahoma" panose="020B0604030504040204" pitchFamily="34" charset="0"/>
                <a:cs typeface="Tahoma" panose="020B0604030504040204" pitchFamily="34" charset="0"/>
              </a:rPr>
              <a:t>tetapi</a:t>
            </a:r>
            <a:r>
              <a:rPr lang="en-US" altLang="en-US" sz="2800" dirty="0">
                <a:latin typeface="Tahoma" panose="020B0604030504040204" pitchFamily="34" charset="0"/>
                <a:ea typeface="Tahoma" panose="020B0604030504040204" pitchFamily="34" charset="0"/>
                <a:cs typeface="Tahoma" panose="020B0604030504040204" pitchFamily="34" charset="0"/>
              </a:rPr>
              <a:t> </a:t>
            </a:r>
            <a:r>
              <a:rPr lang="en-US" altLang="en-US" sz="2800" dirty="0" err="1">
                <a:latin typeface="Tahoma" panose="020B0604030504040204" pitchFamily="34" charset="0"/>
                <a:ea typeface="Tahoma" panose="020B0604030504040204" pitchFamily="34" charset="0"/>
                <a:cs typeface="Tahoma" panose="020B0604030504040204" pitchFamily="34" charset="0"/>
              </a:rPr>
              <a:t>perlulah</a:t>
            </a:r>
            <a:r>
              <a:rPr lang="en-US" altLang="en-US" sz="2800" dirty="0">
                <a:latin typeface="Tahoma" panose="020B0604030504040204" pitchFamily="34" charset="0"/>
                <a:ea typeface="Tahoma" panose="020B0604030504040204" pitchFamily="34" charset="0"/>
                <a:cs typeface="Tahoma" panose="020B0604030504040204" pitchFamily="34" charset="0"/>
              </a:rPr>
              <a:t> </a:t>
            </a:r>
            <a:r>
              <a:rPr lang="en-US" altLang="en-US" sz="2800" dirty="0" err="1">
                <a:latin typeface="Tahoma" panose="020B0604030504040204" pitchFamily="34" charset="0"/>
                <a:ea typeface="Tahoma" panose="020B0604030504040204" pitchFamily="34" charset="0"/>
                <a:cs typeface="Tahoma" panose="020B0604030504040204" pitchFamily="34" charset="0"/>
              </a:rPr>
              <a:t>juga</a:t>
            </a:r>
            <a:r>
              <a:rPr lang="en-US" altLang="en-US" sz="2800" dirty="0">
                <a:latin typeface="Tahoma" panose="020B0604030504040204" pitchFamily="34" charset="0"/>
                <a:ea typeface="Tahoma" panose="020B0604030504040204" pitchFamily="34" charset="0"/>
                <a:cs typeface="Tahoma" panose="020B0604030504040204" pitchFamily="34" charset="0"/>
              </a:rPr>
              <a:t> </a:t>
            </a:r>
            <a:r>
              <a:rPr lang="en-US" altLang="en-US" sz="2800" dirty="0" err="1">
                <a:latin typeface="Tahoma" panose="020B0604030504040204" pitchFamily="34" charset="0"/>
                <a:ea typeface="Tahoma" panose="020B0604030504040204" pitchFamily="34" charset="0"/>
                <a:cs typeface="Tahoma" panose="020B0604030504040204" pitchFamily="34" charset="0"/>
              </a:rPr>
              <a:t>beliau</a:t>
            </a:r>
            <a:r>
              <a:rPr lang="en-US" altLang="en-US" sz="2800" dirty="0">
                <a:latin typeface="Tahoma" panose="020B0604030504040204" pitchFamily="34" charset="0"/>
                <a:ea typeface="Tahoma" panose="020B0604030504040204" pitchFamily="34" charset="0"/>
                <a:cs typeface="Tahoma" panose="020B0604030504040204" pitchFamily="34" charset="0"/>
              </a:rPr>
              <a:t> </a:t>
            </a:r>
            <a:r>
              <a:rPr lang="en-US" altLang="en-US" sz="2800" dirty="0" err="1">
                <a:latin typeface="Tahoma" panose="020B0604030504040204" pitchFamily="34" charset="0"/>
                <a:ea typeface="Tahoma" panose="020B0604030504040204" pitchFamily="34" charset="0"/>
                <a:cs typeface="Tahoma" panose="020B0604030504040204" pitchFamily="34" charset="0"/>
              </a:rPr>
              <a:t>melantik</a:t>
            </a:r>
            <a:r>
              <a:rPr lang="en-US" altLang="en-US" sz="2800" dirty="0">
                <a:latin typeface="Tahoma" panose="020B0604030504040204" pitchFamily="34" charset="0"/>
                <a:ea typeface="Tahoma" panose="020B0604030504040204" pitchFamily="34" charset="0"/>
                <a:cs typeface="Tahoma" panose="020B0604030504040204" pitchFamily="34" charset="0"/>
              </a:rPr>
              <a:t>  </a:t>
            </a:r>
            <a:r>
              <a:rPr lang="en-US" altLang="en-US" sz="2800" dirty="0" err="1">
                <a:latin typeface="Tahoma" panose="020B0604030504040204" pitchFamily="34" charset="0"/>
                <a:ea typeface="Tahoma" panose="020B0604030504040204" pitchFamily="34" charset="0"/>
                <a:cs typeface="Tahoma" panose="020B0604030504040204" pitchFamily="34" charset="0"/>
              </a:rPr>
              <a:t>seorang</a:t>
            </a:r>
            <a:r>
              <a:rPr lang="en-US" altLang="en-US" sz="2800" dirty="0">
                <a:latin typeface="Tahoma" panose="020B0604030504040204" pitchFamily="34" charset="0"/>
                <a:ea typeface="Tahoma" panose="020B0604030504040204" pitchFamily="34" charset="0"/>
                <a:cs typeface="Tahoma" panose="020B0604030504040204" pitchFamily="34" charset="0"/>
              </a:rPr>
              <a:t> </a:t>
            </a:r>
            <a:r>
              <a:rPr lang="en-US" altLang="en-US" sz="2800" dirty="0" err="1">
                <a:latin typeface="Tahoma" panose="020B0604030504040204" pitchFamily="34" charset="0"/>
                <a:ea typeface="Tahoma" panose="020B0604030504040204" pitchFamily="34" charset="0"/>
                <a:cs typeface="Tahoma" panose="020B0604030504040204" pitchFamily="34" charset="0"/>
              </a:rPr>
              <a:t>pegawai</a:t>
            </a:r>
            <a:r>
              <a:rPr lang="en-US" altLang="en-US" sz="2800" dirty="0">
                <a:latin typeface="Tahoma" panose="020B0604030504040204" pitchFamily="34" charset="0"/>
                <a:ea typeface="Tahoma" panose="020B0604030504040204" pitchFamily="34" charset="0"/>
                <a:cs typeface="Tahoma" panose="020B0604030504040204" pitchFamily="34" charset="0"/>
              </a:rPr>
              <a:t> </a:t>
            </a:r>
            <a:r>
              <a:rPr lang="en-US" altLang="en-US" sz="2800" dirty="0" err="1">
                <a:latin typeface="Tahoma" panose="020B0604030504040204" pitchFamily="34" charset="0"/>
                <a:ea typeface="Tahoma" panose="020B0604030504040204" pitchFamily="34" charset="0"/>
                <a:cs typeface="Tahoma" panose="020B0604030504040204" pitchFamily="34" charset="0"/>
              </a:rPr>
              <a:t>kanan</a:t>
            </a:r>
            <a:r>
              <a:rPr lang="en-US" altLang="en-US" sz="2800" dirty="0">
                <a:latin typeface="Tahoma" panose="020B0604030504040204" pitchFamily="34" charset="0"/>
                <a:ea typeface="Tahoma" panose="020B0604030504040204" pitchFamily="34" charset="0"/>
                <a:cs typeface="Tahoma" panose="020B0604030504040204" pitchFamily="34" charset="0"/>
              </a:rPr>
              <a:t> yang </a:t>
            </a:r>
            <a:r>
              <a:rPr lang="en-US" altLang="en-US" sz="2800" dirty="0" err="1">
                <a:latin typeface="Tahoma" panose="020B0604030504040204" pitchFamily="34" charset="0"/>
                <a:ea typeface="Tahoma" panose="020B0604030504040204" pitchFamily="34" charset="0"/>
                <a:cs typeface="Tahoma" panose="020B0604030504040204" pitchFamily="34" charset="0"/>
              </a:rPr>
              <a:t>berkaliber</a:t>
            </a:r>
            <a:r>
              <a:rPr lang="en-US" altLang="en-US" sz="2800" dirty="0">
                <a:latin typeface="Tahoma" panose="020B0604030504040204" pitchFamily="34" charset="0"/>
                <a:ea typeface="Tahoma" panose="020B0604030504040204" pitchFamily="34" charset="0"/>
                <a:cs typeface="Tahoma" panose="020B0604030504040204" pitchFamily="34" charset="0"/>
              </a:rPr>
              <a:t> </a:t>
            </a:r>
            <a:r>
              <a:rPr lang="en-US" altLang="en-US" sz="2800" dirty="0" err="1">
                <a:latin typeface="Tahoma" panose="020B0604030504040204" pitchFamily="34" charset="0"/>
                <a:ea typeface="Tahoma" panose="020B0604030504040204" pitchFamily="34" charset="0"/>
                <a:cs typeface="Tahoma" panose="020B0604030504040204" pitchFamily="34" charset="0"/>
              </a:rPr>
              <a:t>sebagai</a:t>
            </a:r>
            <a:r>
              <a:rPr lang="en-US" altLang="en-US" sz="2800" dirty="0">
                <a:latin typeface="Tahoma" panose="020B0604030504040204" pitchFamily="34" charset="0"/>
                <a:ea typeface="Tahoma" panose="020B0604030504040204" pitchFamily="34" charset="0"/>
                <a:cs typeface="Tahoma" panose="020B0604030504040204" pitchFamily="34" charset="0"/>
              </a:rPr>
              <a:t> </a:t>
            </a:r>
            <a:r>
              <a:rPr lang="en-US" altLang="en-US" sz="2800" b="1" dirty="0" err="1">
                <a:latin typeface="Tahoma" panose="020B0604030504040204" pitchFamily="34" charset="0"/>
                <a:ea typeface="Tahoma" panose="020B0604030504040204" pitchFamily="34" charset="0"/>
                <a:cs typeface="Tahoma" panose="020B0604030504040204" pitchFamily="34" charset="0"/>
              </a:rPr>
              <a:t>Pegawai</a:t>
            </a:r>
            <a:r>
              <a:rPr lang="en-US" altLang="en-US" sz="2800" b="1" dirty="0">
                <a:latin typeface="Tahoma" panose="020B0604030504040204" pitchFamily="34" charset="0"/>
                <a:ea typeface="Tahoma" panose="020B0604030504040204" pitchFamily="34" charset="0"/>
                <a:cs typeface="Tahoma" panose="020B0604030504040204" pitchFamily="34" charset="0"/>
              </a:rPr>
              <a:t> </a:t>
            </a:r>
            <a:r>
              <a:rPr lang="en-US" altLang="en-US" sz="2800" b="1" dirty="0" err="1">
                <a:latin typeface="Tahoma" panose="020B0604030504040204" pitchFamily="34" charset="0"/>
                <a:ea typeface="Tahoma" panose="020B0604030504040204" pitchFamily="34" charset="0"/>
                <a:cs typeface="Tahoma" panose="020B0604030504040204" pitchFamily="34" charset="0"/>
              </a:rPr>
              <a:t>Keselamatan</a:t>
            </a:r>
            <a:r>
              <a:rPr lang="en-US" altLang="en-US" sz="2800" b="1" dirty="0">
                <a:latin typeface="Tahoma" panose="020B0604030504040204" pitchFamily="34" charset="0"/>
                <a:ea typeface="Tahoma" panose="020B0604030504040204" pitchFamily="34" charset="0"/>
                <a:cs typeface="Tahoma" panose="020B0604030504040204" pitchFamily="34" charset="0"/>
              </a:rPr>
              <a:t> </a:t>
            </a:r>
            <a:r>
              <a:rPr lang="en-US" altLang="en-US" sz="2800" b="1" dirty="0" err="1">
                <a:latin typeface="Tahoma" panose="020B0604030504040204" pitchFamily="34" charset="0"/>
                <a:ea typeface="Tahoma" panose="020B0604030504040204" pitchFamily="34" charset="0"/>
                <a:cs typeface="Tahoma" panose="020B0604030504040204" pitchFamily="34" charset="0"/>
              </a:rPr>
              <a:t>Jabatan</a:t>
            </a:r>
            <a:r>
              <a:rPr lang="en-US" altLang="en-US" sz="2800" dirty="0">
                <a:latin typeface="Tahoma" panose="020B0604030504040204" pitchFamily="34" charset="0"/>
                <a:ea typeface="Tahoma" panose="020B0604030504040204" pitchFamily="34" charset="0"/>
                <a:cs typeface="Tahoma" panose="020B0604030504040204" pitchFamily="34" charset="0"/>
              </a:rPr>
              <a:t> yang </a:t>
            </a:r>
            <a:r>
              <a:rPr lang="en-US" altLang="en-US" sz="2800" dirty="0" err="1">
                <a:latin typeface="Tahoma" panose="020B0604030504040204" pitchFamily="34" charset="0"/>
                <a:ea typeface="Tahoma" panose="020B0604030504040204" pitchFamily="34" charset="0"/>
                <a:cs typeface="Tahoma" panose="020B0604030504040204" pitchFamily="34" charset="0"/>
              </a:rPr>
              <a:t>bertanggungjawab</a:t>
            </a:r>
            <a:r>
              <a:rPr lang="en-US" altLang="en-US" sz="2800" dirty="0">
                <a:latin typeface="Tahoma" panose="020B0604030504040204" pitchFamily="34" charset="0"/>
                <a:ea typeface="Tahoma" panose="020B0604030504040204" pitchFamily="34" charset="0"/>
                <a:cs typeface="Tahoma" panose="020B0604030504040204" pitchFamily="34" charset="0"/>
              </a:rPr>
              <a:t> </a:t>
            </a:r>
            <a:r>
              <a:rPr lang="en-US" altLang="en-US" sz="2800" dirty="0" err="1">
                <a:latin typeface="Tahoma" panose="020B0604030504040204" pitchFamily="34" charset="0"/>
                <a:ea typeface="Tahoma" panose="020B0604030504040204" pitchFamily="34" charset="0"/>
                <a:cs typeface="Tahoma" panose="020B0604030504040204" pitchFamily="34" charset="0"/>
              </a:rPr>
              <a:t>melaksanakan</a:t>
            </a:r>
            <a:r>
              <a:rPr lang="en-US" altLang="en-US" sz="2800" dirty="0">
                <a:latin typeface="Tahoma" panose="020B0604030504040204" pitchFamily="34" charset="0"/>
                <a:ea typeface="Tahoma" panose="020B0604030504040204" pitchFamily="34" charset="0"/>
                <a:cs typeface="Tahoma" panose="020B0604030504040204" pitchFamily="34" charset="0"/>
              </a:rPr>
              <a:t> </a:t>
            </a:r>
            <a:r>
              <a:rPr lang="en-US" altLang="en-US" sz="2800" dirty="0" err="1">
                <a:latin typeface="Tahoma" panose="020B0604030504040204" pitchFamily="34" charset="0"/>
                <a:ea typeface="Tahoma" panose="020B0604030504040204" pitchFamily="34" charset="0"/>
                <a:cs typeface="Tahoma" panose="020B0604030504040204" pitchFamily="34" charset="0"/>
              </a:rPr>
              <a:t>arahan-arahan</a:t>
            </a:r>
            <a:r>
              <a:rPr lang="en-US" altLang="en-US" sz="2800" dirty="0">
                <a:latin typeface="Tahoma" panose="020B0604030504040204" pitchFamily="34" charset="0"/>
                <a:ea typeface="Tahoma" panose="020B0604030504040204" pitchFamily="34" charset="0"/>
                <a:cs typeface="Tahoma" panose="020B0604030504040204" pitchFamily="34" charset="0"/>
              </a:rPr>
              <a:t> </a:t>
            </a:r>
            <a:r>
              <a:rPr lang="en-US" altLang="en-US" sz="2800" dirty="0" err="1">
                <a:latin typeface="Tahoma" panose="020B0604030504040204" pitchFamily="34" charset="0"/>
                <a:ea typeface="Tahoma" panose="020B0604030504040204" pitchFamily="34" charset="0"/>
                <a:cs typeface="Tahoma" panose="020B0604030504040204" pitchFamily="34" charset="0"/>
              </a:rPr>
              <a:t>keselamatan</a:t>
            </a:r>
            <a:r>
              <a:rPr lang="en-US" altLang="en-US" sz="2800" dirty="0">
                <a:latin typeface="Tahoma" panose="020B0604030504040204" pitchFamily="34" charset="0"/>
                <a:ea typeface="Tahoma" panose="020B0604030504040204" pitchFamily="34" charset="0"/>
                <a:cs typeface="Tahoma" panose="020B0604030504040204" pitchFamily="34" charset="0"/>
              </a:rPr>
              <a:t> </a:t>
            </a:r>
            <a:r>
              <a:rPr lang="en-US" altLang="en-US" sz="2800" dirty="0" err="1">
                <a:latin typeface="Tahoma" panose="020B0604030504040204" pitchFamily="34" charset="0"/>
                <a:ea typeface="Tahoma" panose="020B0604030504040204" pitchFamily="34" charset="0"/>
                <a:cs typeface="Tahoma" panose="020B0604030504040204" pitchFamily="34" charset="0"/>
              </a:rPr>
              <a:t>kerajaan</a:t>
            </a:r>
            <a:r>
              <a:rPr lang="en-US" altLang="en-US" sz="2800" dirty="0">
                <a:latin typeface="Tahoma" panose="020B0604030504040204" pitchFamily="34" charset="0"/>
                <a:ea typeface="Tahoma" panose="020B0604030504040204" pitchFamily="34" charset="0"/>
                <a:cs typeface="Tahoma" panose="020B0604030504040204" pitchFamily="34" charset="0"/>
              </a:rPr>
              <a:t> </a:t>
            </a:r>
            <a:r>
              <a:rPr lang="en-US" altLang="en-US" sz="2800" dirty="0" err="1">
                <a:latin typeface="Tahoma" panose="020B0604030504040204" pitchFamily="34" charset="0"/>
                <a:ea typeface="Tahoma" panose="020B0604030504040204" pitchFamily="34" charset="0"/>
                <a:cs typeface="Tahoma" panose="020B0604030504040204" pitchFamily="34" charset="0"/>
              </a:rPr>
              <a:t>dengan</a:t>
            </a:r>
            <a:r>
              <a:rPr lang="en-US" altLang="en-US" sz="2800" dirty="0">
                <a:latin typeface="Tahoma" panose="020B0604030504040204" pitchFamily="34" charset="0"/>
                <a:ea typeface="Tahoma" panose="020B0604030504040204" pitchFamily="34" charset="0"/>
                <a:cs typeface="Tahoma" panose="020B0604030504040204" pitchFamily="34" charset="0"/>
              </a:rPr>
              <a:t> </a:t>
            </a:r>
            <a:r>
              <a:rPr lang="en-US" altLang="en-US" sz="2800" dirty="0" err="1">
                <a:latin typeface="Tahoma" panose="020B0604030504040204" pitchFamily="34" charset="0"/>
                <a:ea typeface="Tahoma" panose="020B0604030504040204" pitchFamily="34" charset="0"/>
                <a:cs typeface="Tahoma" panose="020B0604030504040204" pitchFamily="34" charset="0"/>
              </a:rPr>
              <a:t>mendapat</a:t>
            </a:r>
            <a:r>
              <a:rPr lang="en-US" altLang="en-US" sz="2800" dirty="0">
                <a:latin typeface="Tahoma" panose="020B0604030504040204" pitchFamily="34" charset="0"/>
                <a:ea typeface="Tahoma" panose="020B0604030504040204" pitchFamily="34" charset="0"/>
                <a:cs typeface="Tahoma" panose="020B0604030504040204" pitchFamily="34" charset="0"/>
              </a:rPr>
              <a:t> </a:t>
            </a:r>
            <a:r>
              <a:rPr lang="en-US" altLang="en-US" sz="2800" dirty="0" err="1">
                <a:latin typeface="Tahoma" panose="020B0604030504040204" pitchFamily="34" charset="0"/>
                <a:ea typeface="Tahoma" panose="020B0604030504040204" pitchFamily="34" charset="0"/>
                <a:cs typeface="Tahoma" panose="020B0604030504040204" pitchFamily="34" charset="0"/>
              </a:rPr>
              <a:t>nasihat</a:t>
            </a:r>
            <a:r>
              <a:rPr lang="en-US" altLang="en-US" sz="2800" dirty="0">
                <a:latin typeface="Tahoma" panose="020B0604030504040204" pitchFamily="34" charset="0"/>
                <a:ea typeface="Tahoma" panose="020B0604030504040204" pitchFamily="34" charset="0"/>
                <a:cs typeface="Tahoma" panose="020B0604030504040204" pitchFamily="34" charset="0"/>
              </a:rPr>
              <a:t> </a:t>
            </a:r>
            <a:r>
              <a:rPr lang="en-US" altLang="en-US" sz="2800" dirty="0" err="1">
                <a:latin typeface="Tahoma" panose="020B0604030504040204" pitchFamily="34" charset="0"/>
                <a:ea typeface="Tahoma" panose="020B0604030504040204" pitchFamily="34" charset="0"/>
                <a:cs typeface="Tahoma" panose="020B0604030504040204" pitchFamily="34" charset="0"/>
              </a:rPr>
              <a:t>Pegawai</a:t>
            </a:r>
            <a:r>
              <a:rPr lang="en-US" altLang="en-US" sz="2800" dirty="0">
                <a:latin typeface="Tahoma" panose="020B0604030504040204" pitchFamily="34" charset="0"/>
                <a:ea typeface="Tahoma" panose="020B0604030504040204" pitchFamily="34" charset="0"/>
                <a:cs typeface="Tahoma" panose="020B0604030504040204" pitchFamily="34" charset="0"/>
              </a:rPr>
              <a:t> </a:t>
            </a:r>
            <a:r>
              <a:rPr lang="en-US" altLang="en-US" sz="2800" dirty="0" err="1">
                <a:latin typeface="Tahoma" panose="020B0604030504040204" pitchFamily="34" charset="0"/>
                <a:ea typeface="Tahoma" panose="020B0604030504040204" pitchFamily="34" charset="0"/>
                <a:cs typeface="Tahoma" panose="020B0604030504040204" pitchFamily="34" charset="0"/>
              </a:rPr>
              <a:t>Keselamatan</a:t>
            </a:r>
            <a:r>
              <a:rPr lang="en-US" altLang="en-US" sz="2800" dirty="0">
                <a:latin typeface="Tahoma" panose="020B0604030504040204" pitchFamily="34" charset="0"/>
                <a:ea typeface="Tahoma" panose="020B0604030504040204" pitchFamily="34" charset="0"/>
                <a:cs typeface="Tahoma" panose="020B0604030504040204" pitchFamily="34" charset="0"/>
              </a:rPr>
              <a:t> </a:t>
            </a:r>
            <a:r>
              <a:rPr lang="en-US" altLang="en-US" sz="2800" dirty="0" err="1">
                <a:latin typeface="Tahoma" panose="020B0604030504040204" pitchFamily="34" charset="0"/>
                <a:ea typeface="Tahoma" panose="020B0604030504040204" pitchFamily="34" charset="0"/>
                <a:cs typeface="Tahoma" panose="020B0604030504040204" pitchFamily="34" charset="0"/>
              </a:rPr>
              <a:t>Kerajaan</a:t>
            </a:r>
            <a:r>
              <a:rPr lang="en-US" altLang="en-US" sz="2800" dirty="0">
                <a:latin typeface="Tahoma" panose="020B0604030504040204" pitchFamily="34" charset="0"/>
                <a:ea typeface="Tahoma" panose="020B0604030504040204" pitchFamily="34" charset="0"/>
                <a:cs typeface="Tahoma" panose="020B0604030504040204" pitchFamily="34" charset="0"/>
              </a:rPr>
              <a:t>. </a:t>
            </a:r>
            <a:r>
              <a:rPr lang="en-US" altLang="en-US" sz="2800" dirty="0" err="1">
                <a:latin typeface="Tahoma" panose="020B0604030504040204" pitchFamily="34" charset="0"/>
                <a:ea typeface="Tahoma" panose="020B0604030504040204" pitchFamily="34" charset="0"/>
                <a:cs typeface="Tahoma" panose="020B0604030504040204" pitchFamily="34" charset="0"/>
              </a:rPr>
              <a:t>Tugas-tugas</a:t>
            </a:r>
            <a:r>
              <a:rPr lang="en-US" altLang="en-US" sz="2800" dirty="0">
                <a:latin typeface="Tahoma" panose="020B0604030504040204" pitchFamily="34" charset="0"/>
                <a:ea typeface="Tahoma" panose="020B0604030504040204" pitchFamily="34" charset="0"/>
                <a:cs typeface="Tahoma" panose="020B0604030504040204" pitchFamily="34" charset="0"/>
              </a:rPr>
              <a:t> </a:t>
            </a:r>
            <a:r>
              <a:rPr lang="en-US" altLang="en-US" sz="2800" dirty="0" err="1">
                <a:latin typeface="Tahoma" panose="020B0604030504040204" pitchFamily="34" charset="0"/>
                <a:ea typeface="Tahoma" panose="020B0604030504040204" pitchFamily="34" charset="0"/>
                <a:cs typeface="Tahoma" panose="020B0604030504040204" pitchFamily="34" charset="0"/>
              </a:rPr>
              <a:t>Pegawai</a:t>
            </a:r>
            <a:r>
              <a:rPr lang="en-US" altLang="en-US" sz="2800" dirty="0">
                <a:latin typeface="Tahoma" panose="020B0604030504040204" pitchFamily="34" charset="0"/>
                <a:ea typeface="Tahoma" panose="020B0604030504040204" pitchFamily="34" charset="0"/>
                <a:cs typeface="Tahoma" panose="020B0604030504040204" pitchFamily="34" charset="0"/>
              </a:rPr>
              <a:t> </a:t>
            </a:r>
            <a:r>
              <a:rPr lang="en-US" altLang="en-US" sz="2800" dirty="0" err="1">
                <a:latin typeface="Tahoma" panose="020B0604030504040204" pitchFamily="34" charset="0"/>
                <a:ea typeface="Tahoma" panose="020B0604030504040204" pitchFamily="34" charset="0"/>
                <a:cs typeface="Tahoma" panose="020B0604030504040204" pitchFamily="34" charset="0"/>
              </a:rPr>
              <a:t>Keselamatan</a:t>
            </a:r>
            <a:r>
              <a:rPr lang="en-US" altLang="en-US" sz="2800" dirty="0">
                <a:latin typeface="Tahoma" panose="020B0604030504040204" pitchFamily="34" charset="0"/>
                <a:ea typeface="Tahoma" panose="020B0604030504040204" pitchFamily="34" charset="0"/>
                <a:cs typeface="Tahoma" panose="020B0604030504040204" pitchFamily="34" charset="0"/>
              </a:rPr>
              <a:t> </a:t>
            </a:r>
            <a:r>
              <a:rPr lang="en-US" altLang="en-US" sz="2800" dirty="0" err="1">
                <a:latin typeface="Tahoma" panose="020B0604030504040204" pitchFamily="34" charset="0"/>
                <a:ea typeface="Tahoma" panose="020B0604030504040204" pitchFamily="34" charset="0"/>
                <a:cs typeface="Tahoma" panose="020B0604030504040204" pitchFamily="34" charset="0"/>
              </a:rPr>
              <a:t>Jabatan</a:t>
            </a:r>
            <a:r>
              <a:rPr lang="en-US" altLang="en-US" sz="2800" dirty="0">
                <a:latin typeface="Tahoma" panose="020B0604030504040204" pitchFamily="34" charset="0"/>
                <a:ea typeface="Tahoma" panose="020B0604030504040204" pitchFamily="34" charset="0"/>
                <a:cs typeface="Tahoma" panose="020B0604030504040204" pitchFamily="34" charset="0"/>
              </a:rPr>
              <a:t> </a:t>
            </a:r>
            <a:r>
              <a:rPr lang="en-US" altLang="en-US" sz="2800" dirty="0" err="1">
                <a:latin typeface="Tahoma" panose="020B0604030504040204" pitchFamily="34" charset="0"/>
                <a:ea typeface="Tahoma" panose="020B0604030504040204" pitchFamily="34" charset="0"/>
                <a:cs typeface="Tahoma" panose="020B0604030504040204" pitchFamily="34" charset="0"/>
              </a:rPr>
              <a:t>adalah</a:t>
            </a:r>
            <a:r>
              <a:rPr lang="en-US" altLang="en-US" sz="2800" dirty="0">
                <a:latin typeface="Tahoma" panose="020B0604030504040204" pitchFamily="34" charset="0"/>
                <a:ea typeface="Tahoma" panose="020B0604030504040204" pitchFamily="34" charset="0"/>
                <a:cs typeface="Tahoma" panose="020B0604030504040204" pitchFamily="34" charset="0"/>
              </a:rPr>
              <a:t> </a:t>
            </a:r>
            <a:r>
              <a:rPr lang="en-US" altLang="en-US" sz="2800" dirty="0" err="1">
                <a:latin typeface="Tahoma" panose="020B0604030504040204" pitchFamily="34" charset="0"/>
                <a:ea typeface="Tahoma" panose="020B0604030504040204" pitchFamily="34" charset="0"/>
                <a:cs typeface="Tahoma" panose="020B0604030504040204" pitchFamily="34" charset="0"/>
              </a:rPr>
              <a:t>tambahan</a:t>
            </a:r>
            <a:r>
              <a:rPr lang="en-US" altLang="en-US" sz="2800" dirty="0">
                <a:latin typeface="Tahoma" panose="020B0604030504040204" pitchFamily="34" charset="0"/>
                <a:ea typeface="Tahoma" panose="020B0604030504040204" pitchFamily="34" charset="0"/>
                <a:cs typeface="Tahoma" panose="020B0604030504040204" pitchFamily="34" charset="0"/>
              </a:rPr>
              <a:t> </a:t>
            </a:r>
            <a:r>
              <a:rPr lang="en-US" altLang="en-US" sz="2800" dirty="0" err="1">
                <a:latin typeface="Tahoma" panose="020B0604030504040204" pitchFamily="34" charset="0"/>
                <a:ea typeface="Tahoma" panose="020B0604030504040204" pitchFamily="34" charset="0"/>
                <a:cs typeface="Tahoma" panose="020B0604030504040204" pitchFamily="34" charset="0"/>
              </a:rPr>
              <a:t>kepada</a:t>
            </a:r>
            <a:r>
              <a:rPr lang="en-US" altLang="en-US" sz="2800" dirty="0">
                <a:latin typeface="Tahoma" panose="020B0604030504040204" pitchFamily="34" charset="0"/>
                <a:ea typeface="Tahoma" panose="020B0604030504040204" pitchFamily="34" charset="0"/>
                <a:cs typeface="Tahoma" panose="020B0604030504040204" pitchFamily="34" charset="0"/>
              </a:rPr>
              <a:t> </a:t>
            </a:r>
            <a:r>
              <a:rPr lang="en-US" altLang="en-US" sz="2800" dirty="0" err="1">
                <a:latin typeface="Tahoma" panose="020B0604030504040204" pitchFamily="34" charset="0"/>
                <a:ea typeface="Tahoma" panose="020B0604030504040204" pitchFamily="34" charset="0"/>
                <a:cs typeface="Tahoma" panose="020B0604030504040204" pitchFamily="34" charset="0"/>
              </a:rPr>
              <a:t>tugas-tugas</a:t>
            </a:r>
            <a:r>
              <a:rPr lang="en-US" altLang="en-US" sz="2800" dirty="0">
                <a:latin typeface="Tahoma" panose="020B0604030504040204" pitchFamily="34" charset="0"/>
                <a:ea typeface="Tahoma" panose="020B0604030504040204" pitchFamily="34" charset="0"/>
                <a:cs typeface="Tahoma" panose="020B0604030504040204" pitchFamily="34" charset="0"/>
              </a:rPr>
              <a:t> </a:t>
            </a:r>
            <a:r>
              <a:rPr lang="en-US" altLang="en-US" sz="2800" dirty="0" err="1">
                <a:latin typeface="Tahoma" panose="020B0604030504040204" pitchFamily="34" charset="0"/>
                <a:ea typeface="Tahoma" panose="020B0604030504040204" pitchFamily="34" charset="0"/>
                <a:cs typeface="Tahoma" panose="020B0604030504040204" pitchFamily="34" charset="0"/>
              </a:rPr>
              <a:t>rasminya</a:t>
            </a:r>
            <a:r>
              <a:rPr lang="en-US" altLang="en-US" sz="2800" dirty="0">
                <a:latin typeface="Tahoma" panose="020B0604030504040204" pitchFamily="34" charset="0"/>
                <a:ea typeface="Tahoma" panose="020B0604030504040204" pitchFamily="34" charset="0"/>
                <a:cs typeface="Tahoma" panose="020B0604030504040204" pitchFamily="34" charset="0"/>
              </a:rPr>
              <a:t>.</a:t>
            </a:r>
          </a:p>
        </p:txBody>
      </p:sp>
      <p:sp>
        <p:nvSpPr>
          <p:cNvPr id="12293" name="Text Box 4">
            <a:extLst>
              <a:ext uri="{FF2B5EF4-FFF2-40B4-BE49-F238E27FC236}">
                <a16:creationId xmlns="" xmlns:a16="http://schemas.microsoft.com/office/drawing/2014/main" id="{9DCE4ADE-D7A6-4886-BFAE-2EBFF5EBF20F}"/>
              </a:ext>
            </a:extLst>
          </p:cNvPr>
          <p:cNvSpPr txBox="1">
            <a:spLocks noChangeArrowheads="1"/>
          </p:cNvSpPr>
          <p:nvPr/>
        </p:nvSpPr>
        <p:spPr bwMode="auto">
          <a:xfrm>
            <a:off x="2711450" y="228600"/>
            <a:ext cx="6624638" cy="954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ts val="1000"/>
              </a:spcBef>
              <a:buClr>
                <a:schemeClr val="accent1"/>
              </a:buClr>
              <a:buSzPct val="80000"/>
              <a:buFont typeface="Wingdings 3" panose="05040102010807070707" pitchFamily="18" charset="2"/>
              <a:buChar char=""/>
              <a:defRPr>
                <a:solidFill>
                  <a:srgbClr val="FFFFFF"/>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buChar char=""/>
              <a:defRPr sz="1600">
                <a:solidFill>
                  <a:srgbClr val="FFFFFF"/>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buChar char=""/>
              <a:defRPr sz="1400">
                <a:solidFill>
                  <a:srgbClr val="FFFFFF"/>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buChar char=""/>
              <a:defRPr sz="1200">
                <a:solidFill>
                  <a:srgbClr val="FFFFFF"/>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buChar char=""/>
              <a:defRPr sz="1200">
                <a:solidFill>
                  <a:srgbClr val="FFFFFF"/>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FFFFFF"/>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FFFFFF"/>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FFFFFF"/>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FFFFFF"/>
                </a:solidFill>
                <a:latin typeface="Trebuchet MS" panose="020B0603020202020204" pitchFamily="34" charset="0"/>
              </a:defRPr>
            </a:lvl9pPr>
          </a:lstStyle>
          <a:p>
            <a:pPr algn="ctr" eaLnBrk="1" hangingPunct="1">
              <a:spcBef>
                <a:spcPct val="50000"/>
              </a:spcBef>
              <a:buClrTx/>
              <a:buSzTx/>
              <a:buFontTx/>
              <a:buNone/>
            </a:pPr>
            <a:r>
              <a:rPr lang="en-US" altLang="en-US" sz="2800" b="1">
                <a:solidFill>
                  <a:srgbClr val="FF0000"/>
                </a:solidFill>
                <a:latin typeface="Tahoma" panose="020B0604030504040204" pitchFamily="34" charset="0"/>
              </a:rPr>
              <a:t>TANGGUNGJAWAB                  PEGAWAI KESELAMATAN JABATAN</a:t>
            </a:r>
            <a:endParaRPr lang="en-GB" altLang="en-US" sz="2800" b="1">
              <a:solidFill>
                <a:srgbClr val="FF0000"/>
              </a:solidFill>
              <a:latin typeface="Tahoma" panose="020B0604030504040204" pitchFamily="34" charset="0"/>
            </a:endParaRPr>
          </a:p>
        </p:txBody>
      </p:sp>
    </p:spTree>
  </p:cSld>
  <p:clrMapOvr>
    <a:masterClrMapping/>
  </p:clrMapOvr>
  <p:transition>
    <p:cover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Text Box 3">
            <a:extLst>
              <a:ext uri="{FF2B5EF4-FFF2-40B4-BE49-F238E27FC236}">
                <a16:creationId xmlns="" xmlns:a16="http://schemas.microsoft.com/office/drawing/2014/main" id="{A7F77DA4-E425-4F8F-A74B-72A849AA92D3}"/>
              </a:ext>
            </a:extLst>
          </p:cNvPr>
          <p:cNvSpPr txBox="1">
            <a:spLocks noChangeArrowheads="1"/>
          </p:cNvSpPr>
          <p:nvPr/>
        </p:nvSpPr>
        <p:spPr bwMode="auto">
          <a:xfrm>
            <a:off x="2819400" y="334964"/>
            <a:ext cx="66294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ts val="1000"/>
              </a:spcBef>
              <a:buClr>
                <a:schemeClr val="accent1"/>
              </a:buClr>
              <a:buSzPct val="80000"/>
              <a:buFont typeface="Wingdings 3" panose="05040102010807070707" pitchFamily="18" charset="2"/>
              <a:buChar char=""/>
              <a:defRPr>
                <a:solidFill>
                  <a:srgbClr val="FFFFFF"/>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buChar char=""/>
              <a:defRPr sz="1600">
                <a:solidFill>
                  <a:srgbClr val="FFFFFF"/>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buChar char=""/>
              <a:defRPr sz="1400">
                <a:solidFill>
                  <a:srgbClr val="FFFFFF"/>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buChar char=""/>
              <a:defRPr sz="1200">
                <a:solidFill>
                  <a:srgbClr val="FFFFFF"/>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buChar char=""/>
              <a:defRPr sz="1200">
                <a:solidFill>
                  <a:srgbClr val="FFFFFF"/>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FFFFFF"/>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FFFFFF"/>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FFFFFF"/>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FFFFFF"/>
                </a:solidFill>
                <a:latin typeface="Trebuchet MS" panose="020B0603020202020204" pitchFamily="34" charset="0"/>
              </a:defRPr>
            </a:lvl9pPr>
          </a:lstStyle>
          <a:p>
            <a:pPr algn="ctr" eaLnBrk="1" hangingPunct="1">
              <a:spcBef>
                <a:spcPct val="50000"/>
              </a:spcBef>
              <a:buClrTx/>
              <a:buSzTx/>
              <a:buFontTx/>
              <a:buNone/>
            </a:pPr>
            <a:r>
              <a:rPr lang="en-US" altLang="en-US" sz="3200" b="1" dirty="0">
                <a:solidFill>
                  <a:srgbClr val="C00000"/>
                </a:solidFill>
                <a:latin typeface="Tahoma" panose="020B0604030504040204" pitchFamily="34" charset="0"/>
              </a:rPr>
              <a:t>SISTEM PEGAWAI BERTUGAS</a:t>
            </a:r>
            <a:endParaRPr lang="en-GB" altLang="en-US" sz="3200" b="1" dirty="0">
              <a:solidFill>
                <a:srgbClr val="C00000"/>
              </a:solidFill>
              <a:latin typeface="Tahoma" panose="020B0604030504040204" pitchFamily="34" charset="0"/>
            </a:endParaRPr>
          </a:p>
        </p:txBody>
      </p:sp>
      <p:sp>
        <p:nvSpPr>
          <p:cNvPr id="13316" name="TextBox 1">
            <a:extLst>
              <a:ext uri="{FF2B5EF4-FFF2-40B4-BE49-F238E27FC236}">
                <a16:creationId xmlns="" xmlns:a16="http://schemas.microsoft.com/office/drawing/2014/main" id="{38F9E283-99CF-4295-A2BA-D2DBE6C8E10E}"/>
              </a:ext>
            </a:extLst>
          </p:cNvPr>
          <p:cNvSpPr txBox="1">
            <a:spLocks noChangeArrowheads="1"/>
          </p:cNvSpPr>
          <p:nvPr/>
        </p:nvSpPr>
        <p:spPr bwMode="auto">
          <a:xfrm>
            <a:off x="2007582" y="1290048"/>
            <a:ext cx="9696738"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ts val="1000"/>
              </a:spcBef>
              <a:buClr>
                <a:schemeClr val="accent1"/>
              </a:buClr>
              <a:buSzPct val="80000"/>
              <a:buFont typeface="Wingdings 3" panose="05040102010807070707" pitchFamily="18" charset="2"/>
              <a:buChar char=""/>
              <a:defRPr>
                <a:solidFill>
                  <a:srgbClr val="FFFFFF"/>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buChar char=""/>
              <a:defRPr sz="1600">
                <a:solidFill>
                  <a:srgbClr val="FFFFFF"/>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buChar char=""/>
              <a:defRPr sz="1400">
                <a:solidFill>
                  <a:srgbClr val="FFFFFF"/>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buChar char=""/>
              <a:defRPr sz="1200">
                <a:solidFill>
                  <a:srgbClr val="FFFFFF"/>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buChar char=""/>
              <a:defRPr sz="1200">
                <a:solidFill>
                  <a:srgbClr val="FFFFFF"/>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FFFFFF"/>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FFFFFF"/>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FFFFFF"/>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FFFFFF"/>
                </a:solidFill>
                <a:latin typeface="Trebuchet MS" panose="020B0603020202020204" pitchFamily="34" charset="0"/>
              </a:defRPr>
            </a:lvl9pPr>
          </a:lstStyle>
          <a:p>
            <a:pPr>
              <a:spcBef>
                <a:spcPct val="0"/>
              </a:spcBef>
              <a:buClrTx/>
              <a:buSzTx/>
              <a:buFont typeface="Wingdings" panose="05000000000000000000" pitchFamily="2" charset="2"/>
              <a:buChar char="Ø"/>
            </a:pPr>
            <a:r>
              <a:rPr lang="en-US" altLang="en-US" sz="2400" b="1" dirty="0" err="1">
                <a:solidFill>
                  <a:schemeClr val="tx1"/>
                </a:solidFill>
                <a:latin typeface="Tahoma" panose="020B0604030504040204" pitchFamily="34" charset="0"/>
              </a:rPr>
              <a:t>J</a:t>
            </a:r>
            <a:r>
              <a:rPr lang="en-US" altLang="en-US" sz="2400" dirty="0" err="1">
                <a:solidFill>
                  <a:schemeClr val="tx1"/>
                </a:solidFill>
                <a:latin typeface="Tahoma" panose="020B0604030504040204" pitchFamily="34" charset="0"/>
              </a:rPr>
              <a:t>abatan</a:t>
            </a:r>
            <a:r>
              <a:rPr lang="en-US" altLang="en-US" sz="2400" dirty="0">
                <a:solidFill>
                  <a:schemeClr val="tx1"/>
                </a:solidFill>
                <a:latin typeface="Tahoma" panose="020B0604030504040204" pitchFamily="34" charset="0"/>
              </a:rPr>
              <a:t> yang </a:t>
            </a:r>
            <a:r>
              <a:rPr lang="en-US" altLang="en-US" sz="2400" dirty="0" err="1">
                <a:solidFill>
                  <a:schemeClr val="tx1"/>
                </a:solidFill>
                <a:latin typeface="Tahoma" panose="020B0604030504040204" pitchFamily="34" charset="0"/>
              </a:rPr>
              <a:t>menguruskan</a:t>
            </a:r>
            <a:r>
              <a:rPr lang="en-US" altLang="en-US" sz="2400" dirty="0">
                <a:solidFill>
                  <a:schemeClr val="tx1"/>
                </a:solidFill>
                <a:latin typeface="Tahoma" panose="020B0604030504040204" pitchFamily="34" charset="0"/>
              </a:rPr>
              <a:t> </a:t>
            </a:r>
            <a:r>
              <a:rPr lang="en-US" altLang="en-US" sz="2400" dirty="0" err="1">
                <a:solidFill>
                  <a:schemeClr val="tx1"/>
                </a:solidFill>
                <a:latin typeface="Tahoma" panose="020B0604030504040204" pitchFamily="34" charset="0"/>
              </a:rPr>
              <a:t>perkara-perkara</a:t>
            </a:r>
            <a:r>
              <a:rPr lang="en-US" altLang="en-US" sz="2400" dirty="0">
                <a:solidFill>
                  <a:schemeClr val="tx1"/>
                </a:solidFill>
                <a:latin typeface="Tahoma" panose="020B0604030504040204" pitchFamily="34" charset="0"/>
              </a:rPr>
              <a:t> </a:t>
            </a:r>
            <a:r>
              <a:rPr lang="en-US" altLang="en-US" sz="2400" dirty="0" err="1">
                <a:solidFill>
                  <a:schemeClr val="tx1"/>
                </a:solidFill>
                <a:latin typeface="Tahoma" panose="020B0604030504040204" pitchFamily="34" charset="0"/>
              </a:rPr>
              <a:t>terperingkat</a:t>
            </a:r>
            <a:r>
              <a:rPr lang="en-US" altLang="en-US" sz="2400" dirty="0">
                <a:solidFill>
                  <a:schemeClr val="tx1"/>
                </a:solidFill>
                <a:latin typeface="Tahoma" panose="020B0604030504040204" pitchFamily="34" charset="0"/>
              </a:rPr>
              <a:t> </a:t>
            </a:r>
            <a:r>
              <a:rPr lang="en-US" altLang="en-US" sz="2400" dirty="0" err="1">
                <a:solidFill>
                  <a:schemeClr val="tx1"/>
                </a:solidFill>
                <a:latin typeface="Tahoma" panose="020B0604030504040204" pitchFamily="34" charset="0"/>
              </a:rPr>
              <a:t>dikehendaki</a:t>
            </a:r>
            <a:r>
              <a:rPr lang="en-US" altLang="en-US" sz="2400" dirty="0">
                <a:solidFill>
                  <a:schemeClr val="tx1"/>
                </a:solidFill>
                <a:latin typeface="Tahoma" panose="020B0604030504040204" pitchFamily="34" charset="0"/>
              </a:rPr>
              <a:t> </a:t>
            </a:r>
            <a:r>
              <a:rPr lang="en-US" altLang="en-US" sz="2400" dirty="0" err="1">
                <a:solidFill>
                  <a:schemeClr val="tx1"/>
                </a:solidFill>
                <a:latin typeface="Tahoma" panose="020B0604030504040204" pitchFamily="34" charset="0"/>
              </a:rPr>
              <a:t>mewujudkan</a:t>
            </a:r>
            <a:r>
              <a:rPr lang="en-US" altLang="en-US" sz="2400" dirty="0">
                <a:solidFill>
                  <a:schemeClr val="tx1"/>
                </a:solidFill>
                <a:latin typeface="Tahoma" panose="020B0604030504040204" pitchFamily="34" charset="0"/>
              </a:rPr>
              <a:t> </a:t>
            </a:r>
            <a:r>
              <a:rPr lang="en-US" altLang="en-US" sz="2400" dirty="0" err="1">
                <a:solidFill>
                  <a:schemeClr val="tx1"/>
                </a:solidFill>
                <a:latin typeface="Tahoma" panose="020B0604030504040204" pitchFamily="34" charset="0"/>
              </a:rPr>
              <a:t>sistem</a:t>
            </a:r>
            <a:r>
              <a:rPr lang="en-US" altLang="en-US" sz="2400" dirty="0">
                <a:solidFill>
                  <a:schemeClr val="tx1"/>
                </a:solidFill>
                <a:latin typeface="Tahoma" panose="020B0604030504040204" pitchFamily="34" charset="0"/>
              </a:rPr>
              <a:t> </a:t>
            </a:r>
            <a:r>
              <a:rPr lang="en-US" altLang="en-US" sz="2400" dirty="0" err="1">
                <a:solidFill>
                  <a:schemeClr val="tx1"/>
                </a:solidFill>
                <a:latin typeface="Tahoma" panose="020B0604030504040204" pitchFamily="34" charset="0"/>
              </a:rPr>
              <a:t>Pegawai</a:t>
            </a:r>
            <a:r>
              <a:rPr lang="en-US" altLang="en-US" sz="2400" dirty="0">
                <a:solidFill>
                  <a:schemeClr val="tx1"/>
                </a:solidFill>
                <a:latin typeface="Tahoma" panose="020B0604030504040204" pitchFamily="34" charset="0"/>
              </a:rPr>
              <a:t> </a:t>
            </a:r>
            <a:r>
              <a:rPr lang="en-US" altLang="en-US" sz="2400" dirty="0" err="1">
                <a:solidFill>
                  <a:schemeClr val="tx1"/>
                </a:solidFill>
                <a:latin typeface="Tahoma" panose="020B0604030504040204" pitchFamily="34" charset="0"/>
              </a:rPr>
              <a:t>Bertugas</a:t>
            </a:r>
            <a:r>
              <a:rPr lang="en-US" altLang="en-US" sz="2400" dirty="0">
                <a:solidFill>
                  <a:schemeClr val="tx1"/>
                </a:solidFill>
                <a:latin typeface="Tahoma" panose="020B0604030504040204" pitchFamily="34" charset="0"/>
              </a:rPr>
              <a:t>. </a:t>
            </a:r>
          </a:p>
          <a:p>
            <a:pPr>
              <a:spcBef>
                <a:spcPct val="0"/>
              </a:spcBef>
              <a:buClrTx/>
              <a:buSzTx/>
              <a:buFont typeface="Wingdings" panose="05000000000000000000" pitchFamily="2" charset="2"/>
              <a:buChar char="Ø"/>
            </a:pPr>
            <a:endParaRPr lang="en-US" altLang="en-US" sz="2400" dirty="0">
              <a:solidFill>
                <a:schemeClr val="tx1"/>
              </a:solidFill>
              <a:latin typeface="Tahoma" panose="020B0604030504040204" pitchFamily="34" charset="0"/>
            </a:endParaRPr>
          </a:p>
          <a:p>
            <a:pPr>
              <a:spcBef>
                <a:spcPct val="0"/>
              </a:spcBef>
              <a:buClrTx/>
              <a:buSzTx/>
              <a:buFont typeface="Wingdings" panose="05000000000000000000" pitchFamily="2" charset="2"/>
              <a:buChar char="Ø"/>
            </a:pPr>
            <a:r>
              <a:rPr lang="en-US" altLang="en-US" sz="2400" dirty="0" err="1">
                <a:solidFill>
                  <a:schemeClr val="tx1"/>
                </a:solidFill>
                <a:latin typeface="Tahoma" panose="020B0604030504040204" pitchFamily="34" charset="0"/>
              </a:rPr>
              <a:t>Perlantikan</a:t>
            </a:r>
            <a:r>
              <a:rPr lang="en-US" altLang="en-US" sz="2400" dirty="0">
                <a:solidFill>
                  <a:schemeClr val="tx1"/>
                </a:solidFill>
                <a:latin typeface="Tahoma" panose="020B0604030504040204" pitchFamily="34" charset="0"/>
              </a:rPr>
              <a:t> </a:t>
            </a:r>
            <a:r>
              <a:rPr lang="en-US" altLang="en-US" sz="2400" dirty="0" err="1">
                <a:solidFill>
                  <a:schemeClr val="tx1"/>
                </a:solidFill>
                <a:latin typeface="Tahoma" panose="020B0604030504040204" pitchFamily="34" charset="0"/>
              </a:rPr>
              <a:t>pegawai-pegawai</a:t>
            </a:r>
            <a:r>
              <a:rPr lang="en-US" altLang="en-US" sz="2400" dirty="0">
                <a:solidFill>
                  <a:schemeClr val="tx1"/>
                </a:solidFill>
                <a:latin typeface="Tahoma" panose="020B0604030504040204" pitchFamily="34" charset="0"/>
              </a:rPr>
              <a:t> di </a:t>
            </a:r>
            <a:r>
              <a:rPr lang="en-US" altLang="en-US" sz="2400" dirty="0" err="1">
                <a:solidFill>
                  <a:schemeClr val="tx1"/>
                </a:solidFill>
                <a:latin typeface="Tahoma" panose="020B0604030504040204" pitchFamily="34" charset="0"/>
              </a:rPr>
              <a:t>jabatan</a:t>
            </a:r>
            <a:r>
              <a:rPr lang="en-US" altLang="en-US" sz="2400" dirty="0">
                <a:solidFill>
                  <a:schemeClr val="tx1"/>
                </a:solidFill>
                <a:latin typeface="Tahoma" panose="020B0604030504040204" pitchFamily="34" charset="0"/>
              </a:rPr>
              <a:t> masing-masing </a:t>
            </a:r>
            <a:r>
              <a:rPr lang="en-US" altLang="en-US" sz="2400" dirty="0" err="1">
                <a:solidFill>
                  <a:schemeClr val="tx1"/>
                </a:solidFill>
                <a:latin typeface="Tahoma" panose="020B0604030504040204" pitchFamily="34" charset="0"/>
              </a:rPr>
              <a:t>untuk</a:t>
            </a:r>
            <a:r>
              <a:rPr lang="en-US" altLang="en-US" sz="2400" dirty="0">
                <a:solidFill>
                  <a:schemeClr val="tx1"/>
                </a:solidFill>
                <a:latin typeface="Tahoma" panose="020B0604030504040204" pitchFamily="34" charset="0"/>
              </a:rPr>
              <a:t> </a:t>
            </a:r>
            <a:r>
              <a:rPr lang="en-US" altLang="en-US" sz="2400" dirty="0" err="1">
                <a:solidFill>
                  <a:schemeClr val="tx1"/>
                </a:solidFill>
                <a:latin typeface="Tahoma" panose="020B0604030504040204" pitchFamily="34" charset="0"/>
              </a:rPr>
              <a:t>menjalankan</a:t>
            </a:r>
            <a:r>
              <a:rPr lang="en-US" altLang="en-US" sz="2400" dirty="0">
                <a:solidFill>
                  <a:schemeClr val="tx1"/>
                </a:solidFill>
                <a:latin typeface="Tahoma" panose="020B0604030504040204" pitchFamily="34" charset="0"/>
              </a:rPr>
              <a:t> </a:t>
            </a:r>
            <a:r>
              <a:rPr lang="en-US" altLang="en-US" sz="2400" dirty="0" err="1">
                <a:solidFill>
                  <a:schemeClr val="tx1"/>
                </a:solidFill>
                <a:latin typeface="Tahoma" panose="020B0604030504040204" pitchFamily="34" charset="0"/>
              </a:rPr>
              <a:t>tugas</a:t>
            </a:r>
            <a:r>
              <a:rPr lang="en-US" altLang="en-US" sz="2400" dirty="0">
                <a:solidFill>
                  <a:schemeClr val="tx1"/>
                </a:solidFill>
                <a:latin typeface="Tahoma" panose="020B0604030504040204" pitchFamily="34" charset="0"/>
              </a:rPr>
              <a:t> </a:t>
            </a:r>
            <a:r>
              <a:rPr lang="en-US" altLang="en-US" sz="2400" dirty="0" err="1">
                <a:solidFill>
                  <a:schemeClr val="tx1"/>
                </a:solidFill>
                <a:latin typeface="Tahoma" panose="020B0604030504040204" pitchFamily="34" charset="0"/>
              </a:rPr>
              <a:t>keselamatan</a:t>
            </a:r>
            <a:r>
              <a:rPr lang="en-US" altLang="en-US" sz="2400" dirty="0">
                <a:solidFill>
                  <a:schemeClr val="tx1"/>
                </a:solidFill>
                <a:latin typeface="Tahoma" panose="020B0604030504040204" pitchFamily="34" charset="0"/>
              </a:rPr>
              <a:t> </a:t>
            </a:r>
            <a:r>
              <a:rPr lang="en-US" altLang="en-US" sz="2400" dirty="0" err="1">
                <a:solidFill>
                  <a:schemeClr val="tx1"/>
                </a:solidFill>
                <a:latin typeface="Tahoma" panose="020B0604030504040204" pitchFamily="34" charset="0"/>
              </a:rPr>
              <a:t>secara</a:t>
            </a:r>
            <a:r>
              <a:rPr lang="en-US" altLang="en-US" sz="2400" dirty="0">
                <a:solidFill>
                  <a:schemeClr val="tx1"/>
                </a:solidFill>
                <a:latin typeface="Tahoma" panose="020B0604030504040204" pitchFamily="34" charset="0"/>
              </a:rPr>
              <a:t> </a:t>
            </a:r>
            <a:r>
              <a:rPr lang="en-US" altLang="en-US" sz="2400" dirty="0" err="1">
                <a:solidFill>
                  <a:schemeClr val="tx1"/>
                </a:solidFill>
                <a:latin typeface="Tahoma" panose="020B0604030504040204" pitchFamily="34" charset="0"/>
              </a:rPr>
              <a:t>harian</a:t>
            </a:r>
            <a:r>
              <a:rPr lang="en-US" altLang="en-US" sz="2400" dirty="0">
                <a:solidFill>
                  <a:schemeClr val="tx1"/>
                </a:solidFill>
                <a:latin typeface="Tahoma" panose="020B0604030504040204" pitchFamily="34" charset="0"/>
              </a:rPr>
              <a:t>, </a:t>
            </a:r>
            <a:r>
              <a:rPr lang="en-US" altLang="en-US" sz="2400" dirty="0" err="1">
                <a:solidFill>
                  <a:schemeClr val="tx1"/>
                </a:solidFill>
                <a:latin typeface="Tahoma" panose="020B0604030504040204" pitchFamily="34" charset="0"/>
              </a:rPr>
              <a:t>mingguan</a:t>
            </a:r>
            <a:r>
              <a:rPr lang="en-US" altLang="en-US" sz="2400" dirty="0">
                <a:solidFill>
                  <a:schemeClr val="tx1"/>
                </a:solidFill>
                <a:latin typeface="Tahoma" panose="020B0604030504040204" pitchFamily="34" charset="0"/>
              </a:rPr>
              <a:t> </a:t>
            </a:r>
            <a:r>
              <a:rPr lang="en-US" altLang="en-US" sz="2400" dirty="0" err="1">
                <a:solidFill>
                  <a:schemeClr val="tx1"/>
                </a:solidFill>
                <a:latin typeface="Tahoma" panose="020B0604030504040204" pitchFamily="34" charset="0"/>
              </a:rPr>
              <a:t>atau</a:t>
            </a:r>
            <a:r>
              <a:rPr lang="en-US" altLang="en-US" sz="2400" dirty="0">
                <a:solidFill>
                  <a:schemeClr val="tx1"/>
                </a:solidFill>
                <a:latin typeface="Tahoma" panose="020B0604030504040204" pitchFamily="34" charset="0"/>
              </a:rPr>
              <a:t> </a:t>
            </a:r>
            <a:r>
              <a:rPr lang="en-US" altLang="en-US" sz="2400" dirty="0" err="1">
                <a:solidFill>
                  <a:schemeClr val="tx1"/>
                </a:solidFill>
                <a:latin typeface="Tahoma" panose="020B0604030504040204" pitchFamily="34" charset="0"/>
              </a:rPr>
              <a:t>bulanan</a:t>
            </a:r>
            <a:r>
              <a:rPr lang="en-US" altLang="en-US" sz="2400" dirty="0">
                <a:solidFill>
                  <a:schemeClr val="tx1"/>
                </a:solidFill>
                <a:latin typeface="Tahoma" panose="020B0604030504040204" pitchFamily="34" charset="0"/>
              </a:rPr>
              <a:t> </a:t>
            </a:r>
            <a:r>
              <a:rPr lang="en-US" altLang="en-US" sz="2400" dirty="0" err="1">
                <a:solidFill>
                  <a:schemeClr val="tx1"/>
                </a:solidFill>
                <a:latin typeface="Tahoma" panose="020B0604030504040204" pitchFamily="34" charset="0"/>
              </a:rPr>
              <a:t>mengikut</a:t>
            </a:r>
            <a:r>
              <a:rPr lang="en-US" altLang="en-US" sz="2400" dirty="0">
                <a:solidFill>
                  <a:schemeClr val="tx1"/>
                </a:solidFill>
                <a:latin typeface="Tahoma" panose="020B0604030504040204" pitchFamily="34" charset="0"/>
              </a:rPr>
              <a:t> </a:t>
            </a:r>
            <a:r>
              <a:rPr lang="en-US" altLang="en-US" sz="2400" dirty="0" err="1">
                <a:solidFill>
                  <a:schemeClr val="tx1"/>
                </a:solidFill>
                <a:latin typeface="Tahoma" panose="020B0604030504040204" pitchFamily="34" charset="0"/>
              </a:rPr>
              <a:t>kesesuaian</a:t>
            </a:r>
            <a:r>
              <a:rPr lang="en-US" altLang="en-US" sz="2400" dirty="0">
                <a:solidFill>
                  <a:schemeClr val="tx1"/>
                </a:solidFill>
                <a:latin typeface="Tahoma" panose="020B0604030504040204" pitchFamily="34" charset="0"/>
              </a:rPr>
              <a:t>. </a:t>
            </a:r>
          </a:p>
          <a:p>
            <a:pPr>
              <a:spcBef>
                <a:spcPct val="0"/>
              </a:spcBef>
              <a:buClrTx/>
              <a:buSzTx/>
              <a:buFont typeface="Wingdings" panose="05000000000000000000" pitchFamily="2" charset="2"/>
              <a:buChar char="Ø"/>
            </a:pPr>
            <a:endParaRPr lang="en-US" altLang="en-US" sz="2400" dirty="0">
              <a:solidFill>
                <a:schemeClr val="tx1"/>
              </a:solidFill>
              <a:latin typeface="Tahoma" panose="020B0604030504040204" pitchFamily="34" charset="0"/>
            </a:endParaRPr>
          </a:p>
          <a:p>
            <a:pPr>
              <a:spcBef>
                <a:spcPct val="0"/>
              </a:spcBef>
              <a:buClrTx/>
              <a:buSzTx/>
              <a:buFont typeface="Wingdings" panose="05000000000000000000" pitchFamily="2" charset="2"/>
              <a:buChar char="Ø"/>
            </a:pPr>
            <a:r>
              <a:rPr lang="en-US" altLang="en-US" sz="2400" dirty="0" err="1">
                <a:solidFill>
                  <a:schemeClr val="tx1"/>
                </a:solidFill>
                <a:latin typeface="Tahoma" panose="020B0604030504040204" pitchFamily="34" charset="0"/>
              </a:rPr>
              <a:t>Bertanggungjawab</a:t>
            </a:r>
            <a:r>
              <a:rPr lang="en-US" altLang="en-US" sz="2400" dirty="0">
                <a:solidFill>
                  <a:schemeClr val="tx1"/>
                </a:solidFill>
                <a:latin typeface="Tahoma" panose="020B0604030504040204" pitchFamily="34" charset="0"/>
              </a:rPr>
              <a:t> </a:t>
            </a:r>
            <a:r>
              <a:rPr lang="en-US" altLang="en-US" sz="2400" dirty="0" err="1">
                <a:solidFill>
                  <a:schemeClr val="tx1"/>
                </a:solidFill>
                <a:latin typeface="Tahoma" panose="020B0604030504040204" pitchFamily="34" charset="0"/>
              </a:rPr>
              <a:t>terhadap</a:t>
            </a:r>
            <a:r>
              <a:rPr lang="en-US" altLang="en-US" sz="2400" dirty="0">
                <a:solidFill>
                  <a:schemeClr val="tx1"/>
                </a:solidFill>
                <a:latin typeface="Tahoma" panose="020B0604030504040204" pitchFamily="34" charset="0"/>
              </a:rPr>
              <a:t> </a:t>
            </a:r>
            <a:r>
              <a:rPr lang="en-US" altLang="en-US" sz="2400" dirty="0" err="1">
                <a:solidFill>
                  <a:schemeClr val="tx1"/>
                </a:solidFill>
                <a:latin typeface="Tahoma" panose="020B0604030504040204" pitchFamily="34" charset="0"/>
              </a:rPr>
              <a:t>keselamatan</a:t>
            </a:r>
            <a:r>
              <a:rPr lang="en-US" altLang="en-US" sz="2400" dirty="0">
                <a:solidFill>
                  <a:schemeClr val="tx1"/>
                </a:solidFill>
                <a:latin typeface="Tahoma" panose="020B0604030504040204" pitchFamily="34" charset="0"/>
              </a:rPr>
              <a:t> </a:t>
            </a:r>
            <a:r>
              <a:rPr lang="en-US" altLang="en-US" sz="2400" dirty="0" err="1">
                <a:solidFill>
                  <a:schemeClr val="tx1"/>
                </a:solidFill>
                <a:latin typeface="Tahoma" panose="020B0604030504040204" pitchFamily="34" charset="0"/>
              </a:rPr>
              <a:t>kepada</a:t>
            </a:r>
            <a:r>
              <a:rPr lang="en-US" altLang="en-US" sz="2400" dirty="0">
                <a:solidFill>
                  <a:schemeClr val="tx1"/>
                </a:solidFill>
                <a:latin typeface="Tahoma" panose="020B0604030504040204" pitchFamily="34" charset="0"/>
              </a:rPr>
              <a:t> </a:t>
            </a:r>
            <a:r>
              <a:rPr lang="en-US" altLang="en-US" sz="2400" dirty="0" err="1">
                <a:solidFill>
                  <a:schemeClr val="tx1"/>
                </a:solidFill>
                <a:latin typeface="Tahoma" panose="020B0604030504040204" pitchFamily="34" charset="0"/>
              </a:rPr>
              <a:t>Pegawai</a:t>
            </a:r>
            <a:r>
              <a:rPr lang="en-US" altLang="en-US" sz="2400" dirty="0">
                <a:solidFill>
                  <a:schemeClr val="tx1"/>
                </a:solidFill>
                <a:latin typeface="Tahoma" panose="020B0604030504040204" pitchFamily="34" charset="0"/>
              </a:rPr>
              <a:t> </a:t>
            </a:r>
            <a:r>
              <a:rPr lang="en-US" altLang="en-US" sz="2400" dirty="0" err="1">
                <a:solidFill>
                  <a:schemeClr val="tx1"/>
                </a:solidFill>
                <a:latin typeface="Tahoma" panose="020B0604030504040204" pitchFamily="34" charset="0"/>
              </a:rPr>
              <a:t>Keselamatan</a:t>
            </a:r>
            <a:r>
              <a:rPr lang="en-US" altLang="en-US" sz="2400" dirty="0">
                <a:solidFill>
                  <a:schemeClr val="tx1"/>
                </a:solidFill>
                <a:latin typeface="Tahoma" panose="020B0604030504040204" pitchFamily="34" charset="0"/>
              </a:rPr>
              <a:t> </a:t>
            </a:r>
            <a:r>
              <a:rPr lang="en-US" altLang="en-US" sz="2400" dirty="0" err="1">
                <a:solidFill>
                  <a:schemeClr val="tx1"/>
                </a:solidFill>
                <a:latin typeface="Tahoma" panose="020B0604030504040204" pitchFamily="34" charset="0"/>
              </a:rPr>
              <a:t>Jabatan</a:t>
            </a:r>
            <a:r>
              <a:rPr lang="en-US" altLang="en-US" sz="2400" dirty="0">
                <a:solidFill>
                  <a:schemeClr val="tx1"/>
                </a:solidFill>
                <a:latin typeface="Tahoma" panose="020B0604030504040204" pitchFamily="34" charset="0"/>
              </a:rPr>
              <a:t> dan </a:t>
            </a:r>
            <a:r>
              <a:rPr lang="en-US" altLang="en-US" sz="2400" dirty="0" err="1">
                <a:solidFill>
                  <a:schemeClr val="tx1"/>
                </a:solidFill>
                <a:latin typeface="Tahoma" panose="020B0604030504040204" pitchFamily="34" charset="0"/>
              </a:rPr>
              <a:t>Ketua</a:t>
            </a:r>
            <a:r>
              <a:rPr lang="en-US" altLang="en-US" sz="2400" dirty="0">
                <a:solidFill>
                  <a:schemeClr val="tx1"/>
                </a:solidFill>
                <a:latin typeface="Tahoma" panose="020B0604030504040204" pitchFamily="34" charset="0"/>
              </a:rPr>
              <a:t> </a:t>
            </a:r>
            <a:r>
              <a:rPr lang="en-US" altLang="en-US" sz="2400" dirty="0" err="1">
                <a:solidFill>
                  <a:schemeClr val="tx1"/>
                </a:solidFill>
                <a:latin typeface="Tahoma" panose="020B0604030504040204" pitchFamily="34" charset="0"/>
              </a:rPr>
              <a:t>Jabatan</a:t>
            </a:r>
            <a:r>
              <a:rPr lang="en-US" altLang="en-US" sz="2400" dirty="0">
                <a:solidFill>
                  <a:schemeClr val="tx1"/>
                </a:solidFill>
                <a:latin typeface="Tahoma" panose="020B0604030504040204" pitchFamily="34" charset="0"/>
              </a:rPr>
              <a:t>. </a:t>
            </a:r>
          </a:p>
          <a:p>
            <a:pPr>
              <a:spcBef>
                <a:spcPct val="0"/>
              </a:spcBef>
              <a:buClrTx/>
              <a:buSzTx/>
              <a:buFont typeface="Wingdings" panose="05000000000000000000" pitchFamily="2" charset="2"/>
              <a:buChar char="Ø"/>
            </a:pPr>
            <a:endParaRPr lang="en-US" altLang="en-US" sz="2400" dirty="0">
              <a:solidFill>
                <a:schemeClr val="tx1"/>
              </a:solidFill>
              <a:latin typeface="Tahoma" panose="020B0604030504040204" pitchFamily="34" charset="0"/>
            </a:endParaRPr>
          </a:p>
          <a:p>
            <a:pPr>
              <a:spcBef>
                <a:spcPct val="0"/>
              </a:spcBef>
              <a:buClrTx/>
              <a:buSzTx/>
              <a:buFont typeface="Wingdings" panose="05000000000000000000" pitchFamily="2" charset="2"/>
              <a:buChar char="Ø"/>
            </a:pPr>
            <a:r>
              <a:rPr lang="en-US" altLang="en-US" sz="2400" dirty="0" err="1">
                <a:solidFill>
                  <a:schemeClr val="tx1"/>
                </a:solidFill>
                <a:latin typeface="Tahoma" panose="020B0604030504040204" pitchFamily="34" charset="0"/>
              </a:rPr>
              <a:t>Rujukan</a:t>
            </a:r>
            <a:r>
              <a:rPr lang="en-US" altLang="en-US" sz="2400" dirty="0">
                <a:solidFill>
                  <a:schemeClr val="tx1"/>
                </a:solidFill>
                <a:latin typeface="Tahoma" panose="020B0604030504040204" pitchFamily="34" charset="0"/>
              </a:rPr>
              <a:t> </a:t>
            </a:r>
            <a:r>
              <a:rPr lang="en-US" altLang="en-US" sz="2400" dirty="0" err="1">
                <a:solidFill>
                  <a:schemeClr val="tx1"/>
                </a:solidFill>
                <a:latin typeface="Tahoma" panose="020B0604030504040204" pitchFamily="34" charset="0"/>
              </a:rPr>
              <a:t>kepada</a:t>
            </a:r>
            <a:r>
              <a:rPr lang="en-US" altLang="en-US" sz="2400" dirty="0">
                <a:solidFill>
                  <a:schemeClr val="tx1"/>
                </a:solidFill>
                <a:latin typeface="Tahoma" panose="020B0604030504040204" pitchFamily="34" charset="0"/>
              </a:rPr>
              <a:t> </a:t>
            </a:r>
            <a:r>
              <a:rPr lang="en-US" altLang="en-US" sz="2400" dirty="0" err="1">
                <a:solidFill>
                  <a:schemeClr val="tx1"/>
                </a:solidFill>
                <a:latin typeface="Tahoma" panose="020B0604030504040204" pitchFamily="34" charset="0"/>
              </a:rPr>
              <a:t>Pegawai</a:t>
            </a:r>
            <a:r>
              <a:rPr lang="en-US" altLang="en-US" sz="2400" dirty="0">
                <a:solidFill>
                  <a:schemeClr val="tx1"/>
                </a:solidFill>
                <a:latin typeface="Tahoma" panose="020B0604030504040204" pitchFamily="34" charset="0"/>
              </a:rPr>
              <a:t> </a:t>
            </a:r>
            <a:r>
              <a:rPr lang="en-US" altLang="en-US" sz="2400" dirty="0" err="1">
                <a:solidFill>
                  <a:schemeClr val="tx1"/>
                </a:solidFill>
                <a:latin typeface="Tahoma" panose="020B0604030504040204" pitchFamily="34" charset="0"/>
              </a:rPr>
              <a:t>Keselamatan</a:t>
            </a:r>
            <a:r>
              <a:rPr lang="en-US" altLang="en-US" sz="2400" dirty="0">
                <a:solidFill>
                  <a:schemeClr val="tx1"/>
                </a:solidFill>
                <a:latin typeface="Tahoma" panose="020B0604030504040204" pitchFamily="34" charset="0"/>
              </a:rPr>
              <a:t> Kerajaan </a:t>
            </a:r>
            <a:r>
              <a:rPr lang="en-US" altLang="en-US" sz="2400" dirty="0" err="1">
                <a:solidFill>
                  <a:schemeClr val="tx1"/>
                </a:solidFill>
                <a:latin typeface="Tahoma" panose="020B0604030504040204" pitchFamily="34" charset="0"/>
              </a:rPr>
              <a:t>untuk</a:t>
            </a:r>
            <a:r>
              <a:rPr lang="en-US" altLang="en-US" sz="2400" dirty="0">
                <a:solidFill>
                  <a:schemeClr val="tx1"/>
                </a:solidFill>
                <a:latin typeface="Tahoma" panose="020B0604030504040204" pitchFamily="34" charset="0"/>
              </a:rPr>
              <a:t> </a:t>
            </a:r>
            <a:r>
              <a:rPr lang="en-US" altLang="en-US" sz="2400" dirty="0" err="1">
                <a:solidFill>
                  <a:schemeClr val="tx1"/>
                </a:solidFill>
                <a:latin typeface="Tahoma" panose="020B0604030504040204" pitchFamily="34" charset="0"/>
              </a:rPr>
              <a:t>penerangan</a:t>
            </a:r>
            <a:r>
              <a:rPr lang="en-US" altLang="en-US" sz="2400" dirty="0">
                <a:solidFill>
                  <a:schemeClr val="tx1"/>
                </a:solidFill>
                <a:latin typeface="Tahoma" panose="020B0604030504040204" pitchFamily="34" charset="0"/>
              </a:rPr>
              <a:t> </a:t>
            </a:r>
            <a:r>
              <a:rPr lang="en-US" altLang="en-US" sz="2400" dirty="0" err="1">
                <a:solidFill>
                  <a:schemeClr val="tx1"/>
                </a:solidFill>
                <a:latin typeface="Tahoma" panose="020B0604030504040204" pitchFamily="34" charset="0"/>
              </a:rPr>
              <a:t>lanjut</a:t>
            </a:r>
            <a:r>
              <a:rPr lang="en-US" altLang="en-US" sz="2400" dirty="0">
                <a:solidFill>
                  <a:schemeClr val="tx1"/>
                </a:solidFill>
                <a:latin typeface="Tahoma" panose="020B0604030504040204" pitchFamily="34" charset="0"/>
              </a:rPr>
              <a:t>. </a:t>
            </a:r>
          </a:p>
        </p:txBody>
      </p:sp>
    </p:spTree>
  </p:cSld>
  <p:clrMapOvr>
    <a:masterClrMapping/>
  </p:clrMapOvr>
  <p:transition>
    <p:cover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
        <p:cNvGrpSpPr/>
        <p:nvPr/>
      </p:nvGrpSpPr>
      <p:grpSpPr>
        <a:xfrm>
          <a:off x="0" y="0"/>
          <a:ext cx="0" cy="0"/>
          <a:chOff x="0" y="0"/>
          <a:chExt cx="0" cy="0"/>
        </a:xfrm>
      </p:grpSpPr>
      <p:sp>
        <p:nvSpPr>
          <p:cNvPr id="18" name="Google Shape;18;p3"/>
          <p:cNvSpPr/>
          <p:nvPr/>
        </p:nvSpPr>
        <p:spPr>
          <a:xfrm>
            <a:off x="9154779" y="1514273"/>
            <a:ext cx="987432" cy="1659917"/>
          </a:xfrm>
          <a:prstGeom prst="roundRect">
            <a:avLst>
              <a:gd name="adj" fmla="val 14129"/>
            </a:avLst>
          </a:prstGeom>
          <a:solidFill>
            <a:srgbClr val="185359"/>
          </a:solidFill>
          <a:ln>
            <a:noFill/>
          </a:ln>
          <a:effectLst>
            <a:outerShdw blurRad="101600" dist="118426" dir="8890792" rotWithShape="0">
              <a:srgbClr val="000000">
                <a:alpha val="23137"/>
              </a:srgbClr>
            </a:outerShdw>
          </a:effectLst>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9" name="Google Shape;19;p3"/>
          <p:cNvSpPr/>
          <p:nvPr/>
        </p:nvSpPr>
        <p:spPr>
          <a:xfrm>
            <a:off x="1874404" y="2004952"/>
            <a:ext cx="8093059" cy="1056287"/>
          </a:xfrm>
          <a:prstGeom prst="rect">
            <a:avLst/>
          </a:prstGeom>
          <a:gradFill>
            <a:gsLst>
              <a:gs pos="0">
                <a:srgbClr val="F8FCFF"/>
              </a:gs>
              <a:gs pos="69000">
                <a:srgbClr val="F8FCFF"/>
              </a:gs>
              <a:gs pos="99000">
                <a:srgbClr val="B8BCC0"/>
              </a:gs>
              <a:gs pos="100000">
                <a:srgbClr val="B8BCC0"/>
              </a:gs>
            </a:gsLst>
            <a:lin ang="17400000" scaled="0"/>
          </a:gradFill>
          <a:ln>
            <a:noFill/>
          </a:ln>
          <a:effectLst>
            <a:outerShdw blurRad="101600" dist="118426" dir="2118751" rotWithShape="0">
              <a:srgbClr val="000000">
                <a:alpha val="23137"/>
              </a:srgbClr>
            </a:outerShdw>
          </a:effectLst>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0" name="Google Shape;20;p3"/>
          <p:cNvSpPr/>
          <p:nvPr/>
        </p:nvSpPr>
        <p:spPr>
          <a:xfrm rot="10800000" flipH="1">
            <a:off x="9191425" y="2361430"/>
            <a:ext cx="1495228" cy="835212"/>
          </a:xfrm>
          <a:custGeom>
            <a:avLst/>
            <a:gdLst/>
            <a:ahLst/>
            <a:cxnLst/>
            <a:rect l="l" t="t" r="r" b="b"/>
            <a:pathLst>
              <a:path w="21600" h="21600" extrusionOk="0">
                <a:moveTo>
                  <a:pt x="0" y="0"/>
                </a:moveTo>
                <a:lnTo>
                  <a:pt x="11778" y="0"/>
                </a:lnTo>
                <a:lnTo>
                  <a:pt x="21600" y="21600"/>
                </a:lnTo>
                <a:lnTo>
                  <a:pt x="9980" y="21479"/>
                </a:lnTo>
                <a:lnTo>
                  <a:pt x="0" y="0"/>
                </a:lnTo>
                <a:close/>
              </a:path>
            </a:pathLst>
          </a:custGeom>
          <a:gradFill>
            <a:gsLst>
              <a:gs pos="0">
                <a:srgbClr val="206269"/>
              </a:gs>
              <a:gs pos="2987">
                <a:srgbClr val="206269"/>
              </a:gs>
              <a:gs pos="17836">
                <a:srgbClr val="2C848D"/>
              </a:gs>
              <a:gs pos="100000">
                <a:srgbClr val="2C848D"/>
              </a:gs>
            </a:gsLst>
            <a:lin ang="5400000"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1" name="Google Shape;21;p3"/>
          <p:cNvSpPr/>
          <p:nvPr/>
        </p:nvSpPr>
        <p:spPr>
          <a:xfrm>
            <a:off x="9256377" y="1538521"/>
            <a:ext cx="1495464" cy="829396"/>
          </a:xfrm>
          <a:custGeom>
            <a:avLst/>
            <a:gdLst/>
            <a:ahLst/>
            <a:cxnLst/>
            <a:rect l="l" t="t" r="r" b="b"/>
            <a:pathLst>
              <a:path w="21600" h="21600" extrusionOk="0">
                <a:moveTo>
                  <a:pt x="0" y="0"/>
                </a:moveTo>
                <a:lnTo>
                  <a:pt x="11776" y="0"/>
                </a:lnTo>
                <a:lnTo>
                  <a:pt x="21600" y="21529"/>
                </a:lnTo>
                <a:lnTo>
                  <a:pt x="9951" y="21600"/>
                </a:lnTo>
                <a:lnTo>
                  <a:pt x="0" y="0"/>
                </a:lnTo>
                <a:close/>
              </a:path>
            </a:pathLst>
          </a:custGeom>
          <a:gradFill>
            <a:gsLst>
              <a:gs pos="0">
                <a:srgbClr val="5FCFCF"/>
              </a:gs>
              <a:gs pos="6895">
                <a:srgbClr val="5FCFCF"/>
              </a:gs>
              <a:gs pos="15323">
                <a:srgbClr val="00AAB8"/>
              </a:gs>
              <a:gs pos="100000">
                <a:srgbClr val="00AAB8"/>
              </a:gs>
            </a:gsLst>
            <a:lin ang="5400000"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3" name="Google Shape;23;p3"/>
          <p:cNvSpPr txBox="1"/>
          <p:nvPr/>
        </p:nvSpPr>
        <p:spPr>
          <a:xfrm>
            <a:off x="990317" y="2168254"/>
            <a:ext cx="8454887" cy="231003"/>
          </a:xfrm>
          <a:prstGeom prst="rect">
            <a:avLst/>
          </a:prstGeom>
          <a:noFill/>
          <a:ln>
            <a:noFill/>
          </a:ln>
        </p:spPr>
        <p:txBody>
          <a:bodyPr spcFirstLastPara="1" wrap="square" lIns="45700" tIns="45700" rIns="45700" bIns="45700" anchor="t" anchorCtr="0">
            <a:noAutofit/>
          </a:bodyPr>
          <a:lstStyle/>
          <a:p>
            <a:pPr lvl="2" algn="just"/>
            <a:r>
              <a:rPr lang="ms-MY" sz="3200" dirty="0">
                <a:latin typeface="Tahoma" panose="020B0604030504040204" pitchFamily="34" charset="0"/>
                <a:ea typeface="Tahoma" panose="020B0604030504040204" pitchFamily="34" charset="0"/>
                <a:cs typeface="Tahoma" panose="020B0604030504040204" pitchFamily="34" charset="0"/>
              </a:rPr>
              <a:t>Mencegah akses yang tidak dibenarkan;</a:t>
            </a:r>
            <a:endParaRPr lang="en-MY" sz="3200" dirty="0">
              <a:latin typeface="Tahoma" panose="020B0604030504040204" pitchFamily="34" charset="0"/>
              <a:ea typeface="Tahoma" panose="020B0604030504040204" pitchFamily="34" charset="0"/>
              <a:cs typeface="Tahoma" panose="020B0604030504040204" pitchFamily="34" charset="0"/>
            </a:endParaRPr>
          </a:p>
        </p:txBody>
      </p:sp>
      <p:sp>
        <p:nvSpPr>
          <p:cNvPr id="26" name="Google Shape;26;p3"/>
          <p:cNvSpPr/>
          <p:nvPr/>
        </p:nvSpPr>
        <p:spPr>
          <a:xfrm>
            <a:off x="10528934" y="2949761"/>
            <a:ext cx="987431" cy="1659917"/>
          </a:xfrm>
          <a:prstGeom prst="roundRect">
            <a:avLst>
              <a:gd name="adj" fmla="val 14129"/>
            </a:avLst>
          </a:prstGeom>
          <a:solidFill>
            <a:srgbClr val="794C0C"/>
          </a:solidFill>
          <a:ln>
            <a:noFill/>
          </a:ln>
          <a:effectLst>
            <a:outerShdw blurRad="101600" dist="118426" dir="8890792" rotWithShape="0">
              <a:srgbClr val="000000">
                <a:alpha val="23137"/>
              </a:srgbClr>
            </a:outerShdw>
          </a:effectLst>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7" name="Google Shape;27;p3"/>
          <p:cNvSpPr/>
          <p:nvPr/>
        </p:nvSpPr>
        <p:spPr>
          <a:xfrm>
            <a:off x="1848329" y="3489310"/>
            <a:ext cx="9454272" cy="1056287"/>
          </a:xfrm>
          <a:prstGeom prst="rect">
            <a:avLst/>
          </a:prstGeom>
          <a:gradFill>
            <a:gsLst>
              <a:gs pos="0">
                <a:srgbClr val="F8FCFF"/>
              </a:gs>
              <a:gs pos="69000">
                <a:srgbClr val="F8FCFF"/>
              </a:gs>
              <a:gs pos="99000">
                <a:srgbClr val="B8BCC0"/>
              </a:gs>
              <a:gs pos="100000">
                <a:srgbClr val="B8BCC0"/>
              </a:gs>
            </a:gsLst>
            <a:lin ang="17400000" scaled="0"/>
          </a:gradFill>
          <a:ln>
            <a:noFill/>
          </a:ln>
          <a:effectLst>
            <a:outerShdw blurRad="101600" dist="118426" dir="2118751" rotWithShape="0">
              <a:srgbClr val="000000">
                <a:alpha val="23137"/>
              </a:srgbClr>
            </a:outerShdw>
          </a:effectLst>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8" name="Google Shape;28;p3"/>
          <p:cNvSpPr/>
          <p:nvPr/>
        </p:nvSpPr>
        <p:spPr>
          <a:xfrm rot="10800000" flipH="1">
            <a:off x="10582608" y="3741826"/>
            <a:ext cx="1495228" cy="835212"/>
          </a:xfrm>
          <a:custGeom>
            <a:avLst/>
            <a:gdLst/>
            <a:ahLst/>
            <a:cxnLst/>
            <a:rect l="l" t="t" r="r" b="b"/>
            <a:pathLst>
              <a:path w="21600" h="21600" extrusionOk="0">
                <a:moveTo>
                  <a:pt x="0" y="0"/>
                </a:moveTo>
                <a:lnTo>
                  <a:pt x="11778" y="0"/>
                </a:lnTo>
                <a:lnTo>
                  <a:pt x="21600" y="21600"/>
                </a:lnTo>
                <a:lnTo>
                  <a:pt x="9980" y="21479"/>
                </a:lnTo>
                <a:lnTo>
                  <a:pt x="0" y="0"/>
                </a:lnTo>
                <a:close/>
              </a:path>
            </a:pathLst>
          </a:custGeom>
          <a:gradFill>
            <a:gsLst>
              <a:gs pos="0">
                <a:srgbClr val="7B4910"/>
              </a:gs>
              <a:gs pos="2987">
                <a:srgbClr val="7B4910"/>
              </a:gs>
              <a:gs pos="17836">
                <a:srgbClr val="B96F18"/>
              </a:gs>
              <a:gs pos="100000">
                <a:srgbClr val="B96F18"/>
              </a:gs>
            </a:gsLst>
            <a:lin ang="5400000"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9" name="Google Shape;29;p3"/>
          <p:cNvSpPr/>
          <p:nvPr/>
        </p:nvSpPr>
        <p:spPr>
          <a:xfrm>
            <a:off x="10636046" y="2925259"/>
            <a:ext cx="1495464" cy="829396"/>
          </a:xfrm>
          <a:custGeom>
            <a:avLst/>
            <a:gdLst/>
            <a:ahLst/>
            <a:cxnLst/>
            <a:rect l="l" t="t" r="r" b="b"/>
            <a:pathLst>
              <a:path w="21600" h="21600" extrusionOk="0">
                <a:moveTo>
                  <a:pt x="0" y="0"/>
                </a:moveTo>
                <a:lnTo>
                  <a:pt x="11776" y="0"/>
                </a:lnTo>
                <a:lnTo>
                  <a:pt x="21600" y="21529"/>
                </a:lnTo>
                <a:lnTo>
                  <a:pt x="9951" y="21600"/>
                </a:lnTo>
                <a:lnTo>
                  <a:pt x="0" y="0"/>
                </a:lnTo>
                <a:close/>
              </a:path>
            </a:pathLst>
          </a:custGeom>
          <a:gradFill>
            <a:gsLst>
              <a:gs pos="0">
                <a:srgbClr val="F9CD3E"/>
              </a:gs>
              <a:gs pos="7016">
                <a:srgbClr val="F9CD3E"/>
              </a:gs>
              <a:gs pos="15323">
                <a:srgbClr val="FDA943"/>
              </a:gs>
              <a:gs pos="100000">
                <a:srgbClr val="FDA943"/>
              </a:gs>
            </a:gsLst>
            <a:lin ang="5400000"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31" name="Google Shape;31;p3"/>
          <p:cNvSpPr txBox="1"/>
          <p:nvPr/>
        </p:nvSpPr>
        <p:spPr>
          <a:xfrm>
            <a:off x="990317" y="3413916"/>
            <a:ext cx="10181265" cy="607158"/>
          </a:xfrm>
          <a:prstGeom prst="rect">
            <a:avLst/>
          </a:prstGeom>
          <a:noFill/>
          <a:ln>
            <a:noFill/>
          </a:ln>
        </p:spPr>
        <p:txBody>
          <a:bodyPr spcFirstLastPara="1" wrap="square" lIns="45700" tIns="45700" rIns="45700" bIns="45700" anchor="t" anchorCtr="0">
            <a:noAutofit/>
          </a:bodyPr>
          <a:lstStyle/>
          <a:p>
            <a:pPr lvl="2" algn="just"/>
            <a:r>
              <a:rPr lang="ms-MY" sz="2800" dirty="0">
                <a:latin typeface="Tahoma" panose="020B0604030504040204" pitchFamily="34" charset="0"/>
                <a:ea typeface="Tahoma" panose="020B0604030504040204" pitchFamily="34" charset="0"/>
                <a:cs typeface="Tahoma" panose="020B0604030504040204" pitchFamily="34" charset="0"/>
              </a:rPr>
              <a:t>Membantu penyiasatan terhadap sebarang kebocoran maklumat dan pelanggaran keselamatan; dan</a:t>
            </a:r>
            <a:endParaRPr lang="en-MY" sz="2800" dirty="0">
              <a:latin typeface="Tahoma" panose="020B0604030504040204" pitchFamily="34" charset="0"/>
              <a:ea typeface="Tahoma" panose="020B0604030504040204" pitchFamily="34" charset="0"/>
              <a:cs typeface="Tahoma" panose="020B0604030504040204" pitchFamily="34" charset="0"/>
            </a:endParaRPr>
          </a:p>
        </p:txBody>
      </p:sp>
      <p:sp>
        <p:nvSpPr>
          <p:cNvPr id="34" name="Google Shape;34;p3"/>
          <p:cNvSpPr/>
          <p:nvPr/>
        </p:nvSpPr>
        <p:spPr>
          <a:xfrm>
            <a:off x="9751840" y="4653438"/>
            <a:ext cx="987431" cy="1659917"/>
          </a:xfrm>
          <a:prstGeom prst="roundRect">
            <a:avLst>
              <a:gd name="adj" fmla="val 14129"/>
            </a:avLst>
          </a:prstGeom>
          <a:solidFill>
            <a:srgbClr val="7C2C21"/>
          </a:solidFill>
          <a:ln>
            <a:noFill/>
          </a:ln>
          <a:effectLst>
            <a:outerShdw blurRad="101600" dist="118426" dir="8890792" rotWithShape="0">
              <a:srgbClr val="000000">
                <a:alpha val="23137"/>
              </a:srgbClr>
            </a:outerShdw>
          </a:effectLst>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35" name="Google Shape;35;p3"/>
          <p:cNvSpPr/>
          <p:nvPr/>
        </p:nvSpPr>
        <p:spPr>
          <a:xfrm>
            <a:off x="1866492" y="4861598"/>
            <a:ext cx="8634939" cy="1056287"/>
          </a:xfrm>
          <a:prstGeom prst="rect">
            <a:avLst/>
          </a:prstGeom>
          <a:gradFill>
            <a:gsLst>
              <a:gs pos="0">
                <a:srgbClr val="F8FCFF"/>
              </a:gs>
              <a:gs pos="69000">
                <a:srgbClr val="F8FCFF"/>
              </a:gs>
              <a:gs pos="99000">
                <a:srgbClr val="B8BCC0"/>
              </a:gs>
              <a:gs pos="100000">
                <a:srgbClr val="B8BCC0"/>
              </a:gs>
            </a:gsLst>
            <a:lin ang="17400000" scaled="0"/>
          </a:gradFill>
          <a:ln>
            <a:noFill/>
          </a:ln>
          <a:effectLst>
            <a:outerShdw blurRad="101600" dist="118426" dir="2118751" rotWithShape="0">
              <a:srgbClr val="000000">
                <a:alpha val="23137"/>
              </a:srgbClr>
            </a:outerShdw>
          </a:effectLst>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36" name="Google Shape;36;p3"/>
          <p:cNvSpPr/>
          <p:nvPr/>
        </p:nvSpPr>
        <p:spPr>
          <a:xfrm rot="10800000" flipH="1">
            <a:off x="9838851" y="5460833"/>
            <a:ext cx="1495228" cy="835212"/>
          </a:xfrm>
          <a:custGeom>
            <a:avLst/>
            <a:gdLst/>
            <a:ahLst/>
            <a:cxnLst/>
            <a:rect l="l" t="t" r="r" b="b"/>
            <a:pathLst>
              <a:path w="21600" h="21600" extrusionOk="0">
                <a:moveTo>
                  <a:pt x="0" y="0"/>
                </a:moveTo>
                <a:lnTo>
                  <a:pt x="11778" y="0"/>
                </a:lnTo>
                <a:lnTo>
                  <a:pt x="21600" y="21600"/>
                </a:lnTo>
                <a:lnTo>
                  <a:pt x="9980" y="21479"/>
                </a:lnTo>
                <a:lnTo>
                  <a:pt x="0" y="0"/>
                </a:lnTo>
                <a:close/>
              </a:path>
            </a:pathLst>
          </a:custGeom>
          <a:gradFill>
            <a:gsLst>
              <a:gs pos="0">
                <a:srgbClr val="80291C"/>
              </a:gs>
              <a:gs pos="2987">
                <a:srgbClr val="80291C"/>
              </a:gs>
              <a:gs pos="17836">
                <a:srgbClr val="B33C24"/>
              </a:gs>
              <a:gs pos="100000">
                <a:srgbClr val="B33C24"/>
              </a:gs>
            </a:gsLst>
            <a:lin ang="5400000"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37" name="Google Shape;37;p3"/>
          <p:cNvSpPr/>
          <p:nvPr/>
        </p:nvSpPr>
        <p:spPr>
          <a:xfrm>
            <a:off x="9807137" y="4642318"/>
            <a:ext cx="1495464" cy="829396"/>
          </a:xfrm>
          <a:custGeom>
            <a:avLst/>
            <a:gdLst/>
            <a:ahLst/>
            <a:cxnLst/>
            <a:rect l="l" t="t" r="r" b="b"/>
            <a:pathLst>
              <a:path w="21600" h="21600" extrusionOk="0">
                <a:moveTo>
                  <a:pt x="0" y="0"/>
                </a:moveTo>
                <a:lnTo>
                  <a:pt x="11776" y="0"/>
                </a:lnTo>
                <a:lnTo>
                  <a:pt x="21600" y="21529"/>
                </a:lnTo>
                <a:lnTo>
                  <a:pt x="9951" y="21600"/>
                </a:lnTo>
                <a:lnTo>
                  <a:pt x="0" y="0"/>
                </a:lnTo>
                <a:close/>
              </a:path>
            </a:pathLst>
          </a:custGeom>
          <a:gradFill>
            <a:gsLst>
              <a:gs pos="0">
                <a:srgbClr val="FF556C"/>
              </a:gs>
              <a:gs pos="6895">
                <a:srgbClr val="FF556C"/>
              </a:gs>
              <a:gs pos="17635">
                <a:srgbClr val="FF3A32"/>
              </a:gs>
              <a:gs pos="100000">
                <a:srgbClr val="FF3A32"/>
              </a:gs>
            </a:gsLst>
            <a:lin ang="5400000"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39" name="Google Shape;39;p3"/>
          <p:cNvSpPr txBox="1"/>
          <p:nvPr/>
        </p:nvSpPr>
        <p:spPr>
          <a:xfrm>
            <a:off x="970800" y="4842154"/>
            <a:ext cx="8730045" cy="618679"/>
          </a:xfrm>
          <a:prstGeom prst="rect">
            <a:avLst/>
          </a:prstGeom>
          <a:noFill/>
          <a:ln>
            <a:noFill/>
          </a:ln>
        </p:spPr>
        <p:txBody>
          <a:bodyPr spcFirstLastPara="1" wrap="square" lIns="45700" tIns="45700" rIns="45700" bIns="45700" anchor="t" anchorCtr="0">
            <a:noAutofit/>
          </a:bodyPr>
          <a:lstStyle/>
          <a:p>
            <a:pPr lvl="2" algn="just"/>
            <a:r>
              <a:rPr lang="ms-MY" sz="2800" dirty="0">
                <a:latin typeface="Tahoma" panose="020B0604030504040204" pitchFamily="34" charset="0"/>
                <a:ea typeface="Tahoma" panose="020B0604030504040204" pitchFamily="34" charset="0"/>
                <a:cs typeface="Tahoma" panose="020B0604030504040204" pitchFamily="34" charset="0"/>
              </a:rPr>
              <a:t>Melaksanakan prinsip dan pengurusan rahsia rasmi</a:t>
            </a:r>
            <a:r>
              <a:rPr lang="ms-MY" sz="3600" dirty="0">
                <a:latin typeface="Tahoma" panose="020B0604030504040204" pitchFamily="34" charset="0"/>
                <a:ea typeface="Tahoma" panose="020B0604030504040204" pitchFamily="34" charset="0"/>
                <a:cs typeface="Tahoma" panose="020B0604030504040204" pitchFamily="34" charset="0"/>
              </a:rPr>
              <a:t>.</a:t>
            </a:r>
            <a:endParaRPr lang="en-MY" sz="3600" dirty="0">
              <a:latin typeface="Tahoma" panose="020B0604030504040204" pitchFamily="34" charset="0"/>
              <a:ea typeface="Tahoma" panose="020B0604030504040204" pitchFamily="34" charset="0"/>
              <a:cs typeface="Tahoma" panose="020B0604030504040204" pitchFamily="34" charset="0"/>
            </a:endParaRPr>
          </a:p>
        </p:txBody>
      </p:sp>
      <p:pic>
        <p:nvPicPr>
          <p:cNvPr id="45" name="Google Shape;45;p3" descr="Picture1.png"/>
          <p:cNvPicPr preferRelativeResize="0"/>
          <p:nvPr/>
        </p:nvPicPr>
        <p:blipFill rotWithShape="1">
          <a:blip r:embed="rId3">
            <a:alphaModFix amt="71516"/>
          </a:blip>
          <a:srcRect/>
          <a:stretch/>
        </p:blipFill>
        <p:spPr>
          <a:xfrm flipH="1">
            <a:off x="1687324" y="593292"/>
            <a:ext cx="179169" cy="6293660"/>
          </a:xfrm>
          <a:prstGeom prst="rect">
            <a:avLst/>
          </a:prstGeom>
          <a:noFill/>
          <a:ln>
            <a:noFill/>
          </a:ln>
        </p:spPr>
      </p:pic>
      <p:sp>
        <p:nvSpPr>
          <p:cNvPr id="46" name="Google Shape;46;p3"/>
          <p:cNvSpPr txBox="1"/>
          <p:nvPr/>
        </p:nvSpPr>
        <p:spPr>
          <a:xfrm>
            <a:off x="1647019" y="992465"/>
            <a:ext cx="8854412" cy="434341"/>
          </a:xfrm>
          <a:prstGeom prst="rect">
            <a:avLst/>
          </a:prstGeom>
          <a:noFill/>
          <a:ln>
            <a:noFill/>
          </a:ln>
        </p:spPr>
        <p:txBody>
          <a:bodyPr spcFirstLastPara="1" wrap="square" lIns="45700" tIns="45700" rIns="45700" bIns="45700" anchor="t" anchorCtr="0">
            <a:noAutofit/>
          </a:bodyPr>
          <a:lstStyle/>
          <a:p>
            <a:r>
              <a:rPr lang="ms-MY" sz="3200" b="1" dirty="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Keselamatan rahsia rasmi bertujuan:</a:t>
            </a:r>
          </a:p>
        </p:txBody>
      </p:sp>
      <p:sp>
        <p:nvSpPr>
          <p:cNvPr id="47" name="Google Shape;47;p3"/>
          <p:cNvSpPr txBox="1"/>
          <p:nvPr/>
        </p:nvSpPr>
        <p:spPr>
          <a:xfrm>
            <a:off x="2453763" y="17467"/>
            <a:ext cx="7791792" cy="814291"/>
          </a:xfrm>
          <a:prstGeom prst="rect">
            <a:avLst/>
          </a:prstGeom>
          <a:noFill/>
          <a:ln>
            <a:noFill/>
          </a:ln>
        </p:spPr>
        <p:txBody>
          <a:bodyPr spcFirstLastPara="1" wrap="square" lIns="45700" tIns="45700" rIns="45700" bIns="45700" anchor="t" anchorCtr="0">
            <a:noAutofit/>
          </a:bodyPr>
          <a:lstStyle/>
          <a:p>
            <a:pPr lvl="0" algn="ctr">
              <a:buClr>
                <a:srgbClr val="535353"/>
              </a:buClr>
              <a:buSzPts val="2600"/>
            </a:pPr>
            <a:r>
              <a:rPr lang="ms-MY" sz="3200" b="1" dirty="0">
                <a:solidFill>
                  <a:srgbClr val="FF0000"/>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PENGURUSAN RAHSIA RASMI</a:t>
            </a:r>
            <a:endParaRPr sz="3200" dirty="0">
              <a:solidFill>
                <a:srgbClr val="FF0000"/>
              </a:solidFill>
            </a:endParaRPr>
          </a:p>
        </p:txBody>
      </p:sp>
      <p:sp>
        <p:nvSpPr>
          <p:cNvPr id="48" name="Google Shape;48;p3"/>
          <p:cNvSpPr/>
          <p:nvPr/>
        </p:nvSpPr>
        <p:spPr>
          <a:xfrm>
            <a:off x="9727701" y="110232"/>
            <a:ext cx="834480" cy="434341"/>
          </a:xfrm>
          <a:custGeom>
            <a:avLst/>
            <a:gdLst/>
            <a:ahLst/>
            <a:cxnLst/>
            <a:rect l="l" t="t" r="r" b="b"/>
            <a:pathLst>
              <a:path w="20986" h="20722" extrusionOk="0">
                <a:moveTo>
                  <a:pt x="10578" y="1"/>
                </a:moveTo>
                <a:cubicBezTo>
                  <a:pt x="9874" y="-20"/>
                  <a:pt x="9157" y="218"/>
                  <a:pt x="8464" y="745"/>
                </a:cubicBezTo>
                <a:cubicBezTo>
                  <a:pt x="6243" y="2431"/>
                  <a:pt x="4928" y="6572"/>
                  <a:pt x="5038" y="10863"/>
                </a:cubicBezTo>
                <a:cubicBezTo>
                  <a:pt x="5041" y="10972"/>
                  <a:pt x="5010" y="11074"/>
                  <a:pt x="4959" y="11124"/>
                </a:cubicBezTo>
                <a:cubicBezTo>
                  <a:pt x="1769" y="14201"/>
                  <a:pt x="-247" y="17027"/>
                  <a:pt x="24" y="18312"/>
                </a:cubicBezTo>
                <a:cubicBezTo>
                  <a:pt x="415" y="20165"/>
                  <a:pt x="5419" y="18109"/>
                  <a:pt x="11201" y="13717"/>
                </a:cubicBezTo>
                <a:cubicBezTo>
                  <a:pt x="16983" y="9325"/>
                  <a:pt x="21353" y="4260"/>
                  <a:pt x="20962" y="2407"/>
                </a:cubicBezTo>
                <a:cubicBezTo>
                  <a:pt x="20691" y="1122"/>
                  <a:pt x="18203" y="1719"/>
                  <a:pt x="14776" y="3669"/>
                </a:cubicBezTo>
                <a:cubicBezTo>
                  <a:pt x="14721" y="3700"/>
                  <a:pt x="14661" y="3665"/>
                  <a:pt x="14623" y="3583"/>
                </a:cubicBezTo>
                <a:cubicBezTo>
                  <a:pt x="13605" y="1349"/>
                  <a:pt x="12125" y="48"/>
                  <a:pt x="10578" y="1"/>
                </a:cubicBezTo>
                <a:close/>
                <a:moveTo>
                  <a:pt x="16712" y="4606"/>
                </a:moveTo>
                <a:cubicBezTo>
                  <a:pt x="17082" y="4644"/>
                  <a:pt x="17316" y="4814"/>
                  <a:pt x="17382" y="5127"/>
                </a:cubicBezTo>
                <a:cubicBezTo>
                  <a:pt x="17663" y="6457"/>
                  <a:pt x="14806" y="9877"/>
                  <a:pt x="11001" y="12767"/>
                </a:cubicBezTo>
                <a:cubicBezTo>
                  <a:pt x="7197" y="15656"/>
                  <a:pt x="3885" y="16921"/>
                  <a:pt x="3604" y="15592"/>
                </a:cubicBezTo>
                <a:cubicBezTo>
                  <a:pt x="3472" y="14965"/>
                  <a:pt x="4037" y="13873"/>
                  <a:pt x="5070" y="12592"/>
                </a:cubicBezTo>
                <a:cubicBezTo>
                  <a:pt x="5108" y="12544"/>
                  <a:pt x="5160" y="12586"/>
                  <a:pt x="5170" y="12671"/>
                </a:cubicBezTo>
                <a:cubicBezTo>
                  <a:pt x="5233" y="13188"/>
                  <a:pt x="5318" y="13702"/>
                  <a:pt x="5425" y="14209"/>
                </a:cubicBezTo>
                <a:cubicBezTo>
                  <a:pt x="5491" y="14521"/>
                  <a:pt x="5563" y="14823"/>
                  <a:pt x="5643" y="15115"/>
                </a:cubicBezTo>
                <a:cubicBezTo>
                  <a:pt x="5669" y="15213"/>
                  <a:pt x="5728" y="15266"/>
                  <a:pt x="5785" y="15245"/>
                </a:cubicBezTo>
                <a:cubicBezTo>
                  <a:pt x="7141" y="14753"/>
                  <a:pt x="8983" y="13676"/>
                  <a:pt x="10888" y="12230"/>
                </a:cubicBezTo>
                <a:cubicBezTo>
                  <a:pt x="12711" y="10845"/>
                  <a:pt x="14371" y="9297"/>
                  <a:pt x="15561" y="7873"/>
                </a:cubicBezTo>
                <a:cubicBezTo>
                  <a:pt x="15601" y="7825"/>
                  <a:pt x="15639" y="7779"/>
                  <a:pt x="15677" y="7733"/>
                </a:cubicBezTo>
                <a:cubicBezTo>
                  <a:pt x="15726" y="7672"/>
                  <a:pt x="15749" y="7557"/>
                  <a:pt x="15732" y="7450"/>
                </a:cubicBezTo>
                <a:cubicBezTo>
                  <a:pt x="15683" y="7135"/>
                  <a:pt x="15627" y="6820"/>
                  <a:pt x="15561" y="6510"/>
                </a:cubicBezTo>
                <a:cubicBezTo>
                  <a:pt x="15454" y="6002"/>
                  <a:pt x="15329" y="5520"/>
                  <a:pt x="15186" y="5064"/>
                </a:cubicBezTo>
                <a:cubicBezTo>
                  <a:pt x="15162" y="4988"/>
                  <a:pt x="15184" y="4892"/>
                  <a:pt x="15229" y="4876"/>
                </a:cubicBezTo>
                <a:cubicBezTo>
                  <a:pt x="15836" y="4664"/>
                  <a:pt x="16342" y="4568"/>
                  <a:pt x="16712" y="4606"/>
                </a:cubicBezTo>
                <a:close/>
                <a:moveTo>
                  <a:pt x="15869" y="10396"/>
                </a:moveTo>
                <a:cubicBezTo>
                  <a:pt x="14493" y="11701"/>
                  <a:pt x="12945" y="13016"/>
                  <a:pt x="11315" y="14254"/>
                </a:cubicBezTo>
                <a:cubicBezTo>
                  <a:pt x="9676" y="15499"/>
                  <a:pt x="8075" y="16574"/>
                  <a:pt x="6614" y="17425"/>
                </a:cubicBezTo>
                <a:cubicBezTo>
                  <a:pt x="6573" y="17449"/>
                  <a:pt x="6559" y="17548"/>
                  <a:pt x="6589" y="17606"/>
                </a:cubicBezTo>
                <a:cubicBezTo>
                  <a:pt x="8086" y="20507"/>
                  <a:pt x="10412" y="21580"/>
                  <a:pt x="12522" y="19977"/>
                </a:cubicBezTo>
                <a:cubicBezTo>
                  <a:pt x="14632" y="18375"/>
                  <a:pt x="15924" y="14552"/>
                  <a:pt x="15953" y="10494"/>
                </a:cubicBezTo>
                <a:cubicBezTo>
                  <a:pt x="15954" y="10413"/>
                  <a:pt x="15908" y="10359"/>
                  <a:pt x="15869" y="10396"/>
                </a:cubicBezTo>
                <a:close/>
              </a:path>
            </a:pathLst>
          </a:custGeom>
          <a:solidFill>
            <a:srgbClr val="FFCF16"/>
          </a:solidFill>
          <a:ln>
            <a:noFill/>
          </a:ln>
          <a:effectLst>
            <a:outerShdw blurRad="101600" dist="77493" dir="8890792" rotWithShape="0">
              <a:srgbClr val="000000">
                <a:alpha val="41960"/>
              </a:srgbClr>
            </a:outerShdw>
          </a:effectLst>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0" name="Google Shape;47;p3">
            <a:extLst>
              <a:ext uri="{FF2B5EF4-FFF2-40B4-BE49-F238E27FC236}">
                <a16:creationId xmlns="" xmlns:a16="http://schemas.microsoft.com/office/drawing/2014/main" id="{6CDBC347-EF61-4D2A-8F38-3E4DBECFC60A}"/>
              </a:ext>
            </a:extLst>
          </p:cNvPr>
          <p:cNvSpPr txBox="1"/>
          <p:nvPr/>
        </p:nvSpPr>
        <p:spPr>
          <a:xfrm>
            <a:off x="970800" y="554544"/>
            <a:ext cx="3984441" cy="814291"/>
          </a:xfrm>
          <a:prstGeom prst="rect">
            <a:avLst/>
          </a:prstGeom>
          <a:noFill/>
          <a:ln>
            <a:noFill/>
          </a:ln>
        </p:spPr>
        <p:txBody>
          <a:bodyPr spcFirstLastPara="1" wrap="square" lIns="45700" tIns="45700" rIns="45700" bIns="45700" anchor="t" anchorCtr="0">
            <a:noAutofit/>
          </a:bodyPr>
          <a:lstStyle/>
          <a:p>
            <a:pPr lvl="0" algn="ctr">
              <a:buClr>
                <a:srgbClr val="535353"/>
              </a:buClr>
              <a:buSzPts val="2600"/>
            </a:pPr>
            <a:r>
              <a:rPr lang="ms-MY" sz="2800" b="1" dirty="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PENGENALAN</a:t>
            </a:r>
            <a:endParaRPr sz="2800" dirty="0"/>
          </a:p>
        </p:txBody>
      </p:sp>
      <p:pic>
        <p:nvPicPr>
          <p:cNvPr id="51" name="Picture 50">
            <a:extLst>
              <a:ext uri="{FF2B5EF4-FFF2-40B4-BE49-F238E27FC236}">
                <a16:creationId xmlns="" xmlns:a16="http://schemas.microsoft.com/office/drawing/2014/main" id="{670A2FFC-92A8-4913-AA3F-ECB4BFFC52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6687" y="5686156"/>
            <a:ext cx="1300637" cy="1042168"/>
          </a:xfrm>
          <a:prstGeom prst="rect">
            <a:avLst/>
          </a:prstGeom>
        </p:spPr>
      </p:pic>
      <p:sp>
        <p:nvSpPr>
          <p:cNvPr id="52" name="TextBox 51">
            <a:extLst>
              <a:ext uri="{FF2B5EF4-FFF2-40B4-BE49-F238E27FC236}">
                <a16:creationId xmlns="" xmlns:a16="http://schemas.microsoft.com/office/drawing/2014/main" id="{62B173AF-3614-4506-8F08-FEBDBDF234E3}"/>
              </a:ext>
            </a:extLst>
          </p:cNvPr>
          <p:cNvSpPr txBox="1"/>
          <p:nvPr/>
        </p:nvSpPr>
        <p:spPr>
          <a:xfrm>
            <a:off x="1848329" y="6033084"/>
            <a:ext cx="6954415" cy="430887"/>
          </a:xfrm>
          <a:prstGeom prst="rect">
            <a:avLst/>
          </a:prstGeom>
          <a:noFill/>
        </p:spPr>
        <p:txBody>
          <a:bodyPr wrap="square">
            <a:spAutoFit/>
          </a:bodyPr>
          <a:lstStyle/>
          <a:p>
            <a:pPr>
              <a:defRPr/>
            </a:pPr>
            <a:r>
              <a:rPr lang="en-US" sz="1100" spc="280" dirty="0"/>
              <a:t>PEJABAT KETUA PEGAWAI KESELAMATAN KERAJAAN MALAYSIA</a:t>
            </a:r>
          </a:p>
          <a:p>
            <a:pPr>
              <a:defRPr/>
            </a:pPr>
            <a:r>
              <a:rPr lang="en-US" sz="1100" spc="280" dirty="0"/>
              <a:t>JABATAN PERDANA MENTERI</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fade">
                                      <p:cBhvr>
                                        <p:cTn id="7" dur="500"/>
                                        <p:tgtEl>
                                          <p:spTgt spid="47"/>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46"/>
                                        </p:tgtEl>
                                        <p:attrNameLst>
                                          <p:attrName>style.visibility</p:attrName>
                                        </p:attrNameLst>
                                      </p:cBhvr>
                                      <p:to>
                                        <p:strVal val="visible"/>
                                      </p:to>
                                    </p:set>
                                    <p:animEffect transition="in" filter="fade">
                                      <p:cBhvr>
                                        <p:cTn id="11" dur="500"/>
                                        <p:tgtEl>
                                          <p:spTgt spid="46"/>
                                        </p:tgtEl>
                                      </p:cBhvr>
                                    </p:animEffect>
                                  </p:childTnLst>
                                </p:cTn>
                              </p:par>
                            </p:childTnLst>
                          </p:cTn>
                        </p:par>
                        <p:par>
                          <p:cTn id="12" fill="hold">
                            <p:stCondLst>
                              <p:cond delay="1000"/>
                            </p:stCondLst>
                            <p:childTnLst>
                              <p:par>
                                <p:cTn id="13" presetID="23" presetClass="entr" presetSubtype="16" fill="hold" nodeType="afterEffect">
                                  <p:stCondLst>
                                    <p:cond delay="0"/>
                                  </p:stCondLst>
                                  <p:childTnLst>
                                    <p:set>
                                      <p:cBhvr>
                                        <p:cTn id="14" dur="1" fill="hold">
                                          <p:stCondLst>
                                            <p:cond delay="0"/>
                                          </p:stCondLst>
                                        </p:cTn>
                                        <p:tgtEl>
                                          <p:spTgt spid="48"/>
                                        </p:tgtEl>
                                        <p:attrNameLst>
                                          <p:attrName>style.visibility</p:attrName>
                                        </p:attrNameLst>
                                      </p:cBhvr>
                                      <p:to>
                                        <p:strVal val="visible"/>
                                      </p:to>
                                    </p:set>
                                    <p:anim calcmode="lin" valueType="num">
                                      <p:cBhvr additive="base">
                                        <p:cTn id="15" dur="500"/>
                                        <p:tgtEl>
                                          <p:spTgt spid="48"/>
                                        </p:tgtEl>
                                        <p:attrNameLst>
                                          <p:attrName>ppt_w</p:attrName>
                                        </p:attrNameLst>
                                      </p:cBhvr>
                                      <p:tavLst>
                                        <p:tav tm="0">
                                          <p:val>
                                            <p:strVal val="0"/>
                                          </p:val>
                                        </p:tav>
                                        <p:tav tm="100000">
                                          <p:val>
                                            <p:strVal val="#ppt_w"/>
                                          </p:val>
                                        </p:tav>
                                      </p:tavLst>
                                    </p:anim>
                                    <p:anim calcmode="lin" valueType="num">
                                      <p:cBhvr additive="base">
                                        <p:cTn id="16" dur="500"/>
                                        <p:tgtEl>
                                          <p:spTgt spid="48"/>
                                        </p:tgtEl>
                                        <p:attrNameLst>
                                          <p:attrName>ppt_h</p:attrName>
                                        </p:attrNameLst>
                                      </p:cBhvr>
                                      <p:tavLst>
                                        <p:tav tm="0">
                                          <p:val>
                                            <p:strVal val="0"/>
                                          </p:val>
                                        </p:tav>
                                        <p:tav tm="100000">
                                          <p:val>
                                            <p:strVal val="#ppt_h"/>
                                          </p:val>
                                        </p:tav>
                                      </p:tavLst>
                                    </p:anim>
                                  </p:childTnLst>
                                </p:cTn>
                              </p:par>
                            </p:childTnLst>
                          </p:cTn>
                        </p:par>
                        <p:par>
                          <p:cTn id="17" fill="hold">
                            <p:stCondLst>
                              <p:cond delay="1500"/>
                            </p:stCondLst>
                            <p:childTnLst>
                              <p:par>
                                <p:cTn id="18" presetID="23" presetClass="entr" presetSubtype="16" fill="hold" nodeType="afterEffect">
                                  <p:stCondLst>
                                    <p:cond delay="0"/>
                                  </p:stCondLst>
                                  <p:childTnLst>
                                    <p:set>
                                      <p:cBhvr>
                                        <p:cTn id="19" dur="1" fill="hold">
                                          <p:stCondLst>
                                            <p:cond delay="0"/>
                                          </p:stCondLst>
                                        </p:cTn>
                                        <p:tgtEl>
                                          <p:spTgt spid="45"/>
                                        </p:tgtEl>
                                        <p:attrNameLst>
                                          <p:attrName>style.visibility</p:attrName>
                                        </p:attrNameLst>
                                      </p:cBhvr>
                                      <p:to>
                                        <p:strVal val="visible"/>
                                      </p:to>
                                    </p:set>
                                    <p:anim calcmode="lin" valueType="num">
                                      <p:cBhvr additive="base">
                                        <p:cTn id="20" dur="500"/>
                                        <p:tgtEl>
                                          <p:spTgt spid="45"/>
                                        </p:tgtEl>
                                        <p:attrNameLst>
                                          <p:attrName>ppt_w</p:attrName>
                                        </p:attrNameLst>
                                      </p:cBhvr>
                                      <p:tavLst>
                                        <p:tav tm="0">
                                          <p:val>
                                            <p:strVal val="0"/>
                                          </p:val>
                                        </p:tav>
                                        <p:tav tm="100000">
                                          <p:val>
                                            <p:strVal val="#ppt_w"/>
                                          </p:val>
                                        </p:tav>
                                      </p:tavLst>
                                    </p:anim>
                                    <p:anim calcmode="lin" valueType="num">
                                      <p:cBhvr additive="base">
                                        <p:cTn id="21" dur="500"/>
                                        <p:tgtEl>
                                          <p:spTgt spid="45"/>
                                        </p:tgtEl>
                                        <p:attrNameLst>
                                          <p:attrName>ppt_h</p:attrName>
                                        </p:attrNameLst>
                                      </p:cBhvr>
                                      <p:tavLst>
                                        <p:tav tm="0">
                                          <p:val>
                                            <p:str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fade">
                                      <p:cBhvr>
                                        <p:cTn id="26" dur="500"/>
                                        <p:tgtEl>
                                          <p:spTgt spid="19"/>
                                        </p:tgtEl>
                                      </p:cBhvr>
                                    </p:animEffect>
                                  </p:childTnLst>
                                </p:cTn>
                              </p:par>
                            </p:childTnLst>
                          </p:cTn>
                        </p:par>
                        <p:par>
                          <p:cTn id="27" fill="hold">
                            <p:stCondLst>
                              <p:cond delay="500"/>
                            </p:stCondLst>
                            <p:childTnLst>
                              <p:par>
                                <p:cTn id="28" presetID="10" presetClass="entr" presetSubtype="0" fill="hold" nodeType="after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500"/>
                                        <p:tgtEl>
                                          <p:spTgt spid="18"/>
                                        </p:tgtEl>
                                      </p:cBhvr>
                                    </p:animEffect>
                                  </p:childTnLst>
                                </p:cTn>
                              </p:par>
                            </p:childTnLst>
                          </p:cTn>
                        </p:par>
                        <p:par>
                          <p:cTn id="31" fill="hold">
                            <p:stCondLst>
                              <p:cond delay="1000"/>
                            </p:stCondLst>
                            <p:childTnLst>
                              <p:par>
                                <p:cTn id="32" presetID="10" presetClass="entr" presetSubtype="0" fill="hold" nodeType="after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fade">
                                      <p:cBhvr>
                                        <p:cTn id="34" dur="500"/>
                                        <p:tgtEl>
                                          <p:spTgt spid="21"/>
                                        </p:tgtEl>
                                      </p:cBhvr>
                                    </p:animEffect>
                                  </p:childTnLst>
                                </p:cTn>
                              </p:par>
                            </p:childTnLst>
                          </p:cTn>
                        </p:par>
                        <p:par>
                          <p:cTn id="35" fill="hold">
                            <p:stCondLst>
                              <p:cond delay="1500"/>
                            </p:stCondLst>
                            <p:childTnLst>
                              <p:par>
                                <p:cTn id="36" presetID="10" presetClass="entr" presetSubtype="0" fill="hold" nodeType="after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fade">
                                      <p:cBhvr>
                                        <p:cTn id="38" dur="500"/>
                                        <p:tgtEl>
                                          <p:spTgt spid="20"/>
                                        </p:tgtEl>
                                      </p:cBhvr>
                                    </p:animEffect>
                                  </p:childTnLst>
                                </p:cTn>
                              </p:par>
                            </p:childTnLst>
                          </p:cTn>
                        </p:par>
                        <p:par>
                          <p:cTn id="39" fill="hold">
                            <p:stCondLst>
                              <p:cond delay="2000"/>
                            </p:stCondLst>
                            <p:childTnLst>
                              <p:par>
                                <p:cTn id="40" presetID="10" presetClass="entr" presetSubtype="0" fill="hold" nodeType="after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fade">
                                      <p:cBhvr>
                                        <p:cTn id="42" dur="500"/>
                                        <p:tgtEl>
                                          <p:spTgt spid="23"/>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7"/>
                                        </p:tgtEl>
                                        <p:attrNameLst>
                                          <p:attrName>style.visibility</p:attrName>
                                        </p:attrNameLst>
                                      </p:cBhvr>
                                      <p:to>
                                        <p:strVal val="visible"/>
                                      </p:to>
                                    </p:set>
                                    <p:animEffect transition="in" filter="fade">
                                      <p:cBhvr>
                                        <p:cTn id="47" dur="500"/>
                                        <p:tgtEl>
                                          <p:spTgt spid="27"/>
                                        </p:tgtEl>
                                      </p:cBhvr>
                                    </p:animEffect>
                                  </p:childTnLst>
                                </p:cTn>
                              </p:par>
                            </p:childTnLst>
                          </p:cTn>
                        </p:par>
                        <p:par>
                          <p:cTn id="48" fill="hold">
                            <p:stCondLst>
                              <p:cond delay="500"/>
                            </p:stCondLst>
                            <p:childTnLst>
                              <p:par>
                                <p:cTn id="49" presetID="10" presetClass="entr" presetSubtype="0" fill="hold" nodeType="afterEffect">
                                  <p:stCondLst>
                                    <p:cond delay="0"/>
                                  </p:stCondLst>
                                  <p:childTnLst>
                                    <p:set>
                                      <p:cBhvr>
                                        <p:cTn id="50" dur="1" fill="hold">
                                          <p:stCondLst>
                                            <p:cond delay="0"/>
                                          </p:stCondLst>
                                        </p:cTn>
                                        <p:tgtEl>
                                          <p:spTgt spid="26"/>
                                        </p:tgtEl>
                                        <p:attrNameLst>
                                          <p:attrName>style.visibility</p:attrName>
                                        </p:attrNameLst>
                                      </p:cBhvr>
                                      <p:to>
                                        <p:strVal val="visible"/>
                                      </p:to>
                                    </p:set>
                                    <p:animEffect transition="in" filter="fade">
                                      <p:cBhvr>
                                        <p:cTn id="51" dur="500"/>
                                        <p:tgtEl>
                                          <p:spTgt spid="26"/>
                                        </p:tgtEl>
                                      </p:cBhvr>
                                    </p:animEffect>
                                  </p:childTnLst>
                                </p:cTn>
                              </p:par>
                            </p:childTnLst>
                          </p:cTn>
                        </p:par>
                        <p:par>
                          <p:cTn id="52" fill="hold">
                            <p:stCondLst>
                              <p:cond delay="1000"/>
                            </p:stCondLst>
                            <p:childTnLst>
                              <p:par>
                                <p:cTn id="53" presetID="10" presetClass="entr" presetSubtype="0" fill="hold" nodeType="afterEffect">
                                  <p:stCondLst>
                                    <p:cond delay="0"/>
                                  </p:stCondLst>
                                  <p:childTnLst>
                                    <p:set>
                                      <p:cBhvr>
                                        <p:cTn id="54" dur="1" fill="hold">
                                          <p:stCondLst>
                                            <p:cond delay="0"/>
                                          </p:stCondLst>
                                        </p:cTn>
                                        <p:tgtEl>
                                          <p:spTgt spid="29"/>
                                        </p:tgtEl>
                                        <p:attrNameLst>
                                          <p:attrName>style.visibility</p:attrName>
                                        </p:attrNameLst>
                                      </p:cBhvr>
                                      <p:to>
                                        <p:strVal val="visible"/>
                                      </p:to>
                                    </p:set>
                                    <p:animEffect transition="in" filter="fade">
                                      <p:cBhvr>
                                        <p:cTn id="55" dur="500"/>
                                        <p:tgtEl>
                                          <p:spTgt spid="29"/>
                                        </p:tgtEl>
                                      </p:cBhvr>
                                    </p:animEffect>
                                  </p:childTnLst>
                                </p:cTn>
                              </p:par>
                            </p:childTnLst>
                          </p:cTn>
                        </p:par>
                        <p:par>
                          <p:cTn id="56" fill="hold">
                            <p:stCondLst>
                              <p:cond delay="1500"/>
                            </p:stCondLst>
                            <p:childTnLst>
                              <p:par>
                                <p:cTn id="57" presetID="10" presetClass="entr" presetSubtype="0" fill="hold" nodeType="afterEffect">
                                  <p:stCondLst>
                                    <p:cond delay="0"/>
                                  </p:stCondLst>
                                  <p:childTnLst>
                                    <p:set>
                                      <p:cBhvr>
                                        <p:cTn id="58" dur="1" fill="hold">
                                          <p:stCondLst>
                                            <p:cond delay="0"/>
                                          </p:stCondLst>
                                        </p:cTn>
                                        <p:tgtEl>
                                          <p:spTgt spid="28"/>
                                        </p:tgtEl>
                                        <p:attrNameLst>
                                          <p:attrName>style.visibility</p:attrName>
                                        </p:attrNameLst>
                                      </p:cBhvr>
                                      <p:to>
                                        <p:strVal val="visible"/>
                                      </p:to>
                                    </p:set>
                                    <p:animEffect transition="in" filter="fade">
                                      <p:cBhvr>
                                        <p:cTn id="59" dur="500"/>
                                        <p:tgtEl>
                                          <p:spTgt spid="28"/>
                                        </p:tgtEl>
                                      </p:cBhvr>
                                    </p:animEffect>
                                  </p:childTnLst>
                                </p:cTn>
                              </p:par>
                            </p:childTnLst>
                          </p:cTn>
                        </p:par>
                        <p:par>
                          <p:cTn id="60" fill="hold">
                            <p:stCondLst>
                              <p:cond delay="2000"/>
                            </p:stCondLst>
                            <p:childTnLst>
                              <p:par>
                                <p:cTn id="61" presetID="10" presetClass="entr" presetSubtype="0" fill="hold" nodeType="afterEffect">
                                  <p:stCondLst>
                                    <p:cond delay="0"/>
                                  </p:stCondLst>
                                  <p:childTnLst>
                                    <p:set>
                                      <p:cBhvr>
                                        <p:cTn id="62" dur="1" fill="hold">
                                          <p:stCondLst>
                                            <p:cond delay="0"/>
                                          </p:stCondLst>
                                        </p:cTn>
                                        <p:tgtEl>
                                          <p:spTgt spid="31"/>
                                        </p:tgtEl>
                                        <p:attrNameLst>
                                          <p:attrName>style.visibility</p:attrName>
                                        </p:attrNameLst>
                                      </p:cBhvr>
                                      <p:to>
                                        <p:strVal val="visible"/>
                                      </p:to>
                                    </p:set>
                                    <p:animEffect transition="in" filter="fade">
                                      <p:cBhvr>
                                        <p:cTn id="63" dur="500"/>
                                        <p:tgtEl>
                                          <p:spTgt spid="31"/>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nodeType="clickEffect">
                                  <p:stCondLst>
                                    <p:cond delay="0"/>
                                  </p:stCondLst>
                                  <p:childTnLst>
                                    <p:set>
                                      <p:cBhvr>
                                        <p:cTn id="67" dur="1" fill="hold">
                                          <p:stCondLst>
                                            <p:cond delay="0"/>
                                          </p:stCondLst>
                                        </p:cTn>
                                        <p:tgtEl>
                                          <p:spTgt spid="35"/>
                                        </p:tgtEl>
                                        <p:attrNameLst>
                                          <p:attrName>style.visibility</p:attrName>
                                        </p:attrNameLst>
                                      </p:cBhvr>
                                      <p:to>
                                        <p:strVal val="visible"/>
                                      </p:to>
                                    </p:set>
                                    <p:animEffect transition="in" filter="fade">
                                      <p:cBhvr>
                                        <p:cTn id="68" dur="500"/>
                                        <p:tgtEl>
                                          <p:spTgt spid="35"/>
                                        </p:tgtEl>
                                      </p:cBhvr>
                                    </p:animEffect>
                                  </p:childTnLst>
                                </p:cTn>
                              </p:par>
                            </p:childTnLst>
                          </p:cTn>
                        </p:par>
                        <p:par>
                          <p:cTn id="69" fill="hold">
                            <p:stCondLst>
                              <p:cond delay="500"/>
                            </p:stCondLst>
                            <p:childTnLst>
                              <p:par>
                                <p:cTn id="70" presetID="10" presetClass="entr" presetSubtype="0" fill="hold" nodeType="afterEffect">
                                  <p:stCondLst>
                                    <p:cond delay="0"/>
                                  </p:stCondLst>
                                  <p:childTnLst>
                                    <p:set>
                                      <p:cBhvr>
                                        <p:cTn id="71" dur="1" fill="hold">
                                          <p:stCondLst>
                                            <p:cond delay="0"/>
                                          </p:stCondLst>
                                        </p:cTn>
                                        <p:tgtEl>
                                          <p:spTgt spid="34"/>
                                        </p:tgtEl>
                                        <p:attrNameLst>
                                          <p:attrName>style.visibility</p:attrName>
                                        </p:attrNameLst>
                                      </p:cBhvr>
                                      <p:to>
                                        <p:strVal val="visible"/>
                                      </p:to>
                                    </p:set>
                                    <p:animEffect transition="in" filter="fade">
                                      <p:cBhvr>
                                        <p:cTn id="72" dur="500"/>
                                        <p:tgtEl>
                                          <p:spTgt spid="34"/>
                                        </p:tgtEl>
                                      </p:cBhvr>
                                    </p:animEffect>
                                  </p:childTnLst>
                                </p:cTn>
                              </p:par>
                            </p:childTnLst>
                          </p:cTn>
                        </p:par>
                        <p:par>
                          <p:cTn id="73" fill="hold">
                            <p:stCondLst>
                              <p:cond delay="1000"/>
                            </p:stCondLst>
                            <p:childTnLst>
                              <p:par>
                                <p:cTn id="74" presetID="10" presetClass="entr" presetSubtype="0" fill="hold" nodeType="afterEffect">
                                  <p:stCondLst>
                                    <p:cond delay="0"/>
                                  </p:stCondLst>
                                  <p:childTnLst>
                                    <p:set>
                                      <p:cBhvr>
                                        <p:cTn id="75" dur="1" fill="hold">
                                          <p:stCondLst>
                                            <p:cond delay="0"/>
                                          </p:stCondLst>
                                        </p:cTn>
                                        <p:tgtEl>
                                          <p:spTgt spid="37"/>
                                        </p:tgtEl>
                                        <p:attrNameLst>
                                          <p:attrName>style.visibility</p:attrName>
                                        </p:attrNameLst>
                                      </p:cBhvr>
                                      <p:to>
                                        <p:strVal val="visible"/>
                                      </p:to>
                                    </p:set>
                                    <p:animEffect transition="in" filter="fade">
                                      <p:cBhvr>
                                        <p:cTn id="76" dur="500"/>
                                        <p:tgtEl>
                                          <p:spTgt spid="37"/>
                                        </p:tgtEl>
                                      </p:cBhvr>
                                    </p:animEffect>
                                  </p:childTnLst>
                                </p:cTn>
                              </p:par>
                            </p:childTnLst>
                          </p:cTn>
                        </p:par>
                        <p:par>
                          <p:cTn id="77" fill="hold">
                            <p:stCondLst>
                              <p:cond delay="1500"/>
                            </p:stCondLst>
                            <p:childTnLst>
                              <p:par>
                                <p:cTn id="78" presetID="10" presetClass="entr" presetSubtype="0" fill="hold" nodeType="afterEffect">
                                  <p:stCondLst>
                                    <p:cond delay="0"/>
                                  </p:stCondLst>
                                  <p:childTnLst>
                                    <p:set>
                                      <p:cBhvr>
                                        <p:cTn id="79" dur="1" fill="hold">
                                          <p:stCondLst>
                                            <p:cond delay="0"/>
                                          </p:stCondLst>
                                        </p:cTn>
                                        <p:tgtEl>
                                          <p:spTgt spid="36"/>
                                        </p:tgtEl>
                                        <p:attrNameLst>
                                          <p:attrName>style.visibility</p:attrName>
                                        </p:attrNameLst>
                                      </p:cBhvr>
                                      <p:to>
                                        <p:strVal val="visible"/>
                                      </p:to>
                                    </p:set>
                                    <p:animEffect transition="in" filter="fade">
                                      <p:cBhvr>
                                        <p:cTn id="80" dur="500"/>
                                        <p:tgtEl>
                                          <p:spTgt spid="36"/>
                                        </p:tgtEl>
                                      </p:cBhvr>
                                    </p:animEffect>
                                  </p:childTnLst>
                                </p:cTn>
                              </p:par>
                            </p:childTnLst>
                          </p:cTn>
                        </p:par>
                        <p:par>
                          <p:cTn id="81" fill="hold">
                            <p:stCondLst>
                              <p:cond delay="2000"/>
                            </p:stCondLst>
                            <p:childTnLst>
                              <p:par>
                                <p:cTn id="82" presetID="10" presetClass="entr" presetSubtype="0" fill="hold" nodeType="afterEffect">
                                  <p:stCondLst>
                                    <p:cond delay="0"/>
                                  </p:stCondLst>
                                  <p:childTnLst>
                                    <p:set>
                                      <p:cBhvr>
                                        <p:cTn id="83" dur="1" fill="hold">
                                          <p:stCondLst>
                                            <p:cond delay="0"/>
                                          </p:stCondLst>
                                        </p:cTn>
                                        <p:tgtEl>
                                          <p:spTgt spid="39"/>
                                        </p:tgtEl>
                                        <p:attrNameLst>
                                          <p:attrName>style.visibility</p:attrName>
                                        </p:attrNameLst>
                                      </p:cBhvr>
                                      <p:to>
                                        <p:strVal val="visible"/>
                                      </p:to>
                                    </p:set>
                                    <p:animEffect transition="in" filter="fade">
                                      <p:cBhvr>
                                        <p:cTn id="84" dur="500"/>
                                        <p:tgtEl>
                                          <p:spTgt spid="39"/>
                                        </p:tgtEl>
                                      </p:cBhvr>
                                    </p:animEffect>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nodeType="clickEffect">
                                  <p:stCondLst>
                                    <p:cond delay="0"/>
                                  </p:stCondLst>
                                  <p:childTnLst>
                                    <p:set>
                                      <p:cBhvr>
                                        <p:cTn id="88" dur="1" fill="hold">
                                          <p:stCondLst>
                                            <p:cond delay="0"/>
                                          </p:stCondLst>
                                        </p:cTn>
                                        <p:tgtEl>
                                          <p:spTgt spid="50"/>
                                        </p:tgtEl>
                                        <p:attrNameLst>
                                          <p:attrName>style.visibility</p:attrName>
                                        </p:attrNameLst>
                                      </p:cBhvr>
                                      <p:to>
                                        <p:strVal val="visible"/>
                                      </p:to>
                                    </p:set>
                                    <p:animEffect transition="in" filter="fade">
                                      <p:cBhvr>
                                        <p:cTn id="89"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
        <p:cNvGrpSpPr/>
        <p:nvPr/>
      </p:nvGrpSpPr>
      <p:grpSpPr>
        <a:xfrm>
          <a:off x="0" y="0"/>
          <a:ext cx="0" cy="0"/>
          <a:chOff x="0" y="0"/>
          <a:chExt cx="0" cy="0"/>
        </a:xfrm>
      </p:grpSpPr>
      <p:sp>
        <p:nvSpPr>
          <p:cNvPr id="22" name="Google Shape;22;p6"/>
          <p:cNvSpPr/>
          <p:nvPr/>
        </p:nvSpPr>
        <p:spPr>
          <a:xfrm rot="10800000">
            <a:off x="5773240" y="5344504"/>
            <a:ext cx="2971675" cy="988428"/>
          </a:xfrm>
          <a:custGeom>
            <a:avLst/>
            <a:gdLst/>
            <a:ahLst/>
            <a:cxnLst/>
            <a:rect l="l" t="t" r="r" b="b"/>
            <a:pathLst>
              <a:path w="2971675" h="875802" extrusionOk="0">
                <a:moveTo>
                  <a:pt x="228548" y="875802"/>
                </a:moveTo>
                <a:cubicBezTo>
                  <a:pt x="-340795" y="502068"/>
                  <a:pt x="291809" y="-72948"/>
                  <a:pt x="631114" y="7643"/>
                </a:cubicBezTo>
                <a:lnTo>
                  <a:pt x="2971675" y="732029"/>
                </a:lnTo>
                <a:lnTo>
                  <a:pt x="228548" y="875802"/>
                </a:lnTo>
                <a:close/>
              </a:path>
            </a:pathLst>
          </a:custGeom>
          <a:gradFill>
            <a:gsLst>
              <a:gs pos="0">
                <a:schemeClr val="dk1"/>
              </a:gs>
              <a:gs pos="21000">
                <a:srgbClr val="000000">
                  <a:alpha val="56862"/>
                </a:srgbClr>
              </a:gs>
              <a:gs pos="41000">
                <a:srgbClr val="000000">
                  <a:alpha val="23921"/>
                </a:srgbClr>
              </a:gs>
              <a:gs pos="73000">
                <a:srgbClr val="C9C9C9">
                  <a:alpha val="9803"/>
                </a:srgbClr>
              </a:gs>
              <a:gs pos="88012">
                <a:srgbClr val="C9C9C9">
                  <a:alpha val="0"/>
                </a:srgbClr>
              </a:gs>
              <a:gs pos="100000">
                <a:srgbClr val="C9C9C9">
                  <a:alpha val="0"/>
                </a:srgbClr>
              </a:gs>
            </a:gsLst>
            <a:path path="circle">
              <a:fillToRect l="100000" b="100000"/>
            </a:path>
            <a:tileRect t="-100000" r="-10000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3" name="Google Shape;23;p6"/>
          <p:cNvSpPr/>
          <p:nvPr/>
        </p:nvSpPr>
        <p:spPr>
          <a:xfrm flipH="1">
            <a:off x="2772273" y="4358170"/>
            <a:ext cx="8608493" cy="1188000"/>
          </a:xfrm>
          <a:custGeom>
            <a:avLst/>
            <a:gdLst/>
            <a:ahLst/>
            <a:cxnLst/>
            <a:rect l="l" t="t" r="r" b="b"/>
            <a:pathLst>
              <a:path w="2829463" h="1188000" extrusionOk="0">
                <a:moveTo>
                  <a:pt x="603849" y="0"/>
                </a:moveTo>
                <a:lnTo>
                  <a:pt x="621100" y="1711"/>
                </a:lnTo>
                <a:lnTo>
                  <a:pt x="621100" y="0"/>
                </a:lnTo>
                <a:lnTo>
                  <a:pt x="2829463" y="0"/>
                </a:lnTo>
                <a:lnTo>
                  <a:pt x="2829463" y="1188000"/>
                </a:lnTo>
                <a:lnTo>
                  <a:pt x="621100" y="1188000"/>
                </a:lnTo>
                <a:lnTo>
                  <a:pt x="621100" y="1186289"/>
                </a:lnTo>
                <a:lnTo>
                  <a:pt x="603849" y="1188000"/>
                </a:lnTo>
                <a:cubicBezTo>
                  <a:pt x="270352" y="1188000"/>
                  <a:pt x="0" y="922057"/>
                  <a:pt x="0" y="594000"/>
                </a:cubicBezTo>
                <a:cubicBezTo>
                  <a:pt x="0" y="265943"/>
                  <a:pt x="270352" y="0"/>
                  <a:pt x="603849" y="0"/>
                </a:cubicBezTo>
                <a:close/>
              </a:path>
            </a:pathLst>
          </a:custGeom>
          <a:gradFill>
            <a:gsLst>
              <a:gs pos="0">
                <a:srgbClr val="FFFFFF"/>
              </a:gs>
              <a:gs pos="33000">
                <a:srgbClr val="FFFFFF"/>
              </a:gs>
              <a:gs pos="66000">
                <a:schemeClr val="lt1"/>
              </a:gs>
              <a:gs pos="98000">
                <a:srgbClr val="EFEFEF">
                  <a:alpha val="26666"/>
                </a:srgbClr>
              </a:gs>
              <a:gs pos="100000">
                <a:srgbClr val="EFEFEF">
                  <a:alpha val="26666"/>
                </a:srgbClr>
              </a:gs>
            </a:gsLst>
            <a:lin ang="0" scaled="0"/>
          </a:gradFill>
          <a:ln>
            <a:noFill/>
          </a:ln>
        </p:spPr>
        <p:txBody>
          <a:bodyPr spcFirstLastPara="1" wrap="square" lIns="91425" tIns="45700" rIns="91425" bIns="45700" anchor="ctr" anchorCtr="0">
            <a:noAutofit/>
          </a:bodyPr>
          <a:lstStyle/>
          <a:p>
            <a:pPr lvl="0" algn="ctr"/>
            <a:r>
              <a:rPr lang="ms-MY" dirty="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Memberi kesedaran akan kesan dan risiko keselamatan akibat kecuaian</a:t>
            </a:r>
            <a:endParaRPr sz="1800" b="0" i="0" u="none" strike="noStrike" cap="none" dirty="0">
              <a:solidFill>
                <a:schemeClr val="lt1"/>
              </a:solidFill>
              <a:latin typeface="Calibri"/>
              <a:ea typeface="Calibri"/>
              <a:cs typeface="Calibri"/>
              <a:sym typeface="Calibri"/>
            </a:endParaRPr>
          </a:p>
        </p:txBody>
      </p:sp>
      <p:sp>
        <p:nvSpPr>
          <p:cNvPr id="24" name="Google Shape;24;p6"/>
          <p:cNvSpPr/>
          <p:nvPr/>
        </p:nvSpPr>
        <p:spPr>
          <a:xfrm>
            <a:off x="10904144" y="4515190"/>
            <a:ext cx="805132" cy="805132"/>
          </a:xfrm>
          <a:prstGeom prst="ellipse">
            <a:avLst/>
          </a:prstGeom>
          <a:solidFill>
            <a:srgbClr val="EC465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6" name="Google Shape;26;p6"/>
          <p:cNvSpPr/>
          <p:nvPr/>
        </p:nvSpPr>
        <p:spPr>
          <a:xfrm>
            <a:off x="6736832" y="4477936"/>
            <a:ext cx="1021703"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1" cap="none" dirty="0">
              <a:solidFill>
                <a:srgbClr val="EC465F"/>
              </a:solidFill>
              <a:latin typeface="Century Gothic"/>
              <a:ea typeface="Century Gothic"/>
              <a:cs typeface="Century Gothic"/>
              <a:sym typeface="Century Gothic"/>
            </a:endParaRPr>
          </a:p>
        </p:txBody>
      </p:sp>
      <p:sp>
        <p:nvSpPr>
          <p:cNvPr id="27" name="Google Shape;27;p6"/>
          <p:cNvSpPr/>
          <p:nvPr/>
        </p:nvSpPr>
        <p:spPr>
          <a:xfrm rot="10800000" flipH="1">
            <a:off x="3436647" y="4165818"/>
            <a:ext cx="2971675" cy="988428"/>
          </a:xfrm>
          <a:custGeom>
            <a:avLst/>
            <a:gdLst/>
            <a:ahLst/>
            <a:cxnLst/>
            <a:rect l="l" t="t" r="r" b="b"/>
            <a:pathLst>
              <a:path w="2971675" h="875802" extrusionOk="0">
                <a:moveTo>
                  <a:pt x="228548" y="875802"/>
                </a:moveTo>
                <a:cubicBezTo>
                  <a:pt x="-340795" y="502068"/>
                  <a:pt x="291809" y="-72948"/>
                  <a:pt x="631114" y="7643"/>
                </a:cubicBezTo>
                <a:lnTo>
                  <a:pt x="2971675" y="732029"/>
                </a:lnTo>
                <a:lnTo>
                  <a:pt x="228548" y="875802"/>
                </a:lnTo>
                <a:close/>
              </a:path>
            </a:pathLst>
          </a:custGeom>
          <a:gradFill>
            <a:gsLst>
              <a:gs pos="0">
                <a:schemeClr val="dk1"/>
              </a:gs>
              <a:gs pos="21000">
                <a:srgbClr val="000000">
                  <a:alpha val="56862"/>
                </a:srgbClr>
              </a:gs>
              <a:gs pos="41000">
                <a:srgbClr val="000000">
                  <a:alpha val="23921"/>
                </a:srgbClr>
              </a:gs>
              <a:gs pos="73000">
                <a:srgbClr val="C9C9C9">
                  <a:alpha val="9803"/>
                </a:srgbClr>
              </a:gs>
              <a:gs pos="88012">
                <a:srgbClr val="C9C9C9">
                  <a:alpha val="0"/>
                </a:srgbClr>
              </a:gs>
              <a:gs pos="100000">
                <a:srgbClr val="C9C9C9">
                  <a:alpha val="0"/>
                </a:srgbClr>
              </a:gs>
            </a:gsLst>
            <a:path path="circle">
              <a:fillToRect l="100000" b="100000"/>
            </a:path>
            <a:tileRect t="-100000" r="-10000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 name="Google Shape;28;p6"/>
          <p:cNvSpPr/>
          <p:nvPr/>
        </p:nvSpPr>
        <p:spPr>
          <a:xfrm>
            <a:off x="4627461" y="3181672"/>
            <a:ext cx="7233234" cy="1188000"/>
          </a:xfrm>
          <a:custGeom>
            <a:avLst/>
            <a:gdLst/>
            <a:ahLst/>
            <a:cxnLst/>
            <a:rect l="l" t="t" r="r" b="b"/>
            <a:pathLst>
              <a:path w="2829463" h="1188000" extrusionOk="0">
                <a:moveTo>
                  <a:pt x="603849" y="0"/>
                </a:moveTo>
                <a:lnTo>
                  <a:pt x="621100" y="1711"/>
                </a:lnTo>
                <a:lnTo>
                  <a:pt x="621100" y="0"/>
                </a:lnTo>
                <a:lnTo>
                  <a:pt x="2829463" y="0"/>
                </a:lnTo>
                <a:lnTo>
                  <a:pt x="2829463" y="1188000"/>
                </a:lnTo>
                <a:lnTo>
                  <a:pt x="621100" y="1188000"/>
                </a:lnTo>
                <a:lnTo>
                  <a:pt x="621100" y="1186289"/>
                </a:lnTo>
                <a:lnTo>
                  <a:pt x="603849" y="1188000"/>
                </a:lnTo>
                <a:cubicBezTo>
                  <a:pt x="270352" y="1188000"/>
                  <a:pt x="0" y="922057"/>
                  <a:pt x="0" y="594000"/>
                </a:cubicBezTo>
                <a:cubicBezTo>
                  <a:pt x="0" y="265943"/>
                  <a:pt x="270352" y="0"/>
                  <a:pt x="603849" y="0"/>
                </a:cubicBezTo>
                <a:close/>
              </a:path>
            </a:pathLst>
          </a:custGeom>
          <a:gradFill>
            <a:gsLst>
              <a:gs pos="0">
                <a:srgbClr val="FFFFFF"/>
              </a:gs>
              <a:gs pos="33000">
                <a:srgbClr val="FFFFFF"/>
              </a:gs>
              <a:gs pos="66000">
                <a:schemeClr val="lt1"/>
              </a:gs>
              <a:gs pos="98000">
                <a:srgbClr val="EFEFEF">
                  <a:alpha val="4705"/>
                </a:srgbClr>
              </a:gs>
              <a:gs pos="100000">
                <a:srgbClr val="EFEFEF">
                  <a:alpha val="4705"/>
                </a:srgbClr>
              </a:gs>
            </a:gsLst>
            <a:lin ang="0" scaled="0"/>
          </a:gradFill>
          <a:ln>
            <a:noFill/>
          </a:ln>
        </p:spPr>
        <p:txBody>
          <a:bodyPr spcFirstLastPara="1" wrap="square" lIns="91425" tIns="45700" rIns="91425" bIns="45700" anchor="ctr" anchorCtr="0">
            <a:noAutofit/>
          </a:bodyPr>
          <a:lstStyle/>
          <a:p>
            <a:pPr algn="just">
              <a:defRPr/>
            </a:pPr>
            <a:r>
              <a:rPr lang="ms-MY" dirty="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Menanam sikap tanggungjawab di dalam mengendalikan Dokumen Rasmi dan Dokumen Rahsia Rasmi.</a:t>
            </a:r>
          </a:p>
        </p:txBody>
      </p:sp>
      <p:sp>
        <p:nvSpPr>
          <p:cNvPr id="29" name="Google Shape;29;p6"/>
          <p:cNvSpPr/>
          <p:nvPr/>
        </p:nvSpPr>
        <p:spPr>
          <a:xfrm>
            <a:off x="3721723" y="3373106"/>
            <a:ext cx="805132" cy="805132"/>
          </a:xfrm>
          <a:prstGeom prst="ellipse">
            <a:avLst/>
          </a:prstGeom>
          <a:solidFill>
            <a:srgbClr val="60606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 name="Google Shape;31;p6"/>
          <p:cNvSpPr/>
          <p:nvPr/>
        </p:nvSpPr>
        <p:spPr>
          <a:xfrm>
            <a:off x="4676773" y="3318144"/>
            <a:ext cx="1021703"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1" cap="none" dirty="0">
              <a:solidFill>
                <a:srgbClr val="606060"/>
              </a:solidFill>
              <a:latin typeface="Century Gothic"/>
              <a:ea typeface="Century Gothic"/>
              <a:cs typeface="Century Gothic"/>
              <a:sym typeface="Century Gothic"/>
            </a:endParaRPr>
          </a:p>
        </p:txBody>
      </p:sp>
      <p:sp>
        <p:nvSpPr>
          <p:cNvPr id="35" name="Google Shape;35;p6"/>
          <p:cNvSpPr/>
          <p:nvPr/>
        </p:nvSpPr>
        <p:spPr>
          <a:xfrm flipH="1">
            <a:off x="1030474" y="2158894"/>
            <a:ext cx="10563909" cy="1120949"/>
          </a:xfrm>
          <a:custGeom>
            <a:avLst/>
            <a:gdLst/>
            <a:ahLst/>
            <a:cxnLst/>
            <a:rect l="l" t="t" r="r" b="b"/>
            <a:pathLst>
              <a:path w="2829463" h="1188000" extrusionOk="0">
                <a:moveTo>
                  <a:pt x="603849" y="0"/>
                </a:moveTo>
                <a:lnTo>
                  <a:pt x="621100" y="1711"/>
                </a:lnTo>
                <a:lnTo>
                  <a:pt x="621100" y="0"/>
                </a:lnTo>
                <a:lnTo>
                  <a:pt x="2829463" y="0"/>
                </a:lnTo>
                <a:lnTo>
                  <a:pt x="2829463" y="1188000"/>
                </a:lnTo>
                <a:lnTo>
                  <a:pt x="621100" y="1188000"/>
                </a:lnTo>
                <a:lnTo>
                  <a:pt x="621100" y="1186289"/>
                </a:lnTo>
                <a:lnTo>
                  <a:pt x="603849" y="1188000"/>
                </a:lnTo>
                <a:cubicBezTo>
                  <a:pt x="270352" y="1188000"/>
                  <a:pt x="0" y="922057"/>
                  <a:pt x="0" y="594000"/>
                </a:cubicBezTo>
                <a:cubicBezTo>
                  <a:pt x="0" y="265943"/>
                  <a:pt x="270352" y="0"/>
                  <a:pt x="603849" y="0"/>
                </a:cubicBezTo>
                <a:close/>
              </a:path>
            </a:pathLst>
          </a:custGeom>
          <a:gradFill>
            <a:gsLst>
              <a:gs pos="0">
                <a:srgbClr val="FFFFFF"/>
              </a:gs>
              <a:gs pos="33000">
                <a:srgbClr val="FFFFFF"/>
              </a:gs>
              <a:gs pos="66000">
                <a:schemeClr val="lt1"/>
              </a:gs>
              <a:gs pos="98000">
                <a:srgbClr val="F4F4F6">
                  <a:alpha val="20000"/>
                </a:srgbClr>
              </a:gs>
              <a:gs pos="100000">
                <a:srgbClr val="F4F4F6">
                  <a:alpha val="20000"/>
                </a:srgbClr>
              </a:gs>
            </a:gsLst>
            <a:lin ang="0" scaled="0"/>
          </a:gradFill>
          <a:ln>
            <a:noFill/>
          </a:ln>
        </p:spPr>
        <p:txBody>
          <a:bodyPr spcFirstLastPara="1" wrap="square" lIns="91425" tIns="45700" rIns="91425" bIns="45700" anchor="ctr" anchorCtr="0">
            <a:noAutofit/>
          </a:bodyPr>
          <a:lstStyle/>
          <a:p>
            <a:pPr algn="just">
              <a:defRPr/>
            </a:pPr>
            <a:r>
              <a:rPr lang="ms-MY" dirty="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Memberi pendedahan dan kefahaman mengenai peraturan Keselamatan Dokumen yang perlu dilaksanakan oleh setiap Penjawat Awam.</a:t>
            </a:r>
          </a:p>
        </p:txBody>
      </p:sp>
      <p:sp>
        <p:nvSpPr>
          <p:cNvPr id="36" name="Google Shape;36;p6"/>
          <p:cNvSpPr/>
          <p:nvPr/>
        </p:nvSpPr>
        <p:spPr>
          <a:xfrm>
            <a:off x="11087639" y="2697678"/>
            <a:ext cx="805132" cy="805132"/>
          </a:xfrm>
          <a:prstGeom prst="ellipse">
            <a:avLst/>
          </a:prstGeom>
          <a:solidFill>
            <a:srgbClr val="F4B55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sp>
        <p:nvSpPr>
          <p:cNvPr id="39" name="Google Shape;39;p6"/>
          <p:cNvSpPr/>
          <p:nvPr/>
        </p:nvSpPr>
        <p:spPr>
          <a:xfrm rot="10800000" flipH="1">
            <a:off x="3330783" y="1789908"/>
            <a:ext cx="2971675" cy="988428"/>
          </a:xfrm>
          <a:custGeom>
            <a:avLst/>
            <a:gdLst/>
            <a:ahLst/>
            <a:cxnLst/>
            <a:rect l="l" t="t" r="r" b="b"/>
            <a:pathLst>
              <a:path w="2971675" h="875802" extrusionOk="0">
                <a:moveTo>
                  <a:pt x="228548" y="875802"/>
                </a:moveTo>
                <a:cubicBezTo>
                  <a:pt x="-340795" y="502068"/>
                  <a:pt x="291809" y="-72948"/>
                  <a:pt x="631114" y="7643"/>
                </a:cubicBezTo>
                <a:lnTo>
                  <a:pt x="2971675" y="732029"/>
                </a:lnTo>
                <a:lnTo>
                  <a:pt x="228548" y="875802"/>
                </a:lnTo>
                <a:close/>
              </a:path>
            </a:pathLst>
          </a:custGeom>
          <a:gradFill>
            <a:gsLst>
              <a:gs pos="0">
                <a:schemeClr val="dk1"/>
              </a:gs>
              <a:gs pos="21000">
                <a:srgbClr val="000000">
                  <a:alpha val="56862"/>
                </a:srgbClr>
              </a:gs>
              <a:gs pos="41000">
                <a:srgbClr val="000000">
                  <a:alpha val="23921"/>
                </a:srgbClr>
              </a:gs>
              <a:gs pos="73000">
                <a:srgbClr val="C9C9C9">
                  <a:alpha val="9803"/>
                </a:srgbClr>
              </a:gs>
              <a:gs pos="88012">
                <a:srgbClr val="C9C9C9">
                  <a:alpha val="0"/>
                </a:srgbClr>
              </a:gs>
              <a:gs pos="100000">
                <a:srgbClr val="C9C9C9">
                  <a:alpha val="0"/>
                </a:srgbClr>
              </a:gs>
            </a:gsLst>
            <a:path path="circle">
              <a:fillToRect l="100000" b="100000"/>
            </a:path>
            <a:tileRect t="-100000" r="-10000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0" name="Google Shape;40;p6"/>
          <p:cNvSpPr/>
          <p:nvPr/>
        </p:nvSpPr>
        <p:spPr>
          <a:xfrm>
            <a:off x="2772273" y="773659"/>
            <a:ext cx="3333757" cy="1188000"/>
          </a:xfrm>
          <a:custGeom>
            <a:avLst/>
            <a:gdLst/>
            <a:ahLst/>
            <a:cxnLst/>
            <a:rect l="l" t="t" r="r" b="b"/>
            <a:pathLst>
              <a:path w="2829463" h="1188000" extrusionOk="0">
                <a:moveTo>
                  <a:pt x="603849" y="0"/>
                </a:moveTo>
                <a:lnTo>
                  <a:pt x="621100" y="1711"/>
                </a:lnTo>
                <a:lnTo>
                  <a:pt x="621100" y="0"/>
                </a:lnTo>
                <a:lnTo>
                  <a:pt x="2829463" y="0"/>
                </a:lnTo>
                <a:lnTo>
                  <a:pt x="2829463" y="1188000"/>
                </a:lnTo>
                <a:lnTo>
                  <a:pt x="621100" y="1188000"/>
                </a:lnTo>
                <a:lnTo>
                  <a:pt x="621100" y="1186289"/>
                </a:lnTo>
                <a:lnTo>
                  <a:pt x="603849" y="1188000"/>
                </a:lnTo>
                <a:cubicBezTo>
                  <a:pt x="270352" y="1188000"/>
                  <a:pt x="0" y="922057"/>
                  <a:pt x="0" y="594000"/>
                </a:cubicBezTo>
                <a:cubicBezTo>
                  <a:pt x="0" y="265943"/>
                  <a:pt x="270352" y="0"/>
                  <a:pt x="603849" y="0"/>
                </a:cubicBezTo>
                <a:close/>
              </a:path>
            </a:pathLst>
          </a:custGeom>
          <a:gradFill>
            <a:gsLst>
              <a:gs pos="0">
                <a:srgbClr val="FFFFFF"/>
              </a:gs>
              <a:gs pos="33000">
                <a:srgbClr val="FFFFFF"/>
              </a:gs>
              <a:gs pos="66000">
                <a:schemeClr val="lt1"/>
              </a:gs>
              <a:gs pos="99000">
                <a:srgbClr val="F4F4F6">
                  <a:alpha val="18823"/>
                </a:srgbClr>
              </a:gs>
              <a:gs pos="100000">
                <a:srgbClr val="F4F4F6">
                  <a:alpha val="18823"/>
                </a:srgbClr>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1" name="Google Shape;41;p6"/>
          <p:cNvSpPr/>
          <p:nvPr/>
        </p:nvSpPr>
        <p:spPr>
          <a:xfrm>
            <a:off x="3212410" y="997347"/>
            <a:ext cx="805132" cy="805132"/>
          </a:xfrm>
          <a:prstGeom prst="ellipse">
            <a:avLst/>
          </a:prstGeom>
          <a:solidFill>
            <a:srgbClr val="4FADE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3" name="Google Shape;43;p6"/>
          <p:cNvSpPr/>
          <p:nvPr/>
        </p:nvSpPr>
        <p:spPr>
          <a:xfrm>
            <a:off x="4073088" y="912452"/>
            <a:ext cx="3122842" cy="668660"/>
          </a:xfrm>
          <a:prstGeom prst="rect">
            <a:avLst/>
          </a:prstGeom>
          <a:noFill/>
          <a:ln>
            <a:noFill/>
          </a:ln>
        </p:spPr>
        <p:txBody>
          <a:bodyPr spcFirstLastPara="1" wrap="square" lIns="91425" tIns="45700" rIns="91425" bIns="45700" anchor="t" anchorCtr="0">
            <a:noAutofit/>
          </a:bodyPr>
          <a:lstStyle/>
          <a:p>
            <a:pPr lvl="0"/>
            <a:r>
              <a:rPr lang="en-US" sz="3600" b="1" dirty="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OBJEKTIF</a:t>
            </a:r>
            <a:r>
              <a:rPr lang="en-US" sz="3600" b="1" dirty="0">
                <a:solidFill>
                  <a:srgbClr val="4FADE8"/>
                </a:solidFill>
                <a:latin typeface="Century Gothic"/>
                <a:ea typeface="Century Gothic"/>
                <a:cs typeface="Century Gothic"/>
                <a:sym typeface="Century Gothic"/>
              </a:rPr>
              <a:t> </a:t>
            </a:r>
            <a:endParaRPr sz="3600" b="1" cap="none" dirty="0">
              <a:solidFill>
                <a:srgbClr val="4FADE8"/>
              </a:solidFill>
              <a:latin typeface="Century Gothic"/>
              <a:ea typeface="Century Gothic"/>
              <a:cs typeface="Century Gothic"/>
              <a:sym typeface="Century Gothic"/>
            </a:endParaRPr>
          </a:p>
        </p:txBody>
      </p:sp>
      <p:sp>
        <p:nvSpPr>
          <p:cNvPr id="46" name="Google Shape;46;p6"/>
          <p:cNvSpPr/>
          <p:nvPr/>
        </p:nvSpPr>
        <p:spPr>
          <a:xfrm>
            <a:off x="7634388" y="2042842"/>
            <a:ext cx="1032655" cy="1107996"/>
          </a:xfrm>
          <a:prstGeom prst="rect">
            <a:avLst/>
          </a:prstGeom>
          <a:noFill/>
          <a:ln>
            <a:noFill/>
          </a:ln>
          <a:effectLst>
            <a:outerShdw dist="38100" algn="l" rotWithShape="0">
              <a:srgbClr val="000000">
                <a:alpha val="40000"/>
              </a:srgbClr>
            </a:outerShdw>
          </a:effectLst>
        </p:spPr>
        <p:txBody>
          <a:bodyPr spcFirstLastPara="1" wrap="square" lIns="91425" tIns="45700" rIns="91425" bIns="45700" anchor="t" anchorCtr="0">
            <a:noAutofit/>
          </a:bodyPr>
          <a:lstStyle/>
          <a:p>
            <a:pPr marL="0" marR="0" lvl="0" indent="0" algn="ctr" rtl="0">
              <a:spcBef>
                <a:spcPts val="0"/>
              </a:spcBef>
              <a:spcAft>
                <a:spcPts val="0"/>
              </a:spcAft>
              <a:buNone/>
            </a:pPr>
            <a:endParaRPr dirty="0"/>
          </a:p>
        </p:txBody>
      </p:sp>
      <p:sp>
        <p:nvSpPr>
          <p:cNvPr id="47" name="Google Shape;47;p6"/>
          <p:cNvSpPr/>
          <p:nvPr/>
        </p:nvSpPr>
        <p:spPr>
          <a:xfrm>
            <a:off x="3621117" y="3215923"/>
            <a:ext cx="1032655" cy="1107996"/>
          </a:xfrm>
          <a:prstGeom prst="rect">
            <a:avLst/>
          </a:prstGeom>
          <a:noFill/>
          <a:ln>
            <a:noFill/>
          </a:ln>
          <a:effectLst>
            <a:outerShdw dist="38100" algn="l" rotWithShape="0">
              <a:srgbClr val="000000">
                <a:alpha val="40000"/>
              </a:srgbClr>
            </a:outerShdw>
          </a:effectLst>
        </p:spPr>
        <p:txBody>
          <a:bodyPr spcFirstLastPara="1" wrap="square" lIns="91425" tIns="45700" rIns="91425" bIns="45700" anchor="t" anchorCtr="0">
            <a:noAutofit/>
          </a:bodyPr>
          <a:lstStyle/>
          <a:p>
            <a:pPr marL="0" marR="0" lvl="0" indent="0" algn="ctr" rtl="0">
              <a:spcBef>
                <a:spcPts val="0"/>
              </a:spcBef>
              <a:spcAft>
                <a:spcPts val="0"/>
              </a:spcAft>
              <a:buNone/>
            </a:pPr>
            <a:endParaRPr dirty="0"/>
          </a:p>
        </p:txBody>
      </p:sp>
      <p:sp>
        <p:nvSpPr>
          <p:cNvPr id="50" name="TextBox 49">
            <a:extLst>
              <a:ext uri="{FF2B5EF4-FFF2-40B4-BE49-F238E27FC236}">
                <a16:creationId xmlns="" xmlns:a16="http://schemas.microsoft.com/office/drawing/2014/main" id="{42D6A29A-26EE-4DA2-AD0D-B6082C683366}"/>
              </a:ext>
            </a:extLst>
          </p:cNvPr>
          <p:cNvSpPr txBox="1"/>
          <p:nvPr/>
        </p:nvSpPr>
        <p:spPr>
          <a:xfrm>
            <a:off x="2025020" y="5901248"/>
            <a:ext cx="6954415" cy="430887"/>
          </a:xfrm>
          <a:prstGeom prst="rect">
            <a:avLst/>
          </a:prstGeom>
          <a:noFill/>
        </p:spPr>
        <p:txBody>
          <a:bodyPr wrap="square">
            <a:spAutoFit/>
          </a:bodyPr>
          <a:lstStyle/>
          <a:p>
            <a:pPr>
              <a:defRPr/>
            </a:pPr>
            <a:r>
              <a:rPr lang="en-US" sz="1100" spc="280" dirty="0"/>
              <a:t>PEJABAT KETUA PEGAWAI KESELAMATAN KERAJAAN MALAYSIA</a:t>
            </a:r>
          </a:p>
          <a:p>
            <a:pPr>
              <a:defRPr/>
            </a:pPr>
            <a:r>
              <a:rPr lang="en-US" sz="1100" spc="280" dirty="0"/>
              <a:t>JABATAN PERDANA MENTERI</a:t>
            </a:r>
          </a:p>
        </p:txBody>
      </p:sp>
      <p:pic>
        <p:nvPicPr>
          <p:cNvPr id="51" name="Picture 50">
            <a:extLst>
              <a:ext uri="{FF2B5EF4-FFF2-40B4-BE49-F238E27FC236}">
                <a16:creationId xmlns="" xmlns:a16="http://schemas.microsoft.com/office/drawing/2014/main" id="{BB01B14A-2E91-415C-871F-A57AA265C48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0156" y="5595607"/>
            <a:ext cx="1300637" cy="104216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500"/>
                                        <p:tgtEl>
                                          <p:spTgt spid="40"/>
                                        </p:tgtEl>
                                      </p:cBhvr>
                                    </p:animEffect>
                                  </p:childTnLst>
                                </p:cTn>
                              </p:par>
                              <p:par>
                                <p:cTn id="8" presetID="10" presetClass="entr" presetSubtype="0" fill="hold" nodeType="withEffect">
                                  <p:stCondLst>
                                    <p:cond delay="0"/>
                                  </p:stCondLst>
                                  <p:childTnLst>
                                    <p:set>
                                      <p:cBhvr>
                                        <p:cTn id="9" dur="1" fill="hold">
                                          <p:stCondLst>
                                            <p:cond delay="0"/>
                                          </p:stCondLst>
                                        </p:cTn>
                                        <p:tgtEl>
                                          <p:spTgt spid="39"/>
                                        </p:tgtEl>
                                        <p:attrNameLst>
                                          <p:attrName>style.visibility</p:attrName>
                                        </p:attrNameLst>
                                      </p:cBhvr>
                                      <p:to>
                                        <p:strVal val="visible"/>
                                      </p:to>
                                    </p:set>
                                    <p:animEffect transition="in" filter="fade">
                                      <p:cBhvr>
                                        <p:cTn id="10" dur="750"/>
                                        <p:tgtEl>
                                          <p:spTgt spid="39"/>
                                        </p:tgtEl>
                                      </p:cBhvr>
                                    </p:animEffect>
                                  </p:childTnLst>
                                </p:cTn>
                              </p:par>
                            </p:childTnLst>
                          </p:cTn>
                        </p:par>
                        <p:par>
                          <p:cTn id="11" fill="hold">
                            <p:stCondLst>
                              <p:cond delay="750"/>
                            </p:stCondLst>
                            <p:childTnLst>
                              <p:par>
                                <p:cTn id="12" presetID="10" presetClass="entr" presetSubtype="0" fill="hold" nodeType="afterEffect">
                                  <p:stCondLst>
                                    <p:cond delay="0"/>
                                  </p:stCondLst>
                                  <p:childTnLst>
                                    <p:set>
                                      <p:cBhvr>
                                        <p:cTn id="13" dur="1" fill="hold">
                                          <p:stCondLst>
                                            <p:cond delay="0"/>
                                          </p:stCondLst>
                                        </p:cTn>
                                        <p:tgtEl>
                                          <p:spTgt spid="41"/>
                                        </p:tgtEl>
                                        <p:attrNameLst>
                                          <p:attrName>style.visibility</p:attrName>
                                        </p:attrNameLst>
                                      </p:cBhvr>
                                      <p:to>
                                        <p:strVal val="visible"/>
                                      </p:to>
                                    </p:set>
                                    <p:animEffect transition="in" filter="fade">
                                      <p:cBhvr>
                                        <p:cTn id="14" dur="500"/>
                                        <p:tgtEl>
                                          <p:spTgt spid="41"/>
                                        </p:tgtEl>
                                      </p:cBhvr>
                                    </p:animEffect>
                                  </p:childTnLst>
                                </p:cTn>
                              </p:par>
                              <p:par>
                                <p:cTn id="15" presetID="2" presetClass="entr" presetSubtype="2" fill="hold" nodeType="withEffect">
                                  <p:stCondLst>
                                    <p:cond delay="0"/>
                                  </p:stCondLst>
                                  <p:childTnLst>
                                    <p:set>
                                      <p:cBhvr>
                                        <p:cTn id="16" dur="1" fill="hold">
                                          <p:stCondLst>
                                            <p:cond delay="0"/>
                                          </p:stCondLst>
                                        </p:cTn>
                                        <p:tgtEl>
                                          <p:spTgt spid="43"/>
                                        </p:tgtEl>
                                        <p:attrNameLst>
                                          <p:attrName>style.visibility</p:attrName>
                                        </p:attrNameLst>
                                      </p:cBhvr>
                                      <p:to>
                                        <p:strVal val="visible"/>
                                      </p:to>
                                    </p:set>
                                    <p:anim calcmode="lin" valueType="num">
                                      <p:cBhvr additive="base">
                                        <p:cTn id="17" dur="500"/>
                                        <p:tgtEl>
                                          <p:spTgt spid="43"/>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5"/>
                                        </p:tgtEl>
                                        <p:attrNameLst>
                                          <p:attrName>style.visibility</p:attrName>
                                        </p:attrNameLst>
                                      </p:cBhvr>
                                      <p:to>
                                        <p:strVal val="visible"/>
                                      </p:to>
                                    </p:set>
                                    <p:animEffect transition="in" filter="fade">
                                      <p:cBhvr>
                                        <p:cTn id="22" dur="500"/>
                                        <p:tgtEl>
                                          <p:spTgt spid="35"/>
                                        </p:tgtEl>
                                      </p:cBhvr>
                                    </p:animEffect>
                                  </p:childTnLst>
                                </p:cTn>
                              </p:par>
                            </p:childTnLst>
                          </p:cTn>
                        </p:par>
                        <p:par>
                          <p:cTn id="23" fill="hold">
                            <p:stCondLst>
                              <p:cond delay="500"/>
                            </p:stCondLst>
                            <p:childTnLst>
                              <p:par>
                                <p:cTn id="24" presetID="10" presetClass="entr" presetSubtype="0" fill="hold" nodeType="afterEffect">
                                  <p:stCondLst>
                                    <p:cond delay="0"/>
                                  </p:stCondLst>
                                  <p:childTnLst>
                                    <p:set>
                                      <p:cBhvr>
                                        <p:cTn id="25" dur="1" fill="hold">
                                          <p:stCondLst>
                                            <p:cond delay="0"/>
                                          </p:stCondLst>
                                        </p:cTn>
                                        <p:tgtEl>
                                          <p:spTgt spid="36"/>
                                        </p:tgtEl>
                                        <p:attrNameLst>
                                          <p:attrName>style.visibility</p:attrName>
                                        </p:attrNameLst>
                                      </p:cBhvr>
                                      <p:to>
                                        <p:strVal val="visible"/>
                                      </p:to>
                                    </p:set>
                                    <p:animEffect transition="in" filter="fade">
                                      <p:cBhvr>
                                        <p:cTn id="26" dur="500"/>
                                        <p:tgtEl>
                                          <p:spTgt spid="36"/>
                                        </p:tgtEl>
                                      </p:cBhvr>
                                    </p:animEffect>
                                  </p:childTnLst>
                                </p:cTn>
                              </p:par>
                              <p:par>
                                <p:cTn id="27" presetID="2" presetClass="entr" presetSubtype="2" fill="hold" nodeType="withEffect">
                                  <p:stCondLst>
                                    <p:cond delay="0"/>
                                  </p:stCondLst>
                                  <p:childTnLst>
                                    <p:set>
                                      <p:cBhvr>
                                        <p:cTn id="28" dur="1" fill="hold">
                                          <p:stCondLst>
                                            <p:cond delay="0"/>
                                          </p:stCondLst>
                                        </p:cTn>
                                        <p:tgtEl>
                                          <p:spTgt spid="46"/>
                                        </p:tgtEl>
                                        <p:attrNameLst>
                                          <p:attrName>style.visibility</p:attrName>
                                        </p:attrNameLst>
                                      </p:cBhvr>
                                      <p:to>
                                        <p:strVal val="visible"/>
                                      </p:to>
                                    </p:set>
                                    <p:anim calcmode="lin" valueType="num">
                                      <p:cBhvr additive="base">
                                        <p:cTn id="29" dur="500"/>
                                        <p:tgtEl>
                                          <p:spTgt spid="46"/>
                                        </p:tgtEl>
                                        <p:attrNameLst>
                                          <p:attrName>ppt_x</p:attrName>
                                        </p:attrNameLst>
                                      </p:cBhvr>
                                      <p:tavLst>
                                        <p:tav tm="0">
                                          <p:val>
                                            <p:strVal val="#ppt_x+1"/>
                                          </p:val>
                                        </p:tav>
                                        <p:tav tm="100000">
                                          <p:val>
                                            <p:strVal val="#ppt_x"/>
                                          </p:val>
                                        </p:tav>
                                      </p:tavLst>
                                    </p:anim>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500"/>
                                        <p:tgtEl>
                                          <p:spTgt spid="28"/>
                                        </p:tgtEl>
                                      </p:cBhvr>
                                    </p:animEffect>
                                  </p:childTnLst>
                                </p:cTn>
                              </p:par>
                              <p:par>
                                <p:cTn id="35" presetID="10" presetClass="entr" presetSubtype="0" fill="hold"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750"/>
                                        <p:tgtEl>
                                          <p:spTgt spid="27"/>
                                        </p:tgtEl>
                                      </p:cBhvr>
                                    </p:animEffect>
                                  </p:childTnLst>
                                </p:cTn>
                              </p:par>
                            </p:childTnLst>
                          </p:cTn>
                        </p:par>
                        <p:par>
                          <p:cTn id="38" fill="hold">
                            <p:stCondLst>
                              <p:cond delay="750"/>
                            </p:stCondLst>
                            <p:childTnLst>
                              <p:par>
                                <p:cTn id="39" presetID="10" presetClass="entr" presetSubtype="0" fill="hold" nodeType="afterEffect">
                                  <p:stCondLst>
                                    <p:cond delay="0"/>
                                  </p:stCondLst>
                                  <p:childTnLst>
                                    <p:set>
                                      <p:cBhvr>
                                        <p:cTn id="40" dur="1" fill="hold">
                                          <p:stCondLst>
                                            <p:cond delay="0"/>
                                          </p:stCondLst>
                                        </p:cTn>
                                        <p:tgtEl>
                                          <p:spTgt spid="29"/>
                                        </p:tgtEl>
                                        <p:attrNameLst>
                                          <p:attrName>style.visibility</p:attrName>
                                        </p:attrNameLst>
                                      </p:cBhvr>
                                      <p:to>
                                        <p:strVal val="visible"/>
                                      </p:to>
                                    </p:set>
                                    <p:animEffect transition="in" filter="fade">
                                      <p:cBhvr>
                                        <p:cTn id="41" dur="500"/>
                                        <p:tgtEl>
                                          <p:spTgt spid="29"/>
                                        </p:tgtEl>
                                      </p:cBhvr>
                                    </p:animEffect>
                                  </p:childTnLst>
                                </p:cTn>
                              </p:par>
                              <p:par>
                                <p:cTn id="42" presetID="2" presetClass="entr" presetSubtype="8" fill="hold" nodeType="withEffect">
                                  <p:stCondLst>
                                    <p:cond delay="0"/>
                                  </p:stCondLst>
                                  <p:childTnLst>
                                    <p:set>
                                      <p:cBhvr>
                                        <p:cTn id="43" dur="1" fill="hold">
                                          <p:stCondLst>
                                            <p:cond delay="0"/>
                                          </p:stCondLst>
                                        </p:cTn>
                                        <p:tgtEl>
                                          <p:spTgt spid="47"/>
                                        </p:tgtEl>
                                        <p:attrNameLst>
                                          <p:attrName>style.visibility</p:attrName>
                                        </p:attrNameLst>
                                      </p:cBhvr>
                                      <p:to>
                                        <p:strVal val="visible"/>
                                      </p:to>
                                    </p:set>
                                    <p:anim calcmode="lin" valueType="num">
                                      <p:cBhvr additive="base">
                                        <p:cTn id="44" dur="500"/>
                                        <p:tgtEl>
                                          <p:spTgt spid="47"/>
                                        </p:tgtEl>
                                        <p:attrNameLst>
                                          <p:attrName>ppt_x</p:attrName>
                                        </p:attrNameLst>
                                      </p:cBhvr>
                                      <p:tavLst>
                                        <p:tav tm="0">
                                          <p:val>
                                            <p:strVal val="#ppt_x-1"/>
                                          </p:val>
                                        </p:tav>
                                        <p:tav tm="100000">
                                          <p:val>
                                            <p:strVal val="#ppt_x"/>
                                          </p:val>
                                        </p:tav>
                                      </p:tavLst>
                                    </p:anim>
                                  </p:childTnLst>
                                </p:cTn>
                              </p:par>
                              <p:par>
                                <p:cTn id="45" presetID="2" presetClass="entr" presetSubtype="2" fill="hold" nodeType="withEffect">
                                  <p:stCondLst>
                                    <p:cond delay="0"/>
                                  </p:stCondLst>
                                  <p:childTnLst>
                                    <p:set>
                                      <p:cBhvr>
                                        <p:cTn id="46" dur="1" fill="hold">
                                          <p:stCondLst>
                                            <p:cond delay="0"/>
                                          </p:stCondLst>
                                        </p:cTn>
                                        <p:tgtEl>
                                          <p:spTgt spid="31"/>
                                        </p:tgtEl>
                                        <p:attrNameLst>
                                          <p:attrName>style.visibility</p:attrName>
                                        </p:attrNameLst>
                                      </p:cBhvr>
                                      <p:to>
                                        <p:strVal val="visible"/>
                                      </p:to>
                                    </p:set>
                                    <p:anim calcmode="lin" valueType="num">
                                      <p:cBhvr additive="base">
                                        <p:cTn id="47" dur="500"/>
                                        <p:tgtEl>
                                          <p:spTgt spid="31"/>
                                        </p:tgtEl>
                                        <p:attrNameLst>
                                          <p:attrName>ppt_x</p:attrName>
                                        </p:attrNameLst>
                                      </p:cBhvr>
                                      <p:tavLst>
                                        <p:tav tm="0">
                                          <p:val>
                                            <p:strVal val="#ppt_x+1"/>
                                          </p:val>
                                        </p:tav>
                                        <p:tav tm="100000">
                                          <p:val>
                                            <p:strVal val="#ppt_x"/>
                                          </p:val>
                                        </p:tav>
                                      </p:tavLst>
                                    </p:anim>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23"/>
                                        </p:tgtEl>
                                        <p:attrNameLst>
                                          <p:attrName>style.visibility</p:attrName>
                                        </p:attrNameLst>
                                      </p:cBhvr>
                                      <p:to>
                                        <p:strVal val="visible"/>
                                      </p:to>
                                    </p:set>
                                    <p:animEffect transition="in" filter="fade">
                                      <p:cBhvr>
                                        <p:cTn id="52" dur="500"/>
                                        <p:tgtEl>
                                          <p:spTgt spid="23"/>
                                        </p:tgtEl>
                                      </p:cBhvr>
                                    </p:animEffect>
                                  </p:childTnLst>
                                </p:cTn>
                              </p:par>
                              <p:par>
                                <p:cTn id="53" presetID="10" presetClass="entr" presetSubtype="0" fill="hold" nodeType="with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750"/>
                                        <p:tgtEl>
                                          <p:spTgt spid="22"/>
                                        </p:tgtEl>
                                      </p:cBhvr>
                                    </p:animEffect>
                                  </p:childTnLst>
                                </p:cTn>
                              </p:par>
                            </p:childTnLst>
                          </p:cTn>
                        </p:par>
                        <p:par>
                          <p:cTn id="56" fill="hold">
                            <p:stCondLst>
                              <p:cond delay="750"/>
                            </p:stCondLst>
                            <p:childTnLst>
                              <p:par>
                                <p:cTn id="57" presetID="10" presetClass="entr" presetSubtype="0" fill="hold" nodeType="after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500"/>
                                        <p:tgtEl>
                                          <p:spTgt spid="24"/>
                                        </p:tgtEl>
                                      </p:cBhvr>
                                    </p:animEffect>
                                  </p:childTnLst>
                                </p:cTn>
                              </p:par>
                              <p:par>
                                <p:cTn id="60" presetID="2" presetClass="entr" presetSubtype="8" fill="hold" nodeType="withEffect">
                                  <p:stCondLst>
                                    <p:cond delay="0"/>
                                  </p:stCondLst>
                                  <p:childTnLst>
                                    <p:set>
                                      <p:cBhvr>
                                        <p:cTn id="61" dur="1" fill="hold">
                                          <p:stCondLst>
                                            <p:cond delay="0"/>
                                          </p:stCondLst>
                                        </p:cTn>
                                        <p:tgtEl>
                                          <p:spTgt spid="26"/>
                                        </p:tgtEl>
                                        <p:attrNameLst>
                                          <p:attrName>style.visibility</p:attrName>
                                        </p:attrNameLst>
                                      </p:cBhvr>
                                      <p:to>
                                        <p:strVal val="visible"/>
                                      </p:to>
                                    </p:set>
                                    <p:anim calcmode="lin" valueType="num">
                                      <p:cBhvr additive="base">
                                        <p:cTn id="62" dur="500"/>
                                        <p:tgtEl>
                                          <p:spTgt spid="26"/>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
        <p:cNvGrpSpPr/>
        <p:nvPr/>
      </p:nvGrpSpPr>
      <p:grpSpPr>
        <a:xfrm>
          <a:off x="0" y="0"/>
          <a:ext cx="0" cy="0"/>
          <a:chOff x="0" y="0"/>
          <a:chExt cx="0" cy="0"/>
        </a:xfrm>
      </p:grpSpPr>
      <p:sp>
        <p:nvSpPr>
          <p:cNvPr id="17" name="Google Shape;17;p3"/>
          <p:cNvSpPr/>
          <p:nvPr/>
        </p:nvSpPr>
        <p:spPr>
          <a:xfrm>
            <a:off x="2179782" y="4745815"/>
            <a:ext cx="874813" cy="1240880"/>
          </a:xfrm>
          <a:custGeom>
            <a:avLst/>
            <a:gdLst/>
            <a:ahLst/>
            <a:cxnLst/>
            <a:rect l="l" t="t" r="r" b="b"/>
            <a:pathLst>
              <a:path w="21600" h="21600" extrusionOk="0">
                <a:moveTo>
                  <a:pt x="0" y="2021"/>
                </a:moveTo>
                <a:lnTo>
                  <a:pt x="21600" y="0"/>
                </a:lnTo>
                <a:lnTo>
                  <a:pt x="21576" y="21600"/>
                </a:lnTo>
                <a:lnTo>
                  <a:pt x="0" y="19530"/>
                </a:lnTo>
                <a:lnTo>
                  <a:pt x="0" y="2021"/>
                </a:lnTo>
                <a:close/>
              </a:path>
            </a:pathLst>
          </a:custGeom>
          <a:gradFill>
            <a:gsLst>
              <a:gs pos="0">
                <a:srgbClr val="D34B6F"/>
              </a:gs>
              <a:gs pos="100000">
                <a:srgbClr val="AD226F"/>
              </a:gs>
            </a:gsLst>
            <a:lin ang="8628016"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8" name="Google Shape;18;p3"/>
          <p:cNvSpPr/>
          <p:nvPr/>
        </p:nvSpPr>
        <p:spPr>
          <a:xfrm>
            <a:off x="3006697" y="4769344"/>
            <a:ext cx="1187017" cy="1217351"/>
          </a:xfrm>
          <a:custGeom>
            <a:avLst/>
            <a:gdLst/>
            <a:ahLst/>
            <a:cxnLst/>
            <a:rect l="l" t="t" r="r" b="b"/>
            <a:pathLst>
              <a:path w="21600" h="21600" extrusionOk="0">
                <a:moveTo>
                  <a:pt x="0" y="0"/>
                </a:moveTo>
                <a:lnTo>
                  <a:pt x="21600" y="826"/>
                </a:lnTo>
                <a:lnTo>
                  <a:pt x="21564" y="20683"/>
                </a:lnTo>
                <a:lnTo>
                  <a:pt x="0" y="21600"/>
                </a:lnTo>
                <a:lnTo>
                  <a:pt x="0" y="0"/>
                </a:lnTo>
                <a:close/>
              </a:path>
            </a:pathLst>
          </a:custGeom>
          <a:gradFill>
            <a:gsLst>
              <a:gs pos="0">
                <a:srgbClr val="D34B6F"/>
              </a:gs>
              <a:gs pos="100000">
                <a:srgbClr val="AD226F"/>
              </a:gs>
            </a:gsLst>
            <a:lin ang="8628016"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9" name="Google Shape;19;p3"/>
          <p:cNvSpPr/>
          <p:nvPr/>
        </p:nvSpPr>
        <p:spPr>
          <a:xfrm>
            <a:off x="4125136" y="4778571"/>
            <a:ext cx="5398984" cy="1240880"/>
          </a:xfrm>
          <a:custGeom>
            <a:avLst/>
            <a:gdLst/>
            <a:ahLst/>
            <a:cxnLst/>
            <a:rect l="l" t="t" r="r" b="b"/>
            <a:pathLst>
              <a:path w="21600" h="21600" extrusionOk="0">
                <a:moveTo>
                  <a:pt x="0" y="715"/>
                </a:moveTo>
                <a:lnTo>
                  <a:pt x="21597" y="0"/>
                </a:lnTo>
                <a:lnTo>
                  <a:pt x="21600" y="21600"/>
                </a:lnTo>
                <a:lnTo>
                  <a:pt x="0" y="20707"/>
                </a:lnTo>
                <a:lnTo>
                  <a:pt x="0" y="715"/>
                </a:lnTo>
                <a:close/>
              </a:path>
            </a:pathLst>
          </a:custGeom>
          <a:gradFill>
            <a:gsLst>
              <a:gs pos="0">
                <a:srgbClr val="D34B6F"/>
              </a:gs>
              <a:gs pos="100000">
                <a:srgbClr val="AD226F"/>
              </a:gs>
            </a:gsLst>
            <a:lin ang="8628016" scaled="0"/>
          </a:gradFill>
          <a:ln>
            <a:noFill/>
          </a:ln>
          <a:effectLst>
            <a:outerShdw blurRad="101600" dist="118426" dir="2118751" rotWithShape="0">
              <a:srgbClr val="000000">
                <a:alpha val="23137"/>
              </a:srgbClr>
            </a:outerShdw>
          </a:effectLst>
        </p:spPr>
        <p:txBody>
          <a:bodyPr spcFirstLastPara="1" wrap="square" lIns="45700" tIns="45700" rIns="45700" bIns="45700" anchor="ctr" anchorCtr="0">
            <a:noAutofit/>
          </a:bodyPr>
          <a:lstStyle/>
          <a:p>
            <a:pPr lvl="1"/>
            <a:r>
              <a:rPr lang="ms-MY" sz="2800" b="1" dirty="0">
                <a:latin typeface="Tahoma" panose="020B0604030504040204" pitchFamily="34" charset="0"/>
                <a:ea typeface="Tahoma" panose="020B0604030504040204" pitchFamily="34" charset="0"/>
                <a:cs typeface="Tahoma" panose="020B0604030504040204" pitchFamily="34" charset="0"/>
              </a:rPr>
              <a:t>Pegawai dan kakitangan yang dibenarkan akses. </a:t>
            </a:r>
            <a:endParaRPr lang="en-MY" sz="2800" b="1" dirty="0">
              <a:latin typeface="Tahoma" panose="020B0604030504040204" pitchFamily="34" charset="0"/>
              <a:ea typeface="Tahoma" panose="020B0604030504040204" pitchFamily="34" charset="0"/>
              <a:cs typeface="Tahoma" panose="020B0604030504040204" pitchFamily="34" charset="0"/>
            </a:endParaRPr>
          </a:p>
        </p:txBody>
      </p:sp>
      <p:sp>
        <p:nvSpPr>
          <p:cNvPr id="22" name="Google Shape;22;p3"/>
          <p:cNvSpPr txBox="1"/>
          <p:nvPr/>
        </p:nvSpPr>
        <p:spPr>
          <a:xfrm>
            <a:off x="3152453" y="4915897"/>
            <a:ext cx="854892" cy="739141"/>
          </a:xfrm>
          <a:prstGeom prst="rect">
            <a:avLst/>
          </a:prstGeom>
          <a:noFill/>
          <a:ln>
            <a:noFill/>
          </a:ln>
        </p:spPr>
        <p:txBody>
          <a:bodyPr spcFirstLastPara="1" wrap="square" lIns="45700" tIns="45700" rIns="45700" bIns="45700" anchor="t" anchorCtr="0">
            <a:noAutofit/>
          </a:bodyPr>
          <a:lstStyle/>
          <a:p>
            <a:pPr marL="0" marR="0" lvl="0" indent="0" algn="ctr" rtl="0">
              <a:lnSpc>
                <a:spcPct val="100000"/>
              </a:lnSpc>
              <a:spcBef>
                <a:spcPts val="0"/>
              </a:spcBef>
              <a:spcAft>
                <a:spcPts val="0"/>
              </a:spcAft>
              <a:buClr>
                <a:srgbClr val="FFFFFF"/>
              </a:buClr>
              <a:buSzPts val="5000"/>
              <a:buFont typeface="Arial"/>
              <a:buNone/>
            </a:pPr>
            <a:r>
              <a:rPr lang="en-US" sz="5000" b="0" i="0" u="none" strike="noStrike" cap="none" dirty="0">
                <a:solidFill>
                  <a:srgbClr val="FFFFFF"/>
                </a:solidFill>
                <a:latin typeface="Arial"/>
                <a:ea typeface="Arial"/>
                <a:cs typeface="Arial"/>
                <a:sym typeface="Arial"/>
              </a:rPr>
              <a:t>04</a:t>
            </a:r>
            <a:endParaRPr dirty="0"/>
          </a:p>
        </p:txBody>
      </p:sp>
      <p:pic>
        <p:nvPicPr>
          <p:cNvPr id="27" name="Google Shape;27;p3" descr="Picture1.png"/>
          <p:cNvPicPr preferRelativeResize="0"/>
          <p:nvPr/>
        </p:nvPicPr>
        <p:blipFill rotWithShape="1">
          <a:blip r:embed="rId3">
            <a:alphaModFix amt="71516"/>
          </a:blip>
          <a:srcRect/>
          <a:stretch/>
        </p:blipFill>
        <p:spPr>
          <a:xfrm flipH="1">
            <a:off x="2129553" y="4352006"/>
            <a:ext cx="120233" cy="2107836"/>
          </a:xfrm>
          <a:prstGeom prst="rect">
            <a:avLst/>
          </a:prstGeom>
          <a:noFill/>
          <a:ln>
            <a:noFill/>
          </a:ln>
        </p:spPr>
      </p:pic>
      <p:sp>
        <p:nvSpPr>
          <p:cNvPr id="28" name="Google Shape;28;p3"/>
          <p:cNvSpPr/>
          <p:nvPr/>
        </p:nvSpPr>
        <p:spPr>
          <a:xfrm>
            <a:off x="3248967" y="1774977"/>
            <a:ext cx="874813" cy="984068"/>
          </a:xfrm>
          <a:custGeom>
            <a:avLst/>
            <a:gdLst/>
            <a:ahLst/>
            <a:cxnLst/>
            <a:rect l="l" t="t" r="r" b="b"/>
            <a:pathLst>
              <a:path w="21600" h="21600" extrusionOk="0">
                <a:moveTo>
                  <a:pt x="0" y="2021"/>
                </a:moveTo>
                <a:lnTo>
                  <a:pt x="21600" y="0"/>
                </a:lnTo>
                <a:lnTo>
                  <a:pt x="21576" y="21600"/>
                </a:lnTo>
                <a:lnTo>
                  <a:pt x="0" y="19530"/>
                </a:lnTo>
                <a:lnTo>
                  <a:pt x="0" y="2021"/>
                </a:lnTo>
                <a:close/>
              </a:path>
            </a:pathLst>
          </a:custGeom>
          <a:gradFill>
            <a:gsLst>
              <a:gs pos="0">
                <a:srgbClr val="CDE963"/>
              </a:gs>
              <a:gs pos="2028">
                <a:srgbClr val="CDE963"/>
              </a:gs>
              <a:gs pos="100000">
                <a:srgbClr val="5DBF25"/>
              </a:gs>
            </a:gsLst>
            <a:lin ang="8628016"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9" name="Google Shape;29;p3"/>
          <p:cNvSpPr/>
          <p:nvPr/>
        </p:nvSpPr>
        <p:spPr>
          <a:xfrm>
            <a:off x="4034921" y="1774977"/>
            <a:ext cx="1187017" cy="966270"/>
          </a:xfrm>
          <a:custGeom>
            <a:avLst/>
            <a:gdLst/>
            <a:ahLst/>
            <a:cxnLst/>
            <a:rect l="l" t="t" r="r" b="b"/>
            <a:pathLst>
              <a:path w="21600" h="21600" extrusionOk="0">
                <a:moveTo>
                  <a:pt x="0" y="0"/>
                </a:moveTo>
                <a:lnTo>
                  <a:pt x="21600" y="826"/>
                </a:lnTo>
                <a:lnTo>
                  <a:pt x="21564" y="20683"/>
                </a:lnTo>
                <a:lnTo>
                  <a:pt x="0" y="21600"/>
                </a:lnTo>
                <a:lnTo>
                  <a:pt x="0" y="0"/>
                </a:lnTo>
                <a:close/>
              </a:path>
            </a:pathLst>
          </a:custGeom>
          <a:gradFill>
            <a:gsLst>
              <a:gs pos="0">
                <a:srgbClr val="CDE963"/>
              </a:gs>
              <a:gs pos="2028">
                <a:srgbClr val="CDE963"/>
              </a:gs>
              <a:gs pos="100000">
                <a:srgbClr val="5DBF25"/>
              </a:gs>
            </a:gsLst>
            <a:path path="circle">
              <a:fillToRect l="100000" b="100000"/>
            </a:path>
            <a:tileRect t="-100000" r="-10000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30" name="Google Shape;30;p3"/>
          <p:cNvSpPr/>
          <p:nvPr/>
        </p:nvSpPr>
        <p:spPr>
          <a:xfrm>
            <a:off x="5186825" y="1774976"/>
            <a:ext cx="4159724" cy="962138"/>
          </a:xfrm>
          <a:custGeom>
            <a:avLst/>
            <a:gdLst/>
            <a:ahLst/>
            <a:cxnLst/>
            <a:rect l="l" t="t" r="r" b="b"/>
            <a:pathLst>
              <a:path w="21600" h="21600" extrusionOk="0">
                <a:moveTo>
                  <a:pt x="0" y="715"/>
                </a:moveTo>
                <a:lnTo>
                  <a:pt x="21597" y="0"/>
                </a:lnTo>
                <a:lnTo>
                  <a:pt x="21600" y="21600"/>
                </a:lnTo>
                <a:lnTo>
                  <a:pt x="0" y="20707"/>
                </a:lnTo>
                <a:lnTo>
                  <a:pt x="0" y="715"/>
                </a:lnTo>
                <a:close/>
              </a:path>
            </a:pathLst>
          </a:custGeom>
          <a:gradFill>
            <a:gsLst>
              <a:gs pos="0">
                <a:srgbClr val="CDE963"/>
              </a:gs>
              <a:gs pos="2028">
                <a:srgbClr val="CDE963"/>
              </a:gs>
              <a:gs pos="100000">
                <a:srgbClr val="5DBF25"/>
              </a:gs>
            </a:gsLst>
            <a:lin ang="8628016" scaled="0"/>
          </a:gradFill>
          <a:ln>
            <a:noFill/>
          </a:ln>
          <a:effectLst>
            <a:outerShdw blurRad="101600" dist="118426" dir="2118751" rotWithShape="0">
              <a:srgbClr val="000000">
                <a:alpha val="23137"/>
              </a:srgbClr>
            </a:outerShdw>
          </a:effectLst>
        </p:spPr>
        <p:txBody>
          <a:bodyPr spcFirstLastPara="1" wrap="square" lIns="45700" tIns="45700" rIns="45700" bIns="45700" anchor="ctr" anchorCtr="0">
            <a:noAutofit/>
          </a:bodyPr>
          <a:lstStyle/>
          <a:p>
            <a:pPr lvl="1"/>
            <a:r>
              <a:rPr lang="ms-MY" sz="2800" b="1" dirty="0">
                <a:latin typeface="Tahoma" panose="020B0604030504040204" pitchFamily="34" charset="0"/>
                <a:ea typeface="Tahoma" panose="020B0604030504040204" pitchFamily="34" charset="0"/>
                <a:cs typeface="Tahoma" panose="020B0604030504040204" pitchFamily="34" charset="0"/>
              </a:rPr>
              <a:t>Rahsia rasmi yang diuruskan;</a:t>
            </a:r>
          </a:p>
        </p:txBody>
      </p:sp>
      <p:sp>
        <p:nvSpPr>
          <p:cNvPr id="33" name="Google Shape;33;p3"/>
          <p:cNvSpPr txBox="1"/>
          <p:nvPr/>
        </p:nvSpPr>
        <p:spPr>
          <a:xfrm>
            <a:off x="4310907" y="1819365"/>
            <a:ext cx="854891" cy="739141"/>
          </a:xfrm>
          <a:prstGeom prst="rect">
            <a:avLst/>
          </a:prstGeom>
          <a:noFill/>
          <a:ln>
            <a:noFill/>
          </a:ln>
        </p:spPr>
        <p:txBody>
          <a:bodyPr spcFirstLastPara="1" wrap="square" lIns="45700" tIns="45700" rIns="45700" bIns="45700" anchor="t" anchorCtr="0">
            <a:noAutofit/>
          </a:bodyPr>
          <a:lstStyle/>
          <a:p>
            <a:pPr marL="0" marR="0" lvl="0" indent="0" algn="ctr" rtl="0">
              <a:lnSpc>
                <a:spcPct val="100000"/>
              </a:lnSpc>
              <a:spcBef>
                <a:spcPts val="0"/>
              </a:spcBef>
              <a:spcAft>
                <a:spcPts val="0"/>
              </a:spcAft>
              <a:buClr>
                <a:srgbClr val="FFFFFF"/>
              </a:buClr>
              <a:buSzPts val="5000"/>
              <a:buFont typeface="Arial"/>
              <a:buNone/>
            </a:pPr>
            <a:r>
              <a:rPr lang="en-US" sz="5000" b="0" i="0" u="none" strike="noStrike" cap="none" dirty="0">
                <a:solidFill>
                  <a:srgbClr val="FFFFFF"/>
                </a:solidFill>
                <a:latin typeface="Arial"/>
                <a:ea typeface="Arial"/>
                <a:cs typeface="Arial"/>
                <a:sym typeface="Arial"/>
              </a:rPr>
              <a:t>01</a:t>
            </a:r>
            <a:endParaRPr dirty="0"/>
          </a:p>
        </p:txBody>
      </p:sp>
      <p:sp>
        <p:nvSpPr>
          <p:cNvPr id="34" name="Google Shape;34;p3"/>
          <p:cNvSpPr txBox="1"/>
          <p:nvPr/>
        </p:nvSpPr>
        <p:spPr>
          <a:xfrm>
            <a:off x="5769537" y="1435647"/>
            <a:ext cx="713467" cy="370841"/>
          </a:xfrm>
          <a:prstGeom prst="rect">
            <a:avLst/>
          </a:prstGeom>
          <a:noFill/>
          <a:ln>
            <a:noFill/>
          </a:ln>
        </p:spPr>
        <p:txBody>
          <a:bodyPr spcFirstLastPara="1" wrap="square" lIns="45700" tIns="45700" rIns="45700" bIns="45700" anchor="t" anchorCtr="0">
            <a:noAutofit/>
          </a:bodyPr>
          <a:lstStyle/>
          <a:p>
            <a:pPr marL="0" marR="0" lvl="0" indent="0" algn="ctr" rtl="0">
              <a:lnSpc>
                <a:spcPct val="100000"/>
              </a:lnSpc>
              <a:spcBef>
                <a:spcPts val="0"/>
              </a:spcBef>
              <a:spcAft>
                <a:spcPts val="0"/>
              </a:spcAft>
              <a:buClr>
                <a:srgbClr val="FFFFFF"/>
              </a:buClr>
              <a:buSzPts val="1600"/>
              <a:buFont typeface="Avenir"/>
              <a:buNone/>
            </a:pPr>
            <a:endParaRPr dirty="0"/>
          </a:p>
        </p:txBody>
      </p:sp>
      <p:pic>
        <p:nvPicPr>
          <p:cNvPr id="36" name="Google Shape;36;p3" descr="icon-pngs-9.jpg.png"/>
          <p:cNvPicPr preferRelativeResize="0"/>
          <p:nvPr/>
        </p:nvPicPr>
        <p:blipFill rotWithShape="1">
          <a:blip r:embed="rId4">
            <a:alphaModFix/>
          </a:blip>
          <a:srcRect l="3311" r="3310"/>
          <a:stretch/>
        </p:blipFill>
        <p:spPr>
          <a:xfrm>
            <a:off x="3997666" y="1597177"/>
            <a:ext cx="254742" cy="254741"/>
          </a:xfrm>
          <a:prstGeom prst="rect">
            <a:avLst/>
          </a:prstGeom>
          <a:noFill/>
          <a:ln>
            <a:noFill/>
          </a:ln>
        </p:spPr>
      </p:pic>
      <p:sp>
        <p:nvSpPr>
          <p:cNvPr id="37" name="Google Shape;37;p3"/>
          <p:cNvSpPr txBox="1"/>
          <p:nvPr/>
        </p:nvSpPr>
        <p:spPr>
          <a:xfrm>
            <a:off x="3647626" y="2005333"/>
            <a:ext cx="933029" cy="281941"/>
          </a:xfrm>
          <a:prstGeom prst="rect">
            <a:avLst/>
          </a:prstGeom>
          <a:noFill/>
          <a:ln>
            <a:noFill/>
          </a:ln>
        </p:spPr>
        <p:txBody>
          <a:bodyPr spcFirstLastPara="1" wrap="square" lIns="45700" tIns="45700" rIns="45700" bIns="45700" anchor="t" anchorCtr="0">
            <a:noAutofit/>
          </a:bodyPr>
          <a:lstStyle/>
          <a:p>
            <a:pPr marL="0" marR="0" lvl="0" indent="0" algn="ctr" rtl="0">
              <a:lnSpc>
                <a:spcPct val="100000"/>
              </a:lnSpc>
              <a:spcBef>
                <a:spcPts val="0"/>
              </a:spcBef>
              <a:spcAft>
                <a:spcPts val="0"/>
              </a:spcAft>
              <a:buClr>
                <a:srgbClr val="85C34C"/>
              </a:buClr>
              <a:buSzPts val="1100"/>
              <a:buFont typeface="Avenir"/>
              <a:buNone/>
            </a:pPr>
            <a:r>
              <a:rPr lang="en-US" sz="1100" b="1" i="0" u="none" strike="noStrike" cap="none" dirty="0">
                <a:solidFill>
                  <a:srgbClr val="85C34C"/>
                </a:solidFill>
                <a:latin typeface="Avenir"/>
                <a:ea typeface="Avenir"/>
                <a:cs typeface="Avenir"/>
                <a:sym typeface="Avenir"/>
              </a:rPr>
              <a:t> </a:t>
            </a:r>
            <a:endParaRPr dirty="0"/>
          </a:p>
        </p:txBody>
      </p:sp>
      <p:pic>
        <p:nvPicPr>
          <p:cNvPr id="38" name="Google Shape;38;p3" descr="Picture1.png"/>
          <p:cNvPicPr preferRelativeResize="0"/>
          <p:nvPr/>
        </p:nvPicPr>
        <p:blipFill rotWithShape="1">
          <a:blip r:embed="rId3">
            <a:alphaModFix amt="71516"/>
          </a:blip>
          <a:srcRect/>
          <a:stretch/>
        </p:blipFill>
        <p:spPr>
          <a:xfrm flipH="1">
            <a:off x="3203204" y="1122598"/>
            <a:ext cx="120233" cy="2107837"/>
          </a:xfrm>
          <a:prstGeom prst="rect">
            <a:avLst/>
          </a:prstGeom>
          <a:noFill/>
          <a:ln>
            <a:noFill/>
          </a:ln>
        </p:spPr>
      </p:pic>
      <p:sp>
        <p:nvSpPr>
          <p:cNvPr id="39" name="Google Shape;39;p3"/>
          <p:cNvSpPr/>
          <p:nvPr/>
        </p:nvSpPr>
        <p:spPr>
          <a:xfrm>
            <a:off x="2707744" y="2598532"/>
            <a:ext cx="874813" cy="1098375"/>
          </a:xfrm>
          <a:custGeom>
            <a:avLst/>
            <a:gdLst/>
            <a:ahLst/>
            <a:cxnLst/>
            <a:rect l="l" t="t" r="r" b="b"/>
            <a:pathLst>
              <a:path w="21600" h="21600" extrusionOk="0">
                <a:moveTo>
                  <a:pt x="0" y="2021"/>
                </a:moveTo>
                <a:lnTo>
                  <a:pt x="21600" y="0"/>
                </a:lnTo>
                <a:lnTo>
                  <a:pt x="21576" y="21600"/>
                </a:lnTo>
                <a:lnTo>
                  <a:pt x="0" y="19530"/>
                </a:lnTo>
                <a:lnTo>
                  <a:pt x="0" y="2021"/>
                </a:lnTo>
                <a:close/>
              </a:path>
            </a:pathLst>
          </a:custGeom>
          <a:gradFill>
            <a:gsLst>
              <a:gs pos="0">
                <a:srgbClr val="FED300"/>
              </a:gs>
              <a:gs pos="2028">
                <a:srgbClr val="FED300"/>
              </a:gs>
              <a:gs pos="100000">
                <a:srgbClr val="FF9D2D"/>
              </a:gs>
            </a:gsLst>
            <a:lin ang="8628016"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40" name="Google Shape;40;p3"/>
          <p:cNvSpPr/>
          <p:nvPr/>
        </p:nvSpPr>
        <p:spPr>
          <a:xfrm>
            <a:off x="3567097" y="2603628"/>
            <a:ext cx="1187017" cy="1055225"/>
          </a:xfrm>
          <a:custGeom>
            <a:avLst/>
            <a:gdLst/>
            <a:ahLst/>
            <a:cxnLst/>
            <a:rect l="l" t="t" r="r" b="b"/>
            <a:pathLst>
              <a:path w="21600" h="21600" extrusionOk="0">
                <a:moveTo>
                  <a:pt x="0" y="0"/>
                </a:moveTo>
                <a:lnTo>
                  <a:pt x="21600" y="826"/>
                </a:lnTo>
                <a:lnTo>
                  <a:pt x="21564" y="20683"/>
                </a:lnTo>
                <a:lnTo>
                  <a:pt x="0" y="21600"/>
                </a:lnTo>
                <a:lnTo>
                  <a:pt x="0" y="0"/>
                </a:lnTo>
                <a:close/>
              </a:path>
            </a:pathLst>
          </a:custGeom>
          <a:gradFill>
            <a:gsLst>
              <a:gs pos="0">
                <a:srgbClr val="FED300"/>
              </a:gs>
              <a:gs pos="2028">
                <a:srgbClr val="FED300"/>
              </a:gs>
              <a:gs pos="100000">
                <a:srgbClr val="FF9D2D"/>
              </a:gs>
            </a:gsLst>
            <a:lin ang="8628016"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dirty="0">
              <a:solidFill>
                <a:srgbClr val="000000"/>
              </a:solidFill>
              <a:latin typeface="Calibri"/>
              <a:ea typeface="Calibri"/>
              <a:cs typeface="Calibri"/>
              <a:sym typeface="Calibri"/>
            </a:endParaRPr>
          </a:p>
        </p:txBody>
      </p:sp>
      <p:sp>
        <p:nvSpPr>
          <p:cNvPr id="41" name="Google Shape;41;p3"/>
          <p:cNvSpPr/>
          <p:nvPr/>
        </p:nvSpPr>
        <p:spPr>
          <a:xfrm>
            <a:off x="4754114" y="2610385"/>
            <a:ext cx="4277733" cy="1014307"/>
          </a:xfrm>
          <a:custGeom>
            <a:avLst/>
            <a:gdLst/>
            <a:ahLst/>
            <a:cxnLst/>
            <a:rect l="l" t="t" r="r" b="b"/>
            <a:pathLst>
              <a:path w="21600" h="21600" extrusionOk="0">
                <a:moveTo>
                  <a:pt x="0" y="715"/>
                </a:moveTo>
                <a:lnTo>
                  <a:pt x="21597" y="0"/>
                </a:lnTo>
                <a:lnTo>
                  <a:pt x="21600" y="21600"/>
                </a:lnTo>
                <a:lnTo>
                  <a:pt x="0" y="20707"/>
                </a:lnTo>
                <a:lnTo>
                  <a:pt x="0" y="715"/>
                </a:lnTo>
                <a:close/>
              </a:path>
            </a:pathLst>
          </a:custGeom>
          <a:gradFill>
            <a:gsLst>
              <a:gs pos="0">
                <a:srgbClr val="FED300"/>
              </a:gs>
              <a:gs pos="2028">
                <a:srgbClr val="FED300"/>
              </a:gs>
              <a:gs pos="100000">
                <a:srgbClr val="FF9D2D"/>
              </a:gs>
            </a:gsLst>
            <a:lin ang="8628016" scaled="0"/>
          </a:gradFill>
          <a:ln>
            <a:noFill/>
          </a:ln>
          <a:effectLst>
            <a:outerShdw blurRad="101600" dist="118426" dir="2118751" rotWithShape="0">
              <a:srgbClr val="000000">
                <a:alpha val="23137"/>
              </a:srgbClr>
            </a:outerShdw>
          </a:effectLst>
        </p:spPr>
        <p:txBody>
          <a:bodyPr spcFirstLastPara="1" wrap="square" lIns="45700" tIns="45700" rIns="45700" bIns="45700" anchor="ctr" anchorCtr="0">
            <a:noAutofit/>
          </a:bodyPr>
          <a:lstStyle/>
          <a:p>
            <a:pPr lvl="1"/>
            <a:r>
              <a:rPr lang="ms-MY" sz="2800" b="1" dirty="0">
                <a:latin typeface="Tahoma" panose="020B0604030504040204" pitchFamily="34" charset="0"/>
                <a:ea typeface="Tahoma" panose="020B0604030504040204" pitchFamily="34" charset="0"/>
                <a:cs typeface="Tahoma" panose="020B0604030504040204" pitchFamily="34" charset="0"/>
              </a:rPr>
              <a:t>Lokasi ia diuruskan;</a:t>
            </a:r>
          </a:p>
        </p:txBody>
      </p:sp>
      <p:sp>
        <p:nvSpPr>
          <p:cNvPr id="44" name="Google Shape;44;p3"/>
          <p:cNvSpPr txBox="1"/>
          <p:nvPr/>
        </p:nvSpPr>
        <p:spPr>
          <a:xfrm>
            <a:off x="3766268" y="2814568"/>
            <a:ext cx="854892" cy="739141"/>
          </a:xfrm>
          <a:prstGeom prst="rect">
            <a:avLst/>
          </a:prstGeom>
          <a:noFill/>
          <a:ln>
            <a:noFill/>
          </a:ln>
        </p:spPr>
        <p:txBody>
          <a:bodyPr spcFirstLastPara="1" wrap="square" lIns="45700" tIns="45700" rIns="45700" bIns="45700" anchor="t" anchorCtr="0">
            <a:noAutofit/>
          </a:bodyPr>
          <a:lstStyle/>
          <a:p>
            <a:pPr marL="0" marR="0" lvl="0" indent="0" algn="ctr" rtl="0">
              <a:lnSpc>
                <a:spcPct val="100000"/>
              </a:lnSpc>
              <a:spcBef>
                <a:spcPts val="0"/>
              </a:spcBef>
              <a:spcAft>
                <a:spcPts val="0"/>
              </a:spcAft>
              <a:buClr>
                <a:srgbClr val="FFFFFF"/>
              </a:buClr>
              <a:buSzPts val="5000"/>
              <a:buFont typeface="Arial"/>
              <a:buNone/>
            </a:pPr>
            <a:r>
              <a:rPr lang="en-US" sz="5000" b="0" i="0" u="none" strike="noStrike" cap="none" dirty="0">
                <a:solidFill>
                  <a:srgbClr val="FFFFFF"/>
                </a:solidFill>
                <a:latin typeface="Arial"/>
                <a:ea typeface="Arial"/>
                <a:cs typeface="Arial"/>
                <a:sym typeface="Arial"/>
              </a:rPr>
              <a:t>02</a:t>
            </a:r>
            <a:endParaRPr dirty="0"/>
          </a:p>
        </p:txBody>
      </p:sp>
      <p:pic>
        <p:nvPicPr>
          <p:cNvPr id="49" name="Google Shape;49;p3" descr="Picture1.png"/>
          <p:cNvPicPr preferRelativeResize="0"/>
          <p:nvPr/>
        </p:nvPicPr>
        <p:blipFill rotWithShape="1">
          <a:blip r:embed="rId3">
            <a:alphaModFix amt="71516"/>
          </a:blip>
          <a:srcRect/>
          <a:stretch/>
        </p:blipFill>
        <p:spPr>
          <a:xfrm flipH="1">
            <a:off x="2670559" y="2188935"/>
            <a:ext cx="120233" cy="2107837"/>
          </a:xfrm>
          <a:prstGeom prst="rect">
            <a:avLst/>
          </a:prstGeom>
          <a:noFill/>
          <a:ln>
            <a:noFill/>
          </a:ln>
        </p:spPr>
      </p:pic>
      <p:sp>
        <p:nvSpPr>
          <p:cNvPr id="50" name="Google Shape;50;p3"/>
          <p:cNvSpPr/>
          <p:nvPr/>
        </p:nvSpPr>
        <p:spPr>
          <a:xfrm>
            <a:off x="2265135" y="3624692"/>
            <a:ext cx="874813" cy="1170889"/>
          </a:xfrm>
          <a:custGeom>
            <a:avLst/>
            <a:gdLst/>
            <a:ahLst/>
            <a:cxnLst/>
            <a:rect l="l" t="t" r="r" b="b"/>
            <a:pathLst>
              <a:path w="21600" h="21600" extrusionOk="0">
                <a:moveTo>
                  <a:pt x="0" y="2021"/>
                </a:moveTo>
                <a:lnTo>
                  <a:pt x="21600" y="0"/>
                </a:lnTo>
                <a:lnTo>
                  <a:pt x="21576" y="21600"/>
                </a:lnTo>
                <a:lnTo>
                  <a:pt x="0" y="19530"/>
                </a:lnTo>
                <a:lnTo>
                  <a:pt x="0" y="2021"/>
                </a:lnTo>
                <a:close/>
              </a:path>
            </a:pathLst>
          </a:custGeom>
          <a:gradFill>
            <a:gsLst>
              <a:gs pos="0">
                <a:srgbClr val="FF8185"/>
              </a:gs>
              <a:gs pos="100000">
                <a:srgbClr val="CF5781"/>
              </a:gs>
            </a:gsLst>
            <a:lin ang="8628016"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1" name="Google Shape;51;p3"/>
          <p:cNvSpPr/>
          <p:nvPr/>
        </p:nvSpPr>
        <p:spPr>
          <a:xfrm>
            <a:off x="3124488" y="3610553"/>
            <a:ext cx="1187017" cy="1185028"/>
          </a:xfrm>
          <a:custGeom>
            <a:avLst/>
            <a:gdLst/>
            <a:ahLst/>
            <a:cxnLst/>
            <a:rect l="l" t="t" r="r" b="b"/>
            <a:pathLst>
              <a:path w="21600" h="21600" extrusionOk="0">
                <a:moveTo>
                  <a:pt x="0" y="0"/>
                </a:moveTo>
                <a:lnTo>
                  <a:pt x="21600" y="826"/>
                </a:lnTo>
                <a:lnTo>
                  <a:pt x="21564" y="20683"/>
                </a:lnTo>
                <a:lnTo>
                  <a:pt x="0" y="21600"/>
                </a:lnTo>
                <a:lnTo>
                  <a:pt x="0" y="0"/>
                </a:lnTo>
                <a:close/>
              </a:path>
            </a:pathLst>
          </a:custGeom>
          <a:gradFill>
            <a:gsLst>
              <a:gs pos="0">
                <a:srgbClr val="FF8185"/>
              </a:gs>
              <a:gs pos="100000">
                <a:srgbClr val="CF5781"/>
              </a:gs>
            </a:gsLst>
            <a:lin ang="8628016"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2" name="Google Shape;52;p3"/>
          <p:cNvSpPr/>
          <p:nvPr/>
        </p:nvSpPr>
        <p:spPr>
          <a:xfrm>
            <a:off x="4310907" y="3603873"/>
            <a:ext cx="6342980" cy="1175593"/>
          </a:xfrm>
          <a:custGeom>
            <a:avLst/>
            <a:gdLst/>
            <a:ahLst/>
            <a:cxnLst/>
            <a:rect l="l" t="t" r="r" b="b"/>
            <a:pathLst>
              <a:path w="21600" h="21600" extrusionOk="0">
                <a:moveTo>
                  <a:pt x="0" y="715"/>
                </a:moveTo>
                <a:lnTo>
                  <a:pt x="21597" y="0"/>
                </a:lnTo>
                <a:lnTo>
                  <a:pt x="21600" y="21600"/>
                </a:lnTo>
                <a:lnTo>
                  <a:pt x="0" y="20707"/>
                </a:lnTo>
                <a:lnTo>
                  <a:pt x="0" y="715"/>
                </a:lnTo>
                <a:close/>
              </a:path>
            </a:pathLst>
          </a:custGeom>
          <a:gradFill>
            <a:gsLst>
              <a:gs pos="0">
                <a:srgbClr val="FF8185"/>
              </a:gs>
              <a:gs pos="100000">
                <a:srgbClr val="CF5781"/>
              </a:gs>
            </a:gsLst>
            <a:lin ang="8628016" scaled="0"/>
          </a:gradFill>
          <a:ln>
            <a:noFill/>
          </a:ln>
          <a:effectLst>
            <a:outerShdw blurRad="101600" dist="118426" dir="2118751" rotWithShape="0">
              <a:srgbClr val="000000">
                <a:alpha val="23137"/>
              </a:srgbClr>
            </a:outerShdw>
          </a:effectLst>
        </p:spPr>
        <p:txBody>
          <a:bodyPr spcFirstLastPara="1" wrap="square" lIns="45700" tIns="45700" rIns="45700" bIns="45700" anchor="ctr" anchorCtr="0">
            <a:noAutofit/>
          </a:bodyPr>
          <a:lstStyle/>
          <a:p>
            <a:pPr lvl="1"/>
            <a:r>
              <a:rPr lang="ms-MY" sz="2800" b="1" dirty="0">
                <a:latin typeface="Tahoma" panose="020B0604030504040204" pitchFamily="34" charset="0"/>
                <a:ea typeface="Tahoma" panose="020B0604030504040204" pitchFamily="34" charset="0"/>
                <a:cs typeface="Tahoma" panose="020B0604030504040204" pitchFamily="34" charset="0"/>
              </a:rPr>
              <a:t>Penyimpanan mengikut peraturan yang ditetapkan; dan</a:t>
            </a:r>
          </a:p>
        </p:txBody>
      </p:sp>
      <p:sp>
        <p:nvSpPr>
          <p:cNvPr id="55" name="Google Shape;55;p3"/>
          <p:cNvSpPr txBox="1"/>
          <p:nvPr/>
        </p:nvSpPr>
        <p:spPr>
          <a:xfrm>
            <a:off x="3234547" y="3732174"/>
            <a:ext cx="854892" cy="739141"/>
          </a:xfrm>
          <a:prstGeom prst="rect">
            <a:avLst/>
          </a:prstGeom>
          <a:noFill/>
          <a:ln>
            <a:noFill/>
          </a:ln>
        </p:spPr>
        <p:txBody>
          <a:bodyPr spcFirstLastPara="1" wrap="square" lIns="45700" tIns="45700" rIns="45700" bIns="45700" anchor="t" anchorCtr="0">
            <a:noAutofit/>
          </a:bodyPr>
          <a:lstStyle/>
          <a:p>
            <a:pPr marL="0" marR="0" lvl="0" indent="0" algn="ctr" rtl="0">
              <a:lnSpc>
                <a:spcPct val="100000"/>
              </a:lnSpc>
              <a:spcBef>
                <a:spcPts val="0"/>
              </a:spcBef>
              <a:spcAft>
                <a:spcPts val="0"/>
              </a:spcAft>
              <a:buClr>
                <a:srgbClr val="FFFFFF"/>
              </a:buClr>
              <a:buSzPts val="5000"/>
              <a:buFont typeface="Arial"/>
              <a:buNone/>
            </a:pPr>
            <a:r>
              <a:rPr lang="en-US" sz="5000" b="0" i="0" u="none" strike="noStrike" cap="none" dirty="0">
                <a:solidFill>
                  <a:srgbClr val="FFFFFF"/>
                </a:solidFill>
                <a:latin typeface="Arial"/>
                <a:ea typeface="Arial"/>
                <a:cs typeface="Arial"/>
                <a:sym typeface="Arial"/>
              </a:rPr>
              <a:t>03</a:t>
            </a:r>
            <a:endParaRPr dirty="0"/>
          </a:p>
        </p:txBody>
      </p:sp>
      <p:sp>
        <p:nvSpPr>
          <p:cNvPr id="61" name="Google Shape;61;p3"/>
          <p:cNvSpPr txBox="1"/>
          <p:nvPr/>
        </p:nvSpPr>
        <p:spPr>
          <a:xfrm>
            <a:off x="255557" y="556630"/>
            <a:ext cx="11741426" cy="548171"/>
          </a:xfrm>
          <a:prstGeom prst="rect">
            <a:avLst/>
          </a:prstGeom>
          <a:noFill/>
          <a:ln>
            <a:noFill/>
          </a:ln>
        </p:spPr>
        <p:txBody>
          <a:bodyPr spcFirstLastPara="1" wrap="square" lIns="45700" tIns="45700" rIns="45700" bIns="45700" anchor="t" anchorCtr="0">
            <a:noAutofit/>
          </a:bodyPr>
          <a:lstStyle/>
          <a:p>
            <a:pPr algn="ctr">
              <a:buClr>
                <a:srgbClr val="FF8029"/>
              </a:buClr>
              <a:buSzPts val="2000"/>
            </a:pPr>
            <a:r>
              <a:rPr lang="ms-MY" sz="2600" b="1" dirty="0">
                <a:latin typeface="Tahoma" panose="020B0604030504040204" pitchFamily="34" charset="0"/>
                <a:ea typeface="Tahoma" panose="020B0604030504040204" pitchFamily="34" charset="0"/>
                <a:cs typeface="Tahoma" panose="020B0604030504040204" pitchFamily="34" charset="0"/>
              </a:rPr>
              <a:t>Kawalan terhadap rahsia rasmi dilaksanakan melalui sistem pengurusan rahsia rasmi yang teratur. Tindakan ini membolehkan sesebuah Jabatan mengetahui perkara-perkara yang berikut: </a:t>
            </a:r>
          </a:p>
          <a:p>
            <a:pPr marL="0" marR="0" lvl="0" indent="0" algn="ctr" rtl="0">
              <a:lnSpc>
                <a:spcPct val="100000"/>
              </a:lnSpc>
              <a:spcBef>
                <a:spcPts val="0"/>
              </a:spcBef>
              <a:spcAft>
                <a:spcPts val="0"/>
              </a:spcAft>
              <a:buClr>
                <a:srgbClr val="FF8029"/>
              </a:buClr>
              <a:buSzPts val="2000"/>
              <a:buFont typeface="Avenir"/>
              <a:buNone/>
            </a:pPr>
            <a:endParaRPr dirty="0"/>
          </a:p>
        </p:txBody>
      </p:sp>
      <p:sp>
        <p:nvSpPr>
          <p:cNvPr id="62" name="Google Shape;62;p3"/>
          <p:cNvSpPr txBox="1"/>
          <p:nvPr/>
        </p:nvSpPr>
        <p:spPr>
          <a:xfrm>
            <a:off x="1978351" y="70379"/>
            <a:ext cx="7097924" cy="714170"/>
          </a:xfrm>
          <a:prstGeom prst="rect">
            <a:avLst/>
          </a:prstGeom>
          <a:noFill/>
          <a:ln>
            <a:noFill/>
          </a:ln>
        </p:spPr>
        <p:txBody>
          <a:bodyPr spcFirstLastPara="1" wrap="square" lIns="45700" tIns="45700" rIns="45700" bIns="45700" anchor="t" anchorCtr="0">
            <a:noAutofit/>
          </a:bodyPr>
          <a:lstStyle/>
          <a:p>
            <a:pPr lvl="0" algn="ctr">
              <a:buClr>
                <a:srgbClr val="535353"/>
              </a:buClr>
              <a:buSzPts val="2600"/>
            </a:pPr>
            <a:r>
              <a:rPr lang="ms-MY" sz="2400" b="1" dirty="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KAWALAN RAHSIA RASMI</a:t>
            </a:r>
            <a:endParaRPr sz="2400" dirty="0"/>
          </a:p>
        </p:txBody>
      </p:sp>
      <p:sp>
        <p:nvSpPr>
          <p:cNvPr id="63" name="Google Shape;63;p3"/>
          <p:cNvSpPr/>
          <p:nvPr/>
        </p:nvSpPr>
        <p:spPr>
          <a:xfrm flipH="1">
            <a:off x="7739268" y="66005"/>
            <a:ext cx="675861" cy="421641"/>
          </a:xfrm>
          <a:custGeom>
            <a:avLst/>
            <a:gdLst/>
            <a:ahLst/>
            <a:cxnLst/>
            <a:rect l="l" t="t" r="r" b="b"/>
            <a:pathLst>
              <a:path w="21600" h="21600" extrusionOk="0">
                <a:moveTo>
                  <a:pt x="8684" y="0"/>
                </a:moveTo>
                <a:cubicBezTo>
                  <a:pt x="7960" y="0"/>
                  <a:pt x="7371" y="745"/>
                  <a:pt x="7371" y="1659"/>
                </a:cubicBezTo>
                <a:lnTo>
                  <a:pt x="7371" y="3364"/>
                </a:lnTo>
                <a:lnTo>
                  <a:pt x="5464" y="3364"/>
                </a:lnTo>
                <a:lnTo>
                  <a:pt x="5471" y="21600"/>
                </a:lnTo>
                <a:lnTo>
                  <a:pt x="16129" y="21600"/>
                </a:lnTo>
                <a:lnTo>
                  <a:pt x="16129" y="3364"/>
                </a:lnTo>
                <a:lnTo>
                  <a:pt x="14224" y="3364"/>
                </a:lnTo>
                <a:lnTo>
                  <a:pt x="14224" y="1659"/>
                </a:lnTo>
                <a:cubicBezTo>
                  <a:pt x="14224" y="745"/>
                  <a:pt x="13635" y="0"/>
                  <a:pt x="12911" y="0"/>
                </a:cubicBezTo>
                <a:lnTo>
                  <a:pt x="8684" y="0"/>
                </a:lnTo>
                <a:close/>
                <a:moveTo>
                  <a:pt x="8689" y="1618"/>
                </a:moveTo>
                <a:lnTo>
                  <a:pt x="12916" y="1618"/>
                </a:lnTo>
                <a:cubicBezTo>
                  <a:pt x="12932" y="1618"/>
                  <a:pt x="12943" y="1632"/>
                  <a:pt x="12943" y="1652"/>
                </a:cubicBezTo>
                <a:lnTo>
                  <a:pt x="12943" y="3358"/>
                </a:lnTo>
                <a:lnTo>
                  <a:pt x="8667" y="3358"/>
                </a:lnTo>
                <a:lnTo>
                  <a:pt x="8667" y="1652"/>
                </a:lnTo>
                <a:lnTo>
                  <a:pt x="8662" y="1652"/>
                </a:lnTo>
                <a:cubicBezTo>
                  <a:pt x="8662" y="1632"/>
                  <a:pt x="8673" y="1618"/>
                  <a:pt x="8689" y="1618"/>
                </a:cubicBezTo>
                <a:close/>
                <a:moveTo>
                  <a:pt x="918" y="3364"/>
                </a:moveTo>
                <a:cubicBezTo>
                  <a:pt x="410" y="3364"/>
                  <a:pt x="0" y="3883"/>
                  <a:pt x="0" y="4524"/>
                </a:cubicBezTo>
                <a:lnTo>
                  <a:pt x="0" y="20440"/>
                </a:lnTo>
                <a:cubicBezTo>
                  <a:pt x="0" y="21081"/>
                  <a:pt x="410" y="21600"/>
                  <a:pt x="918" y="21600"/>
                </a:cubicBezTo>
                <a:lnTo>
                  <a:pt x="4045" y="21600"/>
                </a:lnTo>
                <a:lnTo>
                  <a:pt x="4045" y="3364"/>
                </a:lnTo>
                <a:lnTo>
                  <a:pt x="918" y="3364"/>
                </a:lnTo>
                <a:close/>
                <a:moveTo>
                  <a:pt x="17555" y="3364"/>
                </a:moveTo>
                <a:lnTo>
                  <a:pt x="17555" y="21600"/>
                </a:lnTo>
                <a:lnTo>
                  <a:pt x="20682" y="21600"/>
                </a:lnTo>
                <a:cubicBezTo>
                  <a:pt x="21190" y="21600"/>
                  <a:pt x="21600" y="21081"/>
                  <a:pt x="21600" y="20440"/>
                </a:cubicBezTo>
                <a:lnTo>
                  <a:pt x="21600" y="4524"/>
                </a:lnTo>
                <a:cubicBezTo>
                  <a:pt x="21600" y="3883"/>
                  <a:pt x="21190" y="3364"/>
                  <a:pt x="20682" y="3364"/>
                </a:cubicBezTo>
                <a:lnTo>
                  <a:pt x="17555" y="3364"/>
                </a:lnTo>
                <a:close/>
              </a:path>
            </a:pathLst>
          </a:custGeom>
          <a:solidFill>
            <a:srgbClr val="B84870"/>
          </a:solidFill>
          <a:ln>
            <a:noFill/>
          </a:ln>
          <a:effectLst>
            <a:outerShdw blurRad="63500" dist="65501" dir="8890792" rotWithShape="0">
              <a:srgbClr val="000000">
                <a:alpha val="26274"/>
              </a:srgbClr>
            </a:outerShdw>
          </a:effectLst>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pic>
        <p:nvPicPr>
          <p:cNvPr id="64" name="Google Shape;49;p3" descr="Picture1.png">
            <a:extLst>
              <a:ext uri="{FF2B5EF4-FFF2-40B4-BE49-F238E27FC236}">
                <a16:creationId xmlns="" xmlns:a16="http://schemas.microsoft.com/office/drawing/2014/main" id="{11642C0E-805D-4417-9B3E-43B035D688E5}"/>
              </a:ext>
            </a:extLst>
          </p:cNvPr>
          <p:cNvPicPr preferRelativeResize="0"/>
          <p:nvPr/>
        </p:nvPicPr>
        <p:blipFill rotWithShape="1">
          <a:blip r:embed="rId3">
            <a:alphaModFix amt="71516"/>
          </a:blip>
          <a:srcRect/>
          <a:stretch/>
        </p:blipFill>
        <p:spPr>
          <a:xfrm flipH="1">
            <a:off x="2224124" y="3230435"/>
            <a:ext cx="120233" cy="2107837"/>
          </a:xfrm>
          <a:prstGeom prst="rect">
            <a:avLst/>
          </a:prstGeom>
          <a:noFill/>
          <a:ln>
            <a:noFill/>
          </a:ln>
        </p:spPr>
      </p:pic>
      <p:sp>
        <p:nvSpPr>
          <p:cNvPr id="65" name="TextBox 64">
            <a:extLst>
              <a:ext uri="{FF2B5EF4-FFF2-40B4-BE49-F238E27FC236}">
                <a16:creationId xmlns="" xmlns:a16="http://schemas.microsoft.com/office/drawing/2014/main" id="{6F218D90-D97F-46D5-8FA0-00EAAED39103}"/>
              </a:ext>
            </a:extLst>
          </p:cNvPr>
          <p:cNvSpPr txBox="1"/>
          <p:nvPr/>
        </p:nvSpPr>
        <p:spPr>
          <a:xfrm>
            <a:off x="1978351" y="6183087"/>
            <a:ext cx="6954415" cy="430887"/>
          </a:xfrm>
          <a:prstGeom prst="rect">
            <a:avLst/>
          </a:prstGeom>
          <a:noFill/>
        </p:spPr>
        <p:txBody>
          <a:bodyPr wrap="square">
            <a:spAutoFit/>
          </a:bodyPr>
          <a:lstStyle/>
          <a:p>
            <a:pPr>
              <a:defRPr/>
            </a:pPr>
            <a:r>
              <a:rPr lang="en-US" sz="1100" spc="280" dirty="0"/>
              <a:t>PEJABAT KETUA PEGAWAI KESELAMATAN KERAJAAN MALAYSIA</a:t>
            </a:r>
          </a:p>
          <a:p>
            <a:pPr>
              <a:defRPr/>
            </a:pPr>
            <a:r>
              <a:rPr lang="en-US" sz="1100" spc="280" dirty="0"/>
              <a:t>JABATAN PERDANA MENTERI</a:t>
            </a:r>
          </a:p>
        </p:txBody>
      </p:sp>
      <p:pic>
        <p:nvPicPr>
          <p:cNvPr id="66" name="Picture 65">
            <a:extLst>
              <a:ext uri="{FF2B5EF4-FFF2-40B4-BE49-F238E27FC236}">
                <a16:creationId xmlns="" xmlns:a16="http://schemas.microsoft.com/office/drawing/2014/main" id="{8B9551F3-F6EF-45C0-92C1-168A2A7D593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39228" y="5748203"/>
            <a:ext cx="1300637" cy="104216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2"/>
                                        </p:tgtEl>
                                        <p:attrNameLst>
                                          <p:attrName>style.visibility</p:attrName>
                                        </p:attrNameLst>
                                      </p:cBhvr>
                                      <p:to>
                                        <p:strVal val="visible"/>
                                      </p:to>
                                    </p:set>
                                    <p:animEffect transition="in" filter="fade">
                                      <p:cBhvr>
                                        <p:cTn id="7" dur="500"/>
                                        <p:tgtEl>
                                          <p:spTgt spid="62"/>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61"/>
                                        </p:tgtEl>
                                        <p:attrNameLst>
                                          <p:attrName>style.visibility</p:attrName>
                                        </p:attrNameLst>
                                      </p:cBhvr>
                                      <p:to>
                                        <p:strVal val="visible"/>
                                      </p:to>
                                    </p:set>
                                    <p:animEffect transition="in" filter="fade">
                                      <p:cBhvr>
                                        <p:cTn id="11" dur="500"/>
                                        <p:tgtEl>
                                          <p:spTgt spid="61"/>
                                        </p:tgtEl>
                                      </p:cBhvr>
                                    </p:animEffect>
                                  </p:childTnLst>
                                </p:cTn>
                              </p:par>
                            </p:childTnLst>
                          </p:cTn>
                        </p:par>
                        <p:par>
                          <p:cTn id="12" fill="hold">
                            <p:stCondLst>
                              <p:cond delay="1000"/>
                            </p:stCondLst>
                            <p:childTnLst>
                              <p:par>
                                <p:cTn id="13" presetID="23" presetClass="entr" presetSubtype="16" fill="hold" nodeType="afterEffect">
                                  <p:stCondLst>
                                    <p:cond delay="0"/>
                                  </p:stCondLst>
                                  <p:childTnLst>
                                    <p:set>
                                      <p:cBhvr>
                                        <p:cTn id="14" dur="1" fill="hold">
                                          <p:stCondLst>
                                            <p:cond delay="0"/>
                                          </p:stCondLst>
                                        </p:cTn>
                                        <p:tgtEl>
                                          <p:spTgt spid="63"/>
                                        </p:tgtEl>
                                        <p:attrNameLst>
                                          <p:attrName>style.visibility</p:attrName>
                                        </p:attrNameLst>
                                      </p:cBhvr>
                                      <p:to>
                                        <p:strVal val="visible"/>
                                      </p:to>
                                    </p:set>
                                    <p:anim calcmode="lin" valueType="num">
                                      <p:cBhvr additive="base">
                                        <p:cTn id="15" dur="500"/>
                                        <p:tgtEl>
                                          <p:spTgt spid="63"/>
                                        </p:tgtEl>
                                        <p:attrNameLst>
                                          <p:attrName>ppt_w</p:attrName>
                                        </p:attrNameLst>
                                      </p:cBhvr>
                                      <p:tavLst>
                                        <p:tav tm="0">
                                          <p:val>
                                            <p:strVal val="0"/>
                                          </p:val>
                                        </p:tav>
                                        <p:tav tm="100000">
                                          <p:val>
                                            <p:strVal val="#ppt_w"/>
                                          </p:val>
                                        </p:tav>
                                      </p:tavLst>
                                    </p:anim>
                                    <p:anim calcmode="lin" valueType="num">
                                      <p:cBhvr additive="base">
                                        <p:cTn id="16" dur="500"/>
                                        <p:tgtEl>
                                          <p:spTgt spid="63"/>
                                        </p:tgtEl>
                                        <p:attrNameLst>
                                          <p:attrName>ppt_h</p:attrName>
                                        </p:attrNameLst>
                                      </p:cBhvr>
                                      <p:tavLst>
                                        <p:tav tm="0">
                                          <p:val>
                                            <p:strVal val="0"/>
                                          </p:val>
                                        </p:tav>
                                        <p:tav tm="100000">
                                          <p:val>
                                            <p:strVal val="#ppt_h"/>
                                          </p:val>
                                        </p:tav>
                                      </p:tavLst>
                                    </p:anim>
                                  </p:childTnLst>
                                </p:cTn>
                              </p:par>
                            </p:childTnLst>
                          </p:cTn>
                        </p:par>
                        <p:par>
                          <p:cTn id="17" fill="hold">
                            <p:stCondLst>
                              <p:cond delay="1500"/>
                            </p:stCondLst>
                            <p:childTnLst>
                              <p:par>
                                <p:cTn id="18" presetID="23" presetClass="entr" presetSubtype="16" fill="hold" nodeType="afterEffect">
                                  <p:stCondLst>
                                    <p:cond delay="0"/>
                                  </p:stCondLst>
                                  <p:childTnLst>
                                    <p:set>
                                      <p:cBhvr>
                                        <p:cTn id="19" dur="1" fill="hold">
                                          <p:stCondLst>
                                            <p:cond delay="0"/>
                                          </p:stCondLst>
                                        </p:cTn>
                                        <p:tgtEl>
                                          <p:spTgt spid="36"/>
                                        </p:tgtEl>
                                        <p:attrNameLst>
                                          <p:attrName>style.visibility</p:attrName>
                                        </p:attrNameLst>
                                      </p:cBhvr>
                                      <p:to>
                                        <p:strVal val="visible"/>
                                      </p:to>
                                    </p:set>
                                    <p:anim calcmode="lin" valueType="num">
                                      <p:cBhvr additive="base">
                                        <p:cTn id="20" dur="500"/>
                                        <p:tgtEl>
                                          <p:spTgt spid="36"/>
                                        </p:tgtEl>
                                        <p:attrNameLst>
                                          <p:attrName>ppt_w</p:attrName>
                                        </p:attrNameLst>
                                      </p:cBhvr>
                                      <p:tavLst>
                                        <p:tav tm="0">
                                          <p:val>
                                            <p:strVal val="0"/>
                                          </p:val>
                                        </p:tav>
                                        <p:tav tm="100000">
                                          <p:val>
                                            <p:strVal val="#ppt_w"/>
                                          </p:val>
                                        </p:tav>
                                      </p:tavLst>
                                    </p:anim>
                                    <p:anim calcmode="lin" valueType="num">
                                      <p:cBhvr additive="base">
                                        <p:cTn id="21" dur="500"/>
                                        <p:tgtEl>
                                          <p:spTgt spid="36"/>
                                        </p:tgtEl>
                                        <p:attrNameLst>
                                          <p:attrName>ppt_h</p:attrName>
                                        </p:attrNameLst>
                                      </p:cBhvr>
                                      <p:tavLst>
                                        <p:tav tm="0">
                                          <p:val>
                                            <p:strVal val="0"/>
                                          </p:val>
                                        </p:tav>
                                        <p:tav tm="100000">
                                          <p:val>
                                            <p:strVal val="#ppt_h"/>
                                          </p:val>
                                        </p:tav>
                                      </p:tavLst>
                                    </p:anim>
                                  </p:childTnLst>
                                </p:cTn>
                              </p:par>
                            </p:childTnLst>
                          </p:cTn>
                        </p:par>
                        <p:par>
                          <p:cTn id="22" fill="hold">
                            <p:stCondLst>
                              <p:cond delay="2000"/>
                            </p:stCondLst>
                            <p:childTnLst>
                              <p:par>
                                <p:cTn id="23" presetID="10" presetClass="entr" presetSubtype="0" fill="hold" nodeType="afterEffect">
                                  <p:stCondLst>
                                    <p:cond delay="0"/>
                                  </p:stCondLst>
                                  <p:childTnLst>
                                    <p:set>
                                      <p:cBhvr>
                                        <p:cTn id="24" dur="1" fill="hold">
                                          <p:stCondLst>
                                            <p:cond delay="0"/>
                                          </p:stCondLst>
                                        </p:cTn>
                                        <p:tgtEl>
                                          <p:spTgt spid="37"/>
                                        </p:tgtEl>
                                        <p:attrNameLst>
                                          <p:attrName>style.visibility</p:attrName>
                                        </p:attrNameLst>
                                      </p:cBhvr>
                                      <p:to>
                                        <p:strVal val="visible"/>
                                      </p:to>
                                    </p:set>
                                    <p:animEffect transition="in" filter="fade">
                                      <p:cBhvr>
                                        <p:cTn id="25" dur="500"/>
                                        <p:tgtEl>
                                          <p:spTgt spid="37"/>
                                        </p:tgtEl>
                                      </p:cBhvr>
                                    </p:animEffect>
                                  </p:childTnLst>
                                </p:cTn>
                              </p:par>
                            </p:childTnLst>
                          </p:cTn>
                        </p:par>
                        <p:par>
                          <p:cTn id="26" fill="hold">
                            <p:stCondLst>
                              <p:cond delay="2500"/>
                            </p:stCondLst>
                            <p:childTnLst>
                              <p:par>
                                <p:cTn id="27" presetID="23" presetClass="entr" presetSubtype="16" fill="hold" nodeType="afterEffect">
                                  <p:stCondLst>
                                    <p:cond delay="0"/>
                                  </p:stCondLst>
                                  <p:childTnLst>
                                    <p:set>
                                      <p:cBhvr>
                                        <p:cTn id="28" dur="1" fill="hold">
                                          <p:stCondLst>
                                            <p:cond delay="0"/>
                                          </p:stCondLst>
                                        </p:cTn>
                                        <p:tgtEl>
                                          <p:spTgt spid="38"/>
                                        </p:tgtEl>
                                        <p:attrNameLst>
                                          <p:attrName>style.visibility</p:attrName>
                                        </p:attrNameLst>
                                      </p:cBhvr>
                                      <p:to>
                                        <p:strVal val="visible"/>
                                      </p:to>
                                    </p:set>
                                    <p:anim calcmode="lin" valueType="num">
                                      <p:cBhvr additive="base">
                                        <p:cTn id="29" dur="500"/>
                                        <p:tgtEl>
                                          <p:spTgt spid="38"/>
                                        </p:tgtEl>
                                        <p:attrNameLst>
                                          <p:attrName>ppt_w</p:attrName>
                                        </p:attrNameLst>
                                      </p:cBhvr>
                                      <p:tavLst>
                                        <p:tav tm="0">
                                          <p:val>
                                            <p:strVal val="0"/>
                                          </p:val>
                                        </p:tav>
                                        <p:tav tm="100000">
                                          <p:val>
                                            <p:strVal val="#ppt_w"/>
                                          </p:val>
                                        </p:tav>
                                      </p:tavLst>
                                    </p:anim>
                                    <p:anim calcmode="lin" valueType="num">
                                      <p:cBhvr additive="base">
                                        <p:cTn id="30" dur="500"/>
                                        <p:tgtEl>
                                          <p:spTgt spid="38"/>
                                        </p:tgtEl>
                                        <p:attrNameLst>
                                          <p:attrName>ppt_h</p:attrName>
                                        </p:attrNameLst>
                                      </p:cBhvr>
                                      <p:tavLst>
                                        <p:tav tm="0">
                                          <p:val>
                                            <p:strVal val="0"/>
                                          </p:val>
                                        </p:tav>
                                        <p:tav tm="100000">
                                          <p:val>
                                            <p:strVal val="#ppt_h"/>
                                          </p:val>
                                        </p:tav>
                                      </p:tavLst>
                                    </p:anim>
                                  </p:childTnLst>
                                </p:cTn>
                              </p:par>
                            </p:childTnLst>
                          </p:cTn>
                        </p:par>
                        <p:par>
                          <p:cTn id="31" fill="hold">
                            <p:stCondLst>
                              <p:cond delay="3000"/>
                            </p:stCondLst>
                            <p:childTnLst>
                              <p:par>
                                <p:cTn id="32" presetID="10" presetClass="entr" presetSubtype="0" fill="hold" nodeType="after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500"/>
                                        <p:tgtEl>
                                          <p:spTgt spid="28"/>
                                        </p:tgtEl>
                                      </p:cBhvr>
                                    </p:animEffect>
                                  </p:childTnLst>
                                </p:cTn>
                              </p:par>
                            </p:childTnLst>
                          </p:cTn>
                        </p:par>
                        <p:par>
                          <p:cTn id="35" fill="hold">
                            <p:stCondLst>
                              <p:cond delay="3500"/>
                            </p:stCondLst>
                            <p:childTnLst>
                              <p:par>
                                <p:cTn id="36" presetID="10" presetClass="entr" presetSubtype="0" fill="hold" nodeType="afterEffect">
                                  <p:stCondLst>
                                    <p:cond delay="0"/>
                                  </p:stCondLst>
                                  <p:childTnLst>
                                    <p:set>
                                      <p:cBhvr>
                                        <p:cTn id="37" dur="1" fill="hold">
                                          <p:stCondLst>
                                            <p:cond delay="0"/>
                                          </p:stCondLst>
                                        </p:cTn>
                                        <p:tgtEl>
                                          <p:spTgt spid="29"/>
                                        </p:tgtEl>
                                        <p:attrNameLst>
                                          <p:attrName>style.visibility</p:attrName>
                                        </p:attrNameLst>
                                      </p:cBhvr>
                                      <p:to>
                                        <p:strVal val="visible"/>
                                      </p:to>
                                    </p:set>
                                    <p:animEffect transition="in" filter="fade">
                                      <p:cBhvr>
                                        <p:cTn id="38" dur="500"/>
                                        <p:tgtEl>
                                          <p:spTgt spid="29"/>
                                        </p:tgtEl>
                                      </p:cBhvr>
                                    </p:animEffect>
                                  </p:childTnLst>
                                </p:cTn>
                              </p:par>
                            </p:childTnLst>
                          </p:cTn>
                        </p:par>
                        <p:par>
                          <p:cTn id="39" fill="hold">
                            <p:stCondLst>
                              <p:cond delay="4000"/>
                            </p:stCondLst>
                            <p:childTnLst>
                              <p:par>
                                <p:cTn id="40" presetID="10" presetClass="entr" presetSubtype="0" fill="hold" nodeType="afterEffect">
                                  <p:stCondLst>
                                    <p:cond delay="0"/>
                                  </p:stCondLst>
                                  <p:childTnLst>
                                    <p:set>
                                      <p:cBhvr>
                                        <p:cTn id="41" dur="1" fill="hold">
                                          <p:stCondLst>
                                            <p:cond delay="0"/>
                                          </p:stCondLst>
                                        </p:cTn>
                                        <p:tgtEl>
                                          <p:spTgt spid="30"/>
                                        </p:tgtEl>
                                        <p:attrNameLst>
                                          <p:attrName>style.visibility</p:attrName>
                                        </p:attrNameLst>
                                      </p:cBhvr>
                                      <p:to>
                                        <p:strVal val="visible"/>
                                      </p:to>
                                    </p:set>
                                    <p:animEffect transition="in" filter="fade">
                                      <p:cBhvr>
                                        <p:cTn id="42" dur="500"/>
                                        <p:tgtEl>
                                          <p:spTgt spid="30"/>
                                        </p:tgtEl>
                                      </p:cBhvr>
                                    </p:animEffect>
                                  </p:childTnLst>
                                </p:cTn>
                              </p:par>
                            </p:childTnLst>
                          </p:cTn>
                        </p:par>
                        <p:par>
                          <p:cTn id="43" fill="hold">
                            <p:stCondLst>
                              <p:cond delay="4500"/>
                            </p:stCondLst>
                            <p:childTnLst>
                              <p:par>
                                <p:cTn id="44" presetID="23" presetClass="entr" presetSubtype="16" fill="hold" nodeType="afterEffect">
                                  <p:stCondLst>
                                    <p:cond delay="0"/>
                                  </p:stCondLst>
                                  <p:childTnLst>
                                    <p:set>
                                      <p:cBhvr>
                                        <p:cTn id="45" dur="1" fill="hold">
                                          <p:stCondLst>
                                            <p:cond delay="0"/>
                                          </p:stCondLst>
                                        </p:cTn>
                                        <p:tgtEl>
                                          <p:spTgt spid="34"/>
                                        </p:tgtEl>
                                        <p:attrNameLst>
                                          <p:attrName>style.visibility</p:attrName>
                                        </p:attrNameLst>
                                      </p:cBhvr>
                                      <p:to>
                                        <p:strVal val="visible"/>
                                      </p:to>
                                    </p:set>
                                    <p:anim calcmode="lin" valueType="num">
                                      <p:cBhvr additive="base">
                                        <p:cTn id="46" dur="500"/>
                                        <p:tgtEl>
                                          <p:spTgt spid="34"/>
                                        </p:tgtEl>
                                        <p:attrNameLst>
                                          <p:attrName>ppt_w</p:attrName>
                                        </p:attrNameLst>
                                      </p:cBhvr>
                                      <p:tavLst>
                                        <p:tav tm="0">
                                          <p:val>
                                            <p:strVal val="0"/>
                                          </p:val>
                                        </p:tav>
                                        <p:tav tm="100000">
                                          <p:val>
                                            <p:strVal val="#ppt_w"/>
                                          </p:val>
                                        </p:tav>
                                      </p:tavLst>
                                    </p:anim>
                                    <p:anim calcmode="lin" valueType="num">
                                      <p:cBhvr additive="base">
                                        <p:cTn id="47" dur="500"/>
                                        <p:tgtEl>
                                          <p:spTgt spid="34"/>
                                        </p:tgtEl>
                                        <p:attrNameLst>
                                          <p:attrName>ppt_h</p:attrName>
                                        </p:attrNameLst>
                                      </p:cBhvr>
                                      <p:tavLst>
                                        <p:tav tm="0">
                                          <p:val>
                                            <p:strVal val="0"/>
                                          </p:val>
                                        </p:tav>
                                        <p:tav tm="100000">
                                          <p:val>
                                            <p:strVal val="#ppt_h"/>
                                          </p:val>
                                        </p:tav>
                                      </p:tavLst>
                                    </p:anim>
                                  </p:childTnLst>
                                </p:cTn>
                              </p:par>
                            </p:childTnLst>
                          </p:cTn>
                        </p:par>
                        <p:par>
                          <p:cTn id="48" fill="hold">
                            <p:stCondLst>
                              <p:cond delay="5000"/>
                            </p:stCondLst>
                            <p:childTnLst>
                              <p:par>
                                <p:cTn id="49" presetID="23" presetClass="entr" presetSubtype="16" fill="hold" nodeType="afterEffect">
                                  <p:stCondLst>
                                    <p:cond delay="0"/>
                                  </p:stCondLst>
                                  <p:childTnLst>
                                    <p:set>
                                      <p:cBhvr>
                                        <p:cTn id="50" dur="1" fill="hold">
                                          <p:stCondLst>
                                            <p:cond delay="0"/>
                                          </p:stCondLst>
                                        </p:cTn>
                                        <p:tgtEl>
                                          <p:spTgt spid="33"/>
                                        </p:tgtEl>
                                        <p:attrNameLst>
                                          <p:attrName>style.visibility</p:attrName>
                                        </p:attrNameLst>
                                      </p:cBhvr>
                                      <p:to>
                                        <p:strVal val="visible"/>
                                      </p:to>
                                    </p:set>
                                    <p:anim calcmode="lin" valueType="num">
                                      <p:cBhvr additive="base">
                                        <p:cTn id="51" dur="500"/>
                                        <p:tgtEl>
                                          <p:spTgt spid="33"/>
                                        </p:tgtEl>
                                        <p:attrNameLst>
                                          <p:attrName>ppt_w</p:attrName>
                                        </p:attrNameLst>
                                      </p:cBhvr>
                                      <p:tavLst>
                                        <p:tav tm="0">
                                          <p:val>
                                            <p:strVal val="0"/>
                                          </p:val>
                                        </p:tav>
                                        <p:tav tm="100000">
                                          <p:val>
                                            <p:strVal val="#ppt_w"/>
                                          </p:val>
                                        </p:tav>
                                      </p:tavLst>
                                    </p:anim>
                                    <p:anim calcmode="lin" valueType="num">
                                      <p:cBhvr additive="base">
                                        <p:cTn id="52" dur="500"/>
                                        <p:tgtEl>
                                          <p:spTgt spid="33"/>
                                        </p:tgtEl>
                                        <p:attrNameLst>
                                          <p:attrName>ppt_h</p:attrName>
                                        </p:attrNameLst>
                                      </p:cBhvr>
                                      <p:tavLst>
                                        <p:tav tm="0">
                                          <p:val>
                                            <p:strVal val="0"/>
                                          </p:val>
                                        </p:tav>
                                        <p:tav tm="100000">
                                          <p:val>
                                            <p:strVal val="#ppt_h"/>
                                          </p:val>
                                        </p:tav>
                                      </p:tavLst>
                                    </p:anim>
                                  </p:childTnLst>
                                </p:cTn>
                              </p:par>
                            </p:childTnLst>
                          </p:cTn>
                        </p:par>
                        <p:par>
                          <p:cTn id="53" fill="hold">
                            <p:stCondLst>
                              <p:cond delay="5500"/>
                            </p:stCondLst>
                            <p:childTnLst>
                              <p:par>
                                <p:cTn id="54" presetID="23" presetClass="entr" presetSubtype="16" fill="hold" nodeType="afterEffect">
                                  <p:stCondLst>
                                    <p:cond delay="0"/>
                                  </p:stCondLst>
                                  <p:childTnLst>
                                    <p:set>
                                      <p:cBhvr>
                                        <p:cTn id="55" dur="1" fill="hold">
                                          <p:stCondLst>
                                            <p:cond delay="0"/>
                                          </p:stCondLst>
                                        </p:cTn>
                                        <p:tgtEl>
                                          <p:spTgt spid="49"/>
                                        </p:tgtEl>
                                        <p:attrNameLst>
                                          <p:attrName>style.visibility</p:attrName>
                                        </p:attrNameLst>
                                      </p:cBhvr>
                                      <p:to>
                                        <p:strVal val="visible"/>
                                      </p:to>
                                    </p:set>
                                    <p:anim calcmode="lin" valueType="num">
                                      <p:cBhvr additive="base">
                                        <p:cTn id="56" dur="500"/>
                                        <p:tgtEl>
                                          <p:spTgt spid="49"/>
                                        </p:tgtEl>
                                        <p:attrNameLst>
                                          <p:attrName>ppt_w</p:attrName>
                                        </p:attrNameLst>
                                      </p:cBhvr>
                                      <p:tavLst>
                                        <p:tav tm="0">
                                          <p:val>
                                            <p:strVal val="0"/>
                                          </p:val>
                                        </p:tav>
                                        <p:tav tm="100000">
                                          <p:val>
                                            <p:strVal val="#ppt_w"/>
                                          </p:val>
                                        </p:tav>
                                      </p:tavLst>
                                    </p:anim>
                                    <p:anim calcmode="lin" valueType="num">
                                      <p:cBhvr additive="base">
                                        <p:cTn id="57" dur="500"/>
                                        <p:tgtEl>
                                          <p:spTgt spid="49"/>
                                        </p:tgtEl>
                                        <p:attrNameLst>
                                          <p:attrName>ppt_h</p:attrName>
                                        </p:attrNameLst>
                                      </p:cBhvr>
                                      <p:tavLst>
                                        <p:tav tm="0">
                                          <p:val>
                                            <p:strVal val="0"/>
                                          </p:val>
                                        </p:tav>
                                        <p:tav tm="100000">
                                          <p:val>
                                            <p:strVal val="#ppt_h"/>
                                          </p:val>
                                        </p:tav>
                                      </p:tavLst>
                                    </p:anim>
                                  </p:childTnLst>
                                </p:cTn>
                              </p:par>
                            </p:childTnLst>
                          </p:cTn>
                        </p:par>
                        <p:par>
                          <p:cTn id="58" fill="hold">
                            <p:stCondLst>
                              <p:cond delay="6000"/>
                            </p:stCondLst>
                            <p:childTnLst>
                              <p:par>
                                <p:cTn id="59" presetID="10" presetClass="entr" presetSubtype="0" fill="hold" nodeType="afterEffect">
                                  <p:stCondLst>
                                    <p:cond delay="0"/>
                                  </p:stCondLst>
                                  <p:childTnLst>
                                    <p:set>
                                      <p:cBhvr>
                                        <p:cTn id="60" dur="1" fill="hold">
                                          <p:stCondLst>
                                            <p:cond delay="0"/>
                                          </p:stCondLst>
                                        </p:cTn>
                                        <p:tgtEl>
                                          <p:spTgt spid="39"/>
                                        </p:tgtEl>
                                        <p:attrNameLst>
                                          <p:attrName>style.visibility</p:attrName>
                                        </p:attrNameLst>
                                      </p:cBhvr>
                                      <p:to>
                                        <p:strVal val="visible"/>
                                      </p:to>
                                    </p:set>
                                    <p:animEffect transition="in" filter="fade">
                                      <p:cBhvr>
                                        <p:cTn id="61" dur="500"/>
                                        <p:tgtEl>
                                          <p:spTgt spid="39"/>
                                        </p:tgtEl>
                                      </p:cBhvr>
                                    </p:animEffect>
                                  </p:childTnLst>
                                </p:cTn>
                              </p:par>
                            </p:childTnLst>
                          </p:cTn>
                        </p:par>
                        <p:par>
                          <p:cTn id="62" fill="hold">
                            <p:stCondLst>
                              <p:cond delay="6500"/>
                            </p:stCondLst>
                            <p:childTnLst>
                              <p:par>
                                <p:cTn id="63" presetID="10" presetClass="entr" presetSubtype="0" fill="hold" nodeType="afterEffect">
                                  <p:stCondLst>
                                    <p:cond delay="0"/>
                                  </p:stCondLst>
                                  <p:childTnLst>
                                    <p:set>
                                      <p:cBhvr>
                                        <p:cTn id="64" dur="1" fill="hold">
                                          <p:stCondLst>
                                            <p:cond delay="0"/>
                                          </p:stCondLst>
                                        </p:cTn>
                                        <p:tgtEl>
                                          <p:spTgt spid="40"/>
                                        </p:tgtEl>
                                        <p:attrNameLst>
                                          <p:attrName>style.visibility</p:attrName>
                                        </p:attrNameLst>
                                      </p:cBhvr>
                                      <p:to>
                                        <p:strVal val="visible"/>
                                      </p:to>
                                    </p:set>
                                    <p:animEffect transition="in" filter="fade">
                                      <p:cBhvr>
                                        <p:cTn id="65" dur="500"/>
                                        <p:tgtEl>
                                          <p:spTgt spid="40"/>
                                        </p:tgtEl>
                                      </p:cBhvr>
                                    </p:animEffect>
                                  </p:childTnLst>
                                </p:cTn>
                              </p:par>
                            </p:childTnLst>
                          </p:cTn>
                        </p:par>
                        <p:par>
                          <p:cTn id="66" fill="hold">
                            <p:stCondLst>
                              <p:cond delay="7000"/>
                            </p:stCondLst>
                            <p:childTnLst>
                              <p:par>
                                <p:cTn id="67" presetID="10" presetClass="entr" presetSubtype="0" fill="hold" nodeType="afterEffect">
                                  <p:stCondLst>
                                    <p:cond delay="0"/>
                                  </p:stCondLst>
                                  <p:childTnLst>
                                    <p:set>
                                      <p:cBhvr>
                                        <p:cTn id="68" dur="1" fill="hold">
                                          <p:stCondLst>
                                            <p:cond delay="0"/>
                                          </p:stCondLst>
                                        </p:cTn>
                                        <p:tgtEl>
                                          <p:spTgt spid="41"/>
                                        </p:tgtEl>
                                        <p:attrNameLst>
                                          <p:attrName>style.visibility</p:attrName>
                                        </p:attrNameLst>
                                      </p:cBhvr>
                                      <p:to>
                                        <p:strVal val="visible"/>
                                      </p:to>
                                    </p:set>
                                    <p:animEffect transition="in" filter="fade">
                                      <p:cBhvr>
                                        <p:cTn id="69" dur="500"/>
                                        <p:tgtEl>
                                          <p:spTgt spid="41"/>
                                        </p:tgtEl>
                                      </p:cBhvr>
                                    </p:animEffect>
                                  </p:childTnLst>
                                </p:cTn>
                              </p:par>
                            </p:childTnLst>
                          </p:cTn>
                        </p:par>
                        <p:par>
                          <p:cTn id="70" fill="hold">
                            <p:stCondLst>
                              <p:cond delay="7500"/>
                            </p:stCondLst>
                            <p:childTnLst>
                              <p:par>
                                <p:cTn id="71" presetID="23" presetClass="entr" presetSubtype="16" fill="hold" nodeType="afterEffect">
                                  <p:stCondLst>
                                    <p:cond delay="0"/>
                                  </p:stCondLst>
                                  <p:childTnLst>
                                    <p:set>
                                      <p:cBhvr>
                                        <p:cTn id="72" dur="1" fill="hold">
                                          <p:stCondLst>
                                            <p:cond delay="0"/>
                                          </p:stCondLst>
                                        </p:cTn>
                                        <p:tgtEl>
                                          <p:spTgt spid="44"/>
                                        </p:tgtEl>
                                        <p:attrNameLst>
                                          <p:attrName>style.visibility</p:attrName>
                                        </p:attrNameLst>
                                      </p:cBhvr>
                                      <p:to>
                                        <p:strVal val="visible"/>
                                      </p:to>
                                    </p:set>
                                    <p:anim calcmode="lin" valueType="num">
                                      <p:cBhvr additive="base">
                                        <p:cTn id="73" dur="500"/>
                                        <p:tgtEl>
                                          <p:spTgt spid="44"/>
                                        </p:tgtEl>
                                        <p:attrNameLst>
                                          <p:attrName>ppt_w</p:attrName>
                                        </p:attrNameLst>
                                      </p:cBhvr>
                                      <p:tavLst>
                                        <p:tav tm="0">
                                          <p:val>
                                            <p:strVal val="0"/>
                                          </p:val>
                                        </p:tav>
                                        <p:tav tm="100000">
                                          <p:val>
                                            <p:strVal val="#ppt_w"/>
                                          </p:val>
                                        </p:tav>
                                      </p:tavLst>
                                    </p:anim>
                                    <p:anim calcmode="lin" valueType="num">
                                      <p:cBhvr additive="base">
                                        <p:cTn id="74" dur="500"/>
                                        <p:tgtEl>
                                          <p:spTgt spid="44"/>
                                        </p:tgtEl>
                                        <p:attrNameLst>
                                          <p:attrName>ppt_h</p:attrName>
                                        </p:attrNameLst>
                                      </p:cBhvr>
                                      <p:tavLst>
                                        <p:tav tm="0">
                                          <p:val>
                                            <p:strVal val="0"/>
                                          </p:val>
                                        </p:tav>
                                        <p:tav tm="100000">
                                          <p:val>
                                            <p:strVal val="#ppt_h"/>
                                          </p:val>
                                        </p:tav>
                                      </p:tavLst>
                                    </p:anim>
                                  </p:childTnLst>
                                </p:cTn>
                              </p:par>
                            </p:childTnLst>
                          </p:cTn>
                        </p:par>
                        <p:par>
                          <p:cTn id="75" fill="hold">
                            <p:stCondLst>
                              <p:cond delay="8000"/>
                            </p:stCondLst>
                            <p:childTnLst>
                              <p:par>
                                <p:cTn id="76" presetID="10" presetClass="entr" presetSubtype="0" fill="hold" nodeType="afterEffect">
                                  <p:stCondLst>
                                    <p:cond delay="0"/>
                                  </p:stCondLst>
                                  <p:childTnLst>
                                    <p:set>
                                      <p:cBhvr>
                                        <p:cTn id="77" dur="1" fill="hold">
                                          <p:stCondLst>
                                            <p:cond delay="0"/>
                                          </p:stCondLst>
                                        </p:cTn>
                                        <p:tgtEl>
                                          <p:spTgt spid="50"/>
                                        </p:tgtEl>
                                        <p:attrNameLst>
                                          <p:attrName>style.visibility</p:attrName>
                                        </p:attrNameLst>
                                      </p:cBhvr>
                                      <p:to>
                                        <p:strVal val="visible"/>
                                      </p:to>
                                    </p:set>
                                    <p:animEffect transition="in" filter="fade">
                                      <p:cBhvr>
                                        <p:cTn id="78" dur="500"/>
                                        <p:tgtEl>
                                          <p:spTgt spid="50"/>
                                        </p:tgtEl>
                                      </p:cBhvr>
                                    </p:animEffect>
                                  </p:childTnLst>
                                </p:cTn>
                              </p:par>
                            </p:childTnLst>
                          </p:cTn>
                        </p:par>
                        <p:par>
                          <p:cTn id="79" fill="hold">
                            <p:stCondLst>
                              <p:cond delay="8500"/>
                            </p:stCondLst>
                            <p:childTnLst>
                              <p:par>
                                <p:cTn id="80" presetID="10" presetClass="entr" presetSubtype="0" fill="hold" nodeType="afterEffect">
                                  <p:stCondLst>
                                    <p:cond delay="0"/>
                                  </p:stCondLst>
                                  <p:childTnLst>
                                    <p:set>
                                      <p:cBhvr>
                                        <p:cTn id="81" dur="1" fill="hold">
                                          <p:stCondLst>
                                            <p:cond delay="0"/>
                                          </p:stCondLst>
                                        </p:cTn>
                                        <p:tgtEl>
                                          <p:spTgt spid="51"/>
                                        </p:tgtEl>
                                        <p:attrNameLst>
                                          <p:attrName>style.visibility</p:attrName>
                                        </p:attrNameLst>
                                      </p:cBhvr>
                                      <p:to>
                                        <p:strVal val="visible"/>
                                      </p:to>
                                    </p:set>
                                    <p:animEffect transition="in" filter="fade">
                                      <p:cBhvr>
                                        <p:cTn id="82" dur="500"/>
                                        <p:tgtEl>
                                          <p:spTgt spid="51"/>
                                        </p:tgtEl>
                                      </p:cBhvr>
                                    </p:animEffect>
                                  </p:childTnLst>
                                </p:cTn>
                              </p:par>
                            </p:childTnLst>
                          </p:cTn>
                        </p:par>
                        <p:par>
                          <p:cTn id="83" fill="hold">
                            <p:stCondLst>
                              <p:cond delay="9000"/>
                            </p:stCondLst>
                            <p:childTnLst>
                              <p:par>
                                <p:cTn id="84" presetID="10" presetClass="entr" presetSubtype="0" fill="hold" nodeType="afterEffect">
                                  <p:stCondLst>
                                    <p:cond delay="0"/>
                                  </p:stCondLst>
                                  <p:childTnLst>
                                    <p:set>
                                      <p:cBhvr>
                                        <p:cTn id="85" dur="1" fill="hold">
                                          <p:stCondLst>
                                            <p:cond delay="0"/>
                                          </p:stCondLst>
                                        </p:cTn>
                                        <p:tgtEl>
                                          <p:spTgt spid="52"/>
                                        </p:tgtEl>
                                        <p:attrNameLst>
                                          <p:attrName>style.visibility</p:attrName>
                                        </p:attrNameLst>
                                      </p:cBhvr>
                                      <p:to>
                                        <p:strVal val="visible"/>
                                      </p:to>
                                    </p:set>
                                    <p:animEffect transition="in" filter="fade">
                                      <p:cBhvr>
                                        <p:cTn id="86" dur="500"/>
                                        <p:tgtEl>
                                          <p:spTgt spid="52"/>
                                        </p:tgtEl>
                                      </p:cBhvr>
                                    </p:animEffect>
                                  </p:childTnLst>
                                </p:cTn>
                              </p:par>
                            </p:childTnLst>
                          </p:cTn>
                        </p:par>
                        <p:par>
                          <p:cTn id="87" fill="hold">
                            <p:stCondLst>
                              <p:cond delay="9500"/>
                            </p:stCondLst>
                            <p:childTnLst>
                              <p:par>
                                <p:cTn id="88" presetID="23" presetClass="entr" presetSubtype="16" fill="hold" nodeType="afterEffect">
                                  <p:stCondLst>
                                    <p:cond delay="0"/>
                                  </p:stCondLst>
                                  <p:childTnLst>
                                    <p:set>
                                      <p:cBhvr>
                                        <p:cTn id="89" dur="1" fill="hold">
                                          <p:stCondLst>
                                            <p:cond delay="0"/>
                                          </p:stCondLst>
                                        </p:cTn>
                                        <p:tgtEl>
                                          <p:spTgt spid="55"/>
                                        </p:tgtEl>
                                        <p:attrNameLst>
                                          <p:attrName>style.visibility</p:attrName>
                                        </p:attrNameLst>
                                      </p:cBhvr>
                                      <p:to>
                                        <p:strVal val="visible"/>
                                      </p:to>
                                    </p:set>
                                    <p:anim calcmode="lin" valueType="num">
                                      <p:cBhvr additive="base">
                                        <p:cTn id="90" dur="500"/>
                                        <p:tgtEl>
                                          <p:spTgt spid="55"/>
                                        </p:tgtEl>
                                        <p:attrNameLst>
                                          <p:attrName>ppt_w</p:attrName>
                                        </p:attrNameLst>
                                      </p:cBhvr>
                                      <p:tavLst>
                                        <p:tav tm="0">
                                          <p:val>
                                            <p:strVal val="0"/>
                                          </p:val>
                                        </p:tav>
                                        <p:tav tm="100000">
                                          <p:val>
                                            <p:strVal val="#ppt_w"/>
                                          </p:val>
                                        </p:tav>
                                      </p:tavLst>
                                    </p:anim>
                                    <p:anim calcmode="lin" valueType="num">
                                      <p:cBhvr additive="base">
                                        <p:cTn id="91" dur="500"/>
                                        <p:tgtEl>
                                          <p:spTgt spid="55"/>
                                        </p:tgtEl>
                                        <p:attrNameLst>
                                          <p:attrName>ppt_h</p:attrName>
                                        </p:attrNameLst>
                                      </p:cBhvr>
                                      <p:tavLst>
                                        <p:tav tm="0">
                                          <p:val>
                                            <p:strVal val="0"/>
                                          </p:val>
                                        </p:tav>
                                        <p:tav tm="100000">
                                          <p:val>
                                            <p:strVal val="#ppt_h"/>
                                          </p:val>
                                        </p:tav>
                                      </p:tavLst>
                                    </p:anim>
                                  </p:childTnLst>
                                </p:cTn>
                              </p:par>
                            </p:childTnLst>
                          </p:cTn>
                        </p:par>
                        <p:par>
                          <p:cTn id="92" fill="hold">
                            <p:stCondLst>
                              <p:cond delay="10000"/>
                            </p:stCondLst>
                            <p:childTnLst>
                              <p:par>
                                <p:cTn id="93" presetID="23" presetClass="entr" presetSubtype="16" fill="hold" nodeType="afterEffect">
                                  <p:stCondLst>
                                    <p:cond delay="0"/>
                                  </p:stCondLst>
                                  <p:childTnLst>
                                    <p:set>
                                      <p:cBhvr>
                                        <p:cTn id="94" dur="1" fill="hold">
                                          <p:stCondLst>
                                            <p:cond delay="0"/>
                                          </p:stCondLst>
                                        </p:cTn>
                                        <p:tgtEl>
                                          <p:spTgt spid="27"/>
                                        </p:tgtEl>
                                        <p:attrNameLst>
                                          <p:attrName>style.visibility</p:attrName>
                                        </p:attrNameLst>
                                      </p:cBhvr>
                                      <p:to>
                                        <p:strVal val="visible"/>
                                      </p:to>
                                    </p:set>
                                    <p:anim calcmode="lin" valueType="num">
                                      <p:cBhvr additive="base">
                                        <p:cTn id="95" dur="500"/>
                                        <p:tgtEl>
                                          <p:spTgt spid="27"/>
                                        </p:tgtEl>
                                        <p:attrNameLst>
                                          <p:attrName>ppt_w</p:attrName>
                                        </p:attrNameLst>
                                      </p:cBhvr>
                                      <p:tavLst>
                                        <p:tav tm="0">
                                          <p:val>
                                            <p:strVal val="0"/>
                                          </p:val>
                                        </p:tav>
                                        <p:tav tm="100000">
                                          <p:val>
                                            <p:strVal val="#ppt_w"/>
                                          </p:val>
                                        </p:tav>
                                      </p:tavLst>
                                    </p:anim>
                                    <p:anim calcmode="lin" valueType="num">
                                      <p:cBhvr additive="base">
                                        <p:cTn id="96" dur="500"/>
                                        <p:tgtEl>
                                          <p:spTgt spid="27"/>
                                        </p:tgtEl>
                                        <p:attrNameLst>
                                          <p:attrName>ppt_h</p:attrName>
                                        </p:attrNameLst>
                                      </p:cBhvr>
                                      <p:tavLst>
                                        <p:tav tm="0">
                                          <p:val>
                                            <p:strVal val="0"/>
                                          </p:val>
                                        </p:tav>
                                        <p:tav tm="100000">
                                          <p:val>
                                            <p:strVal val="#ppt_h"/>
                                          </p:val>
                                        </p:tav>
                                      </p:tavLst>
                                    </p:anim>
                                  </p:childTnLst>
                                </p:cTn>
                              </p:par>
                            </p:childTnLst>
                          </p:cTn>
                        </p:par>
                        <p:par>
                          <p:cTn id="97" fill="hold">
                            <p:stCondLst>
                              <p:cond delay="10500"/>
                            </p:stCondLst>
                            <p:childTnLst>
                              <p:par>
                                <p:cTn id="98" presetID="10" presetClass="entr" presetSubtype="0" fill="hold" nodeType="afterEffect">
                                  <p:stCondLst>
                                    <p:cond delay="0"/>
                                  </p:stCondLst>
                                  <p:childTnLst>
                                    <p:set>
                                      <p:cBhvr>
                                        <p:cTn id="99" dur="1" fill="hold">
                                          <p:stCondLst>
                                            <p:cond delay="0"/>
                                          </p:stCondLst>
                                        </p:cTn>
                                        <p:tgtEl>
                                          <p:spTgt spid="17"/>
                                        </p:tgtEl>
                                        <p:attrNameLst>
                                          <p:attrName>style.visibility</p:attrName>
                                        </p:attrNameLst>
                                      </p:cBhvr>
                                      <p:to>
                                        <p:strVal val="visible"/>
                                      </p:to>
                                    </p:set>
                                    <p:animEffect transition="in" filter="fade">
                                      <p:cBhvr>
                                        <p:cTn id="100" dur="500"/>
                                        <p:tgtEl>
                                          <p:spTgt spid="17"/>
                                        </p:tgtEl>
                                      </p:cBhvr>
                                    </p:animEffect>
                                  </p:childTnLst>
                                </p:cTn>
                              </p:par>
                            </p:childTnLst>
                          </p:cTn>
                        </p:par>
                        <p:par>
                          <p:cTn id="101" fill="hold">
                            <p:stCondLst>
                              <p:cond delay="11000"/>
                            </p:stCondLst>
                            <p:childTnLst>
                              <p:par>
                                <p:cTn id="102" presetID="10" presetClass="entr" presetSubtype="0" fill="hold" nodeType="afterEffect">
                                  <p:stCondLst>
                                    <p:cond delay="0"/>
                                  </p:stCondLst>
                                  <p:childTnLst>
                                    <p:set>
                                      <p:cBhvr>
                                        <p:cTn id="103" dur="1" fill="hold">
                                          <p:stCondLst>
                                            <p:cond delay="0"/>
                                          </p:stCondLst>
                                        </p:cTn>
                                        <p:tgtEl>
                                          <p:spTgt spid="18"/>
                                        </p:tgtEl>
                                        <p:attrNameLst>
                                          <p:attrName>style.visibility</p:attrName>
                                        </p:attrNameLst>
                                      </p:cBhvr>
                                      <p:to>
                                        <p:strVal val="visible"/>
                                      </p:to>
                                    </p:set>
                                    <p:animEffect transition="in" filter="fade">
                                      <p:cBhvr>
                                        <p:cTn id="104" dur="500"/>
                                        <p:tgtEl>
                                          <p:spTgt spid="18"/>
                                        </p:tgtEl>
                                      </p:cBhvr>
                                    </p:animEffect>
                                  </p:childTnLst>
                                </p:cTn>
                              </p:par>
                            </p:childTnLst>
                          </p:cTn>
                        </p:par>
                        <p:par>
                          <p:cTn id="105" fill="hold">
                            <p:stCondLst>
                              <p:cond delay="11500"/>
                            </p:stCondLst>
                            <p:childTnLst>
                              <p:par>
                                <p:cTn id="106" presetID="10" presetClass="entr" presetSubtype="0" fill="hold" nodeType="afterEffect">
                                  <p:stCondLst>
                                    <p:cond delay="0"/>
                                  </p:stCondLst>
                                  <p:childTnLst>
                                    <p:set>
                                      <p:cBhvr>
                                        <p:cTn id="107" dur="1" fill="hold">
                                          <p:stCondLst>
                                            <p:cond delay="0"/>
                                          </p:stCondLst>
                                        </p:cTn>
                                        <p:tgtEl>
                                          <p:spTgt spid="19"/>
                                        </p:tgtEl>
                                        <p:attrNameLst>
                                          <p:attrName>style.visibility</p:attrName>
                                        </p:attrNameLst>
                                      </p:cBhvr>
                                      <p:to>
                                        <p:strVal val="visible"/>
                                      </p:to>
                                    </p:set>
                                    <p:animEffect transition="in" filter="fade">
                                      <p:cBhvr>
                                        <p:cTn id="108" dur="500"/>
                                        <p:tgtEl>
                                          <p:spTgt spid="19"/>
                                        </p:tgtEl>
                                      </p:cBhvr>
                                    </p:animEffect>
                                  </p:childTnLst>
                                </p:cTn>
                              </p:par>
                            </p:childTnLst>
                          </p:cTn>
                        </p:par>
                        <p:par>
                          <p:cTn id="109" fill="hold">
                            <p:stCondLst>
                              <p:cond delay="12000"/>
                            </p:stCondLst>
                            <p:childTnLst>
                              <p:par>
                                <p:cTn id="110" presetID="23" presetClass="entr" presetSubtype="16" fill="hold" nodeType="afterEffect">
                                  <p:stCondLst>
                                    <p:cond delay="0"/>
                                  </p:stCondLst>
                                  <p:childTnLst>
                                    <p:set>
                                      <p:cBhvr>
                                        <p:cTn id="111" dur="1" fill="hold">
                                          <p:stCondLst>
                                            <p:cond delay="0"/>
                                          </p:stCondLst>
                                        </p:cTn>
                                        <p:tgtEl>
                                          <p:spTgt spid="22"/>
                                        </p:tgtEl>
                                        <p:attrNameLst>
                                          <p:attrName>style.visibility</p:attrName>
                                        </p:attrNameLst>
                                      </p:cBhvr>
                                      <p:to>
                                        <p:strVal val="visible"/>
                                      </p:to>
                                    </p:set>
                                    <p:anim calcmode="lin" valueType="num">
                                      <p:cBhvr additive="base">
                                        <p:cTn id="112" dur="500"/>
                                        <p:tgtEl>
                                          <p:spTgt spid="22"/>
                                        </p:tgtEl>
                                        <p:attrNameLst>
                                          <p:attrName>ppt_w</p:attrName>
                                        </p:attrNameLst>
                                      </p:cBhvr>
                                      <p:tavLst>
                                        <p:tav tm="0">
                                          <p:val>
                                            <p:strVal val="0"/>
                                          </p:val>
                                        </p:tav>
                                        <p:tav tm="100000">
                                          <p:val>
                                            <p:strVal val="#ppt_w"/>
                                          </p:val>
                                        </p:tav>
                                      </p:tavLst>
                                    </p:anim>
                                    <p:anim calcmode="lin" valueType="num">
                                      <p:cBhvr additive="base">
                                        <p:cTn id="113" dur="500"/>
                                        <p:tgtEl>
                                          <p:spTgt spid="22"/>
                                        </p:tgtEl>
                                        <p:attrNameLst>
                                          <p:attrName>ppt_h</p:attrName>
                                        </p:attrNameLst>
                                      </p:cBhvr>
                                      <p:tavLst>
                                        <p:tav tm="0">
                                          <p:val>
                                            <p:strVal val="0"/>
                                          </p:val>
                                        </p:tav>
                                        <p:tav tm="100000">
                                          <p:val>
                                            <p:strVal val="#ppt_h"/>
                                          </p:val>
                                        </p:tav>
                                      </p:tavLst>
                                    </p:anim>
                                  </p:childTnLst>
                                </p:cTn>
                              </p:par>
                            </p:childTnLst>
                          </p:cTn>
                        </p:par>
                        <p:par>
                          <p:cTn id="114" fill="hold">
                            <p:stCondLst>
                              <p:cond delay="12500"/>
                            </p:stCondLst>
                            <p:childTnLst>
                              <p:par>
                                <p:cTn id="115" presetID="23" presetClass="entr" presetSubtype="16" fill="hold" nodeType="afterEffect">
                                  <p:stCondLst>
                                    <p:cond delay="0"/>
                                  </p:stCondLst>
                                  <p:childTnLst>
                                    <p:set>
                                      <p:cBhvr>
                                        <p:cTn id="116" dur="1" fill="hold">
                                          <p:stCondLst>
                                            <p:cond delay="0"/>
                                          </p:stCondLst>
                                        </p:cTn>
                                        <p:tgtEl>
                                          <p:spTgt spid="64"/>
                                        </p:tgtEl>
                                        <p:attrNameLst>
                                          <p:attrName>style.visibility</p:attrName>
                                        </p:attrNameLst>
                                      </p:cBhvr>
                                      <p:to>
                                        <p:strVal val="visible"/>
                                      </p:to>
                                    </p:set>
                                    <p:anim calcmode="lin" valueType="num">
                                      <p:cBhvr additive="base">
                                        <p:cTn id="117" dur="500"/>
                                        <p:tgtEl>
                                          <p:spTgt spid="64"/>
                                        </p:tgtEl>
                                        <p:attrNameLst>
                                          <p:attrName>ppt_w</p:attrName>
                                        </p:attrNameLst>
                                      </p:cBhvr>
                                      <p:tavLst>
                                        <p:tav tm="0">
                                          <p:val>
                                            <p:strVal val="0"/>
                                          </p:val>
                                        </p:tav>
                                        <p:tav tm="100000">
                                          <p:val>
                                            <p:strVal val="#ppt_w"/>
                                          </p:val>
                                        </p:tav>
                                      </p:tavLst>
                                    </p:anim>
                                    <p:anim calcmode="lin" valueType="num">
                                      <p:cBhvr additive="base">
                                        <p:cTn id="118" dur="500"/>
                                        <p:tgtEl>
                                          <p:spTgt spid="64"/>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
        <p:cNvGrpSpPr/>
        <p:nvPr/>
      </p:nvGrpSpPr>
      <p:grpSpPr>
        <a:xfrm>
          <a:off x="0" y="0"/>
          <a:ext cx="0" cy="0"/>
          <a:chOff x="0" y="0"/>
          <a:chExt cx="0" cy="0"/>
        </a:xfrm>
      </p:grpSpPr>
      <p:grpSp>
        <p:nvGrpSpPr>
          <p:cNvPr id="17" name="Google Shape;17;p3"/>
          <p:cNvGrpSpPr/>
          <p:nvPr/>
        </p:nvGrpSpPr>
        <p:grpSpPr>
          <a:xfrm>
            <a:off x="1179514" y="447469"/>
            <a:ext cx="2727452" cy="1992361"/>
            <a:chOff x="0" y="0"/>
            <a:chExt cx="1284191" cy="1992359"/>
          </a:xfrm>
        </p:grpSpPr>
        <p:sp>
          <p:nvSpPr>
            <p:cNvPr id="18" name="Google Shape;18;p3"/>
            <p:cNvSpPr/>
            <p:nvPr/>
          </p:nvSpPr>
          <p:spPr>
            <a:xfrm>
              <a:off x="0" y="0"/>
              <a:ext cx="643784" cy="1992359"/>
            </a:xfrm>
            <a:custGeom>
              <a:avLst/>
              <a:gdLst/>
              <a:ahLst/>
              <a:cxnLst/>
              <a:rect l="l" t="t" r="r" b="b"/>
              <a:pathLst>
                <a:path w="21600" h="21600" extrusionOk="0">
                  <a:moveTo>
                    <a:pt x="21600" y="0"/>
                  </a:moveTo>
                  <a:lnTo>
                    <a:pt x="101" y="3185"/>
                  </a:lnTo>
                  <a:lnTo>
                    <a:pt x="0" y="21600"/>
                  </a:lnTo>
                  <a:lnTo>
                    <a:pt x="21495" y="21561"/>
                  </a:lnTo>
                  <a:lnTo>
                    <a:pt x="21600" y="0"/>
                  </a:lnTo>
                  <a:close/>
                </a:path>
              </a:pathLst>
            </a:custGeom>
            <a:gradFill>
              <a:gsLst>
                <a:gs pos="0">
                  <a:srgbClr val="FEDA01"/>
                </a:gs>
                <a:gs pos="99319">
                  <a:srgbClr val="E07301"/>
                </a:gs>
                <a:gs pos="100000">
                  <a:srgbClr val="E07301"/>
                </a:gs>
              </a:gsLst>
              <a:path path="circle">
                <a:fillToRect r="100000" b="100000"/>
              </a:path>
              <a:tileRect l="-100000" t="-100000"/>
            </a:gra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9" name="Google Shape;19;p3"/>
            <p:cNvSpPr/>
            <p:nvPr/>
          </p:nvSpPr>
          <p:spPr>
            <a:xfrm flipH="1">
              <a:off x="639796" y="0"/>
              <a:ext cx="644395" cy="1992359"/>
            </a:xfrm>
            <a:custGeom>
              <a:avLst/>
              <a:gdLst/>
              <a:ahLst/>
              <a:cxnLst/>
              <a:rect l="l" t="t" r="r" b="b"/>
              <a:pathLst>
                <a:path w="21600" h="21600" extrusionOk="0">
                  <a:moveTo>
                    <a:pt x="21580" y="0"/>
                  </a:moveTo>
                  <a:lnTo>
                    <a:pt x="101" y="3185"/>
                  </a:lnTo>
                  <a:lnTo>
                    <a:pt x="0" y="21600"/>
                  </a:lnTo>
                  <a:lnTo>
                    <a:pt x="21600" y="21564"/>
                  </a:lnTo>
                  <a:lnTo>
                    <a:pt x="21580" y="0"/>
                  </a:lnTo>
                  <a:close/>
                </a:path>
              </a:pathLst>
            </a:custGeom>
            <a:gradFill>
              <a:gsLst>
                <a:gs pos="0">
                  <a:srgbClr val="FEDA01"/>
                </a:gs>
                <a:gs pos="99319">
                  <a:srgbClr val="E07301"/>
                </a:gs>
                <a:gs pos="100000">
                  <a:srgbClr val="E07301"/>
                </a:gs>
              </a:gsLst>
              <a:lin ang="5400000" scaled="0"/>
            </a:gra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grpSp>
      <p:pic>
        <p:nvPicPr>
          <p:cNvPr id="20" name="Google Shape;20;p3" descr="Picture1.png"/>
          <p:cNvPicPr preferRelativeResize="0"/>
          <p:nvPr/>
        </p:nvPicPr>
        <p:blipFill rotWithShape="1">
          <a:blip r:embed="rId3">
            <a:alphaModFix amt="53757"/>
          </a:blip>
          <a:srcRect/>
          <a:stretch/>
        </p:blipFill>
        <p:spPr>
          <a:xfrm rot="-5400000" flipH="1">
            <a:off x="2459384" y="1502520"/>
            <a:ext cx="148473" cy="1995888"/>
          </a:xfrm>
          <a:prstGeom prst="rect">
            <a:avLst/>
          </a:prstGeom>
          <a:noFill/>
          <a:ln>
            <a:noFill/>
          </a:ln>
        </p:spPr>
      </p:pic>
      <p:sp>
        <p:nvSpPr>
          <p:cNvPr id="22" name="Google Shape;22;p3"/>
          <p:cNvSpPr txBox="1"/>
          <p:nvPr/>
        </p:nvSpPr>
        <p:spPr>
          <a:xfrm>
            <a:off x="1487262" y="1315160"/>
            <a:ext cx="2274538" cy="332741"/>
          </a:xfrm>
          <a:prstGeom prst="rect">
            <a:avLst/>
          </a:prstGeom>
          <a:noFill/>
          <a:ln>
            <a:noFill/>
          </a:ln>
        </p:spPr>
        <p:txBody>
          <a:bodyPr spcFirstLastPara="1" wrap="square" lIns="45700" tIns="45700" rIns="45700" bIns="45700" anchor="t" anchorCtr="0">
            <a:noAutofit/>
          </a:bodyPr>
          <a:lstStyle/>
          <a:p>
            <a:pPr marL="0" marR="0" lvl="0" indent="0" algn="ctr" rtl="0">
              <a:lnSpc>
                <a:spcPct val="100000"/>
              </a:lnSpc>
              <a:spcBef>
                <a:spcPts val="0"/>
              </a:spcBef>
              <a:spcAft>
                <a:spcPts val="0"/>
              </a:spcAft>
              <a:buClr>
                <a:srgbClr val="FFFFFF"/>
              </a:buClr>
              <a:buSzPts val="1400"/>
              <a:buFont typeface="Avenir"/>
              <a:buNone/>
            </a:pPr>
            <a:r>
              <a:rPr lang="en-MY" sz="2800" dirty="0">
                <a:solidFill>
                  <a:schemeClr val="bg1"/>
                </a:solidFill>
              </a:rPr>
              <a:t>PEMALSUAN</a:t>
            </a:r>
            <a:endParaRPr sz="2800" dirty="0">
              <a:solidFill>
                <a:schemeClr val="bg1"/>
              </a:solidFill>
            </a:endParaRPr>
          </a:p>
        </p:txBody>
      </p:sp>
      <p:sp>
        <p:nvSpPr>
          <p:cNvPr id="23" name="Google Shape;23;p3"/>
          <p:cNvSpPr/>
          <p:nvPr/>
        </p:nvSpPr>
        <p:spPr>
          <a:xfrm>
            <a:off x="2299157" y="696036"/>
            <a:ext cx="583333" cy="583333"/>
          </a:xfrm>
          <a:prstGeom prst="ellipse">
            <a:avLst/>
          </a:prstGeom>
          <a:solidFill>
            <a:srgbClr val="000000">
              <a:alpha val="21568"/>
            </a:srgbClr>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4" name="Google Shape;24;p3"/>
          <p:cNvSpPr txBox="1"/>
          <p:nvPr/>
        </p:nvSpPr>
        <p:spPr>
          <a:xfrm>
            <a:off x="2301293" y="1750597"/>
            <a:ext cx="495297" cy="554178"/>
          </a:xfrm>
          <a:prstGeom prst="rect">
            <a:avLst/>
          </a:prstGeom>
          <a:noFill/>
          <a:ln>
            <a:noFill/>
          </a:ln>
        </p:spPr>
        <p:txBody>
          <a:bodyPr spcFirstLastPara="1" wrap="square" lIns="45700" tIns="45700" rIns="45700" bIns="45700" anchor="t" anchorCtr="0">
            <a:noAutofit/>
          </a:bodyPr>
          <a:lstStyle/>
          <a:p>
            <a:pPr marL="0" marR="0" lvl="0" indent="0" algn="ctr" rtl="0">
              <a:lnSpc>
                <a:spcPct val="100000"/>
              </a:lnSpc>
              <a:spcBef>
                <a:spcPts val="0"/>
              </a:spcBef>
              <a:spcAft>
                <a:spcPts val="0"/>
              </a:spcAft>
              <a:buClr>
                <a:srgbClr val="FFFFFF"/>
              </a:buClr>
              <a:buSzPts val="2700"/>
              <a:buFont typeface="Avenir"/>
              <a:buNone/>
            </a:pPr>
            <a:r>
              <a:rPr lang="en-US" sz="2700" b="0" i="0" u="none" strike="noStrike" cap="none" dirty="0">
                <a:solidFill>
                  <a:srgbClr val="FFFFFF"/>
                </a:solidFill>
                <a:latin typeface="Avenir"/>
                <a:ea typeface="Avenir"/>
                <a:cs typeface="Avenir"/>
                <a:sym typeface="Avenir"/>
              </a:rPr>
              <a:t>1</a:t>
            </a:r>
            <a:endParaRPr dirty="0"/>
          </a:p>
        </p:txBody>
      </p:sp>
      <p:sp>
        <p:nvSpPr>
          <p:cNvPr id="25" name="Google Shape;25;p3"/>
          <p:cNvSpPr/>
          <p:nvPr/>
        </p:nvSpPr>
        <p:spPr>
          <a:xfrm>
            <a:off x="2292322" y="1744173"/>
            <a:ext cx="482597" cy="482596"/>
          </a:xfrm>
          <a:prstGeom prst="ellipse">
            <a:avLst/>
          </a:prstGeom>
          <a:noFill/>
          <a:ln w="12700" cap="flat" cmpd="sng">
            <a:solidFill>
              <a:srgbClr val="FFFFFF"/>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dirty="0">
              <a:solidFill>
                <a:srgbClr val="000000"/>
              </a:solidFill>
              <a:latin typeface="Calibri"/>
              <a:ea typeface="Calibri"/>
              <a:cs typeface="Calibri"/>
              <a:sym typeface="Calibri"/>
            </a:endParaRPr>
          </a:p>
        </p:txBody>
      </p:sp>
      <p:grpSp>
        <p:nvGrpSpPr>
          <p:cNvPr id="27" name="Google Shape;27;p3"/>
          <p:cNvGrpSpPr/>
          <p:nvPr/>
        </p:nvGrpSpPr>
        <p:grpSpPr>
          <a:xfrm>
            <a:off x="3996704" y="249844"/>
            <a:ext cx="3364878" cy="1992360"/>
            <a:chOff x="0" y="0"/>
            <a:chExt cx="1284191" cy="1992359"/>
          </a:xfrm>
        </p:grpSpPr>
        <p:sp>
          <p:nvSpPr>
            <p:cNvPr id="28" name="Google Shape;28;p3"/>
            <p:cNvSpPr/>
            <p:nvPr/>
          </p:nvSpPr>
          <p:spPr>
            <a:xfrm>
              <a:off x="0" y="0"/>
              <a:ext cx="643784" cy="1992359"/>
            </a:xfrm>
            <a:custGeom>
              <a:avLst/>
              <a:gdLst/>
              <a:ahLst/>
              <a:cxnLst/>
              <a:rect l="l" t="t" r="r" b="b"/>
              <a:pathLst>
                <a:path w="21600" h="21600" extrusionOk="0">
                  <a:moveTo>
                    <a:pt x="21600" y="0"/>
                  </a:moveTo>
                  <a:lnTo>
                    <a:pt x="101" y="3185"/>
                  </a:lnTo>
                  <a:lnTo>
                    <a:pt x="0" y="21600"/>
                  </a:lnTo>
                  <a:lnTo>
                    <a:pt x="21495" y="21561"/>
                  </a:lnTo>
                  <a:lnTo>
                    <a:pt x="21600" y="0"/>
                  </a:lnTo>
                  <a:close/>
                </a:path>
              </a:pathLst>
            </a:custGeom>
            <a:gradFill>
              <a:gsLst>
                <a:gs pos="0">
                  <a:srgbClr val="FF2841"/>
                </a:gs>
                <a:gs pos="100000">
                  <a:srgbClr val="AB1942"/>
                </a:gs>
              </a:gsLst>
              <a:path path="circle">
                <a:fillToRect r="100000" b="100000"/>
              </a:path>
              <a:tileRect l="-100000" t="-100000"/>
            </a:gra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9" name="Google Shape;29;p3"/>
            <p:cNvSpPr/>
            <p:nvPr/>
          </p:nvSpPr>
          <p:spPr>
            <a:xfrm flipH="1">
              <a:off x="639796" y="0"/>
              <a:ext cx="644395" cy="1992359"/>
            </a:xfrm>
            <a:custGeom>
              <a:avLst/>
              <a:gdLst/>
              <a:ahLst/>
              <a:cxnLst/>
              <a:rect l="l" t="t" r="r" b="b"/>
              <a:pathLst>
                <a:path w="21600" h="21600" extrusionOk="0">
                  <a:moveTo>
                    <a:pt x="21580" y="0"/>
                  </a:moveTo>
                  <a:lnTo>
                    <a:pt x="101" y="3185"/>
                  </a:lnTo>
                  <a:lnTo>
                    <a:pt x="0" y="21600"/>
                  </a:lnTo>
                  <a:lnTo>
                    <a:pt x="21600" y="21564"/>
                  </a:lnTo>
                  <a:lnTo>
                    <a:pt x="21580" y="0"/>
                  </a:lnTo>
                  <a:close/>
                </a:path>
              </a:pathLst>
            </a:custGeom>
            <a:gradFill>
              <a:gsLst>
                <a:gs pos="0">
                  <a:srgbClr val="FF2841"/>
                </a:gs>
                <a:gs pos="100000">
                  <a:srgbClr val="AB1942"/>
                </a:gs>
              </a:gsLst>
              <a:path path="circle">
                <a:fillToRect l="100000" b="100000"/>
              </a:path>
              <a:tileRect t="-100000" r="-100000"/>
            </a:gra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dirty="0">
                <a:solidFill>
                  <a:srgbClr val="000000"/>
                </a:solidFill>
                <a:latin typeface="Calibri"/>
                <a:ea typeface="Calibri"/>
                <a:cs typeface="Calibri"/>
                <a:sym typeface="Calibri"/>
              </a:endParaRPr>
            </a:p>
          </p:txBody>
        </p:sp>
      </p:grpSp>
      <p:pic>
        <p:nvPicPr>
          <p:cNvPr id="30" name="Google Shape;30;p3" descr="Picture1.png"/>
          <p:cNvPicPr preferRelativeResize="0"/>
          <p:nvPr/>
        </p:nvPicPr>
        <p:blipFill rotWithShape="1">
          <a:blip r:embed="rId3">
            <a:alphaModFix amt="53757"/>
          </a:blip>
          <a:srcRect/>
          <a:stretch/>
        </p:blipFill>
        <p:spPr>
          <a:xfrm rot="-5400000" flipH="1">
            <a:off x="5494579" y="1343643"/>
            <a:ext cx="148473" cy="1995888"/>
          </a:xfrm>
          <a:prstGeom prst="rect">
            <a:avLst/>
          </a:prstGeom>
          <a:noFill/>
          <a:ln>
            <a:noFill/>
          </a:ln>
        </p:spPr>
      </p:pic>
      <p:sp>
        <p:nvSpPr>
          <p:cNvPr id="32" name="Google Shape;32;p3"/>
          <p:cNvSpPr txBox="1"/>
          <p:nvPr/>
        </p:nvSpPr>
        <p:spPr>
          <a:xfrm>
            <a:off x="4114564" y="1291313"/>
            <a:ext cx="3147749" cy="332741"/>
          </a:xfrm>
          <a:prstGeom prst="rect">
            <a:avLst/>
          </a:prstGeom>
          <a:noFill/>
          <a:ln>
            <a:noFill/>
          </a:ln>
        </p:spPr>
        <p:txBody>
          <a:bodyPr spcFirstLastPara="1" wrap="square" lIns="45700" tIns="45700" rIns="45700" bIns="45700" anchor="t" anchorCtr="0">
            <a:noAutofit/>
          </a:bodyPr>
          <a:lstStyle/>
          <a:p>
            <a:pPr marL="0" marR="0" lvl="0" indent="0" algn="ctr" rtl="0">
              <a:lnSpc>
                <a:spcPct val="100000"/>
              </a:lnSpc>
              <a:spcBef>
                <a:spcPts val="0"/>
              </a:spcBef>
              <a:spcAft>
                <a:spcPts val="0"/>
              </a:spcAft>
              <a:buClr>
                <a:srgbClr val="FFFFFF"/>
              </a:buClr>
              <a:buSzPts val="1400"/>
              <a:buFont typeface="Avenir"/>
              <a:buNone/>
            </a:pPr>
            <a:r>
              <a:rPr lang="en-US" sz="2400" b="1" i="0" u="none" strike="noStrike" cap="none" dirty="0">
                <a:solidFill>
                  <a:srgbClr val="FFFFFF"/>
                </a:solidFill>
                <a:latin typeface="Avenir"/>
                <a:ea typeface="Avenir"/>
                <a:cs typeface="Avenir"/>
                <a:sym typeface="Avenir"/>
              </a:rPr>
              <a:t>PENGUBAHSUAIAN  </a:t>
            </a:r>
            <a:r>
              <a:rPr lang="en-US" sz="1400" b="1" i="0" u="none" strike="noStrike" cap="none" dirty="0">
                <a:solidFill>
                  <a:srgbClr val="FFFFFF"/>
                </a:solidFill>
                <a:latin typeface="Avenir"/>
                <a:ea typeface="Avenir"/>
                <a:cs typeface="Avenir"/>
                <a:sym typeface="Avenir"/>
              </a:rPr>
              <a:t>  </a:t>
            </a:r>
            <a:endParaRPr dirty="0"/>
          </a:p>
        </p:txBody>
      </p:sp>
      <p:sp>
        <p:nvSpPr>
          <p:cNvPr id="33" name="Google Shape;33;p3"/>
          <p:cNvSpPr/>
          <p:nvPr/>
        </p:nvSpPr>
        <p:spPr>
          <a:xfrm>
            <a:off x="5318416" y="655910"/>
            <a:ext cx="583333" cy="583333"/>
          </a:xfrm>
          <a:prstGeom prst="ellipse">
            <a:avLst/>
          </a:prstGeom>
          <a:solidFill>
            <a:srgbClr val="000000">
              <a:alpha val="21568"/>
            </a:srgbClr>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34" name="Google Shape;34;p3"/>
          <p:cNvSpPr txBox="1"/>
          <p:nvPr/>
        </p:nvSpPr>
        <p:spPr>
          <a:xfrm>
            <a:off x="7461541" y="1984246"/>
            <a:ext cx="495296" cy="561341"/>
          </a:xfrm>
          <a:prstGeom prst="rect">
            <a:avLst/>
          </a:prstGeom>
          <a:noFill/>
          <a:ln>
            <a:noFill/>
          </a:ln>
        </p:spPr>
        <p:txBody>
          <a:bodyPr spcFirstLastPara="1" wrap="square" lIns="45700" tIns="45700" rIns="45700" bIns="45700" anchor="t" anchorCtr="0">
            <a:noAutofit/>
          </a:bodyPr>
          <a:lstStyle/>
          <a:p>
            <a:pPr marL="0" marR="0" lvl="0" indent="0" algn="ctr" rtl="0">
              <a:lnSpc>
                <a:spcPct val="100000"/>
              </a:lnSpc>
              <a:spcBef>
                <a:spcPts val="0"/>
              </a:spcBef>
              <a:spcAft>
                <a:spcPts val="0"/>
              </a:spcAft>
              <a:buClr>
                <a:srgbClr val="FFFFFF"/>
              </a:buClr>
              <a:buSzPts val="2700"/>
              <a:buFont typeface="Avenir"/>
              <a:buNone/>
            </a:pPr>
            <a:r>
              <a:rPr lang="en-US" sz="2700" b="0" i="0" u="none" strike="noStrike" cap="none" dirty="0">
                <a:solidFill>
                  <a:srgbClr val="FFFFFF"/>
                </a:solidFill>
                <a:latin typeface="Avenir"/>
                <a:ea typeface="Avenir"/>
                <a:cs typeface="Avenir"/>
                <a:sym typeface="Avenir"/>
              </a:rPr>
              <a:t>3</a:t>
            </a:r>
            <a:endParaRPr dirty="0"/>
          </a:p>
        </p:txBody>
      </p:sp>
      <p:sp>
        <p:nvSpPr>
          <p:cNvPr id="35" name="Google Shape;35;p3"/>
          <p:cNvSpPr/>
          <p:nvPr/>
        </p:nvSpPr>
        <p:spPr>
          <a:xfrm>
            <a:off x="5335355" y="1687765"/>
            <a:ext cx="482596" cy="482596"/>
          </a:xfrm>
          <a:prstGeom prst="ellipse">
            <a:avLst/>
          </a:prstGeom>
          <a:noFill/>
          <a:ln w="12700" cap="flat" cmpd="sng">
            <a:solidFill>
              <a:srgbClr val="FFFFFF"/>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grpSp>
        <p:nvGrpSpPr>
          <p:cNvPr id="36" name="Google Shape;36;p3"/>
          <p:cNvGrpSpPr/>
          <p:nvPr/>
        </p:nvGrpSpPr>
        <p:grpSpPr>
          <a:xfrm>
            <a:off x="7473870" y="501216"/>
            <a:ext cx="2853719" cy="1992360"/>
            <a:chOff x="0" y="0"/>
            <a:chExt cx="1284191" cy="1992359"/>
          </a:xfrm>
        </p:grpSpPr>
        <p:sp>
          <p:nvSpPr>
            <p:cNvPr id="37" name="Google Shape;37;p3"/>
            <p:cNvSpPr/>
            <p:nvPr/>
          </p:nvSpPr>
          <p:spPr>
            <a:xfrm>
              <a:off x="0" y="0"/>
              <a:ext cx="643784" cy="1992359"/>
            </a:xfrm>
            <a:custGeom>
              <a:avLst/>
              <a:gdLst/>
              <a:ahLst/>
              <a:cxnLst/>
              <a:rect l="l" t="t" r="r" b="b"/>
              <a:pathLst>
                <a:path w="21600" h="21600" extrusionOk="0">
                  <a:moveTo>
                    <a:pt x="21600" y="0"/>
                  </a:moveTo>
                  <a:lnTo>
                    <a:pt x="101" y="3185"/>
                  </a:lnTo>
                  <a:lnTo>
                    <a:pt x="0" y="21600"/>
                  </a:lnTo>
                  <a:lnTo>
                    <a:pt x="21495" y="21561"/>
                  </a:lnTo>
                  <a:lnTo>
                    <a:pt x="21600" y="0"/>
                  </a:lnTo>
                  <a:close/>
                </a:path>
              </a:pathLst>
            </a:custGeom>
            <a:gradFill>
              <a:gsLst>
                <a:gs pos="0">
                  <a:srgbClr val="F74179"/>
                </a:gs>
                <a:gs pos="100000">
                  <a:srgbClr val="7B1142"/>
                </a:gs>
              </a:gsLst>
              <a:path path="circle">
                <a:fillToRect r="100000" b="100000"/>
              </a:path>
              <a:tileRect l="-100000" t="-100000"/>
            </a:gra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38" name="Google Shape;38;p3"/>
            <p:cNvSpPr/>
            <p:nvPr/>
          </p:nvSpPr>
          <p:spPr>
            <a:xfrm flipH="1">
              <a:off x="639796" y="0"/>
              <a:ext cx="644395" cy="1992359"/>
            </a:xfrm>
            <a:custGeom>
              <a:avLst/>
              <a:gdLst/>
              <a:ahLst/>
              <a:cxnLst/>
              <a:rect l="l" t="t" r="r" b="b"/>
              <a:pathLst>
                <a:path w="21600" h="21600" extrusionOk="0">
                  <a:moveTo>
                    <a:pt x="21580" y="0"/>
                  </a:moveTo>
                  <a:lnTo>
                    <a:pt x="101" y="3185"/>
                  </a:lnTo>
                  <a:lnTo>
                    <a:pt x="0" y="21600"/>
                  </a:lnTo>
                  <a:lnTo>
                    <a:pt x="21600" y="21564"/>
                  </a:lnTo>
                  <a:lnTo>
                    <a:pt x="21580" y="0"/>
                  </a:lnTo>
                  <a:close/>
                </a:path>
              </a:pathLst>
            </a:custGeom>
            <a:gradFill>
              <a:gsLst>
                <a:gs pos="0">
                  <a:srgbClr val="FF2C79"/>
                </a:gs>
                <a:gs pos="100000">
                  <a:srgbClr val="7B1142"/>
                </a:gs>
              </a:gsLst>
              <a:path path="circle">
                <a:fillToRect r="100000" b="100000"/>
              </a:path>
              <a:tileRect l="-100000" t="-100000"/>
            </a:gra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grpSp>
      <p:pic>
        <p:nvPicPr>
          <p:cNvPr id="39" name="Google Shape;39;p3" descr="Picture1.png"/>
          <p:cNvPicPr preferRelativeResize="0"/>
          <p:nvPr/>
        </p:nvPicPr>
        <p:blipFill rotWithShape="1">
          <a:blip r:embed="rId3">
            <a:alphaModFix amt="53757"/>
          </a:blip>
          <a:srcRect/>
          <a:stretch/>
        </p:blipFill>
        <p:spPr>
          <a:xfrm rot="-5400000" flipH="1">
            <a:off x="8625621" y="1516123"/>
            <a:ext cx="148473" cy="1995888"/>
          </a:xfrm>
          <a:prstGeom prst="rect">
            <a:avLst/>
          </a:prstGeom>
          <a:noFill/>
          <a:ln>
            <a:noFill/>
          </a:ln>
        </p:spPr>
      </p:pic>
      <p:sp>
        <p:nvSpPr>
          <p:cNvPr id="41" name="Google Shape;41;p3"/>
          <p:cNvSpPr txBox="1"/>
          <p:nvPr/>
        </p:nvSpPr>
        <p:spPr>
          <a:xfrm>
            <a:off x="7563608" y="1318439"/>
            <a:ext cx="2664022" cy="332741"/>
          </a:xfrm>
          <a:prstGeom prst="rect">
            <a:avLst/>
          </a:prstGeom>
          <a:noFill/>
          <a:ln>
            <a:noFill/>
          </a:ln>
        </p:spPr>
        <p:txBody>
          <a:bodyPr spcFirstLastPara="1" wrap="square" lIns="45700" tIns="45700" rIns="45700" bIns="45700" anchor="t" anchorCtr="0">
            <a:noAutofit/>
          </a:bodyPr>
          <a:lstStyle/>
          <a:p>
            <a:pPr marL="0" marR="0" lvl="0" indent="0" algn="ctr" rtl="0">
              <a:lnSpc>
                <a:spcPct val="100000"/>
              </a:lnSpc>
              <a:spcBef>
                <a:spcPts val="0"/>
              </a:spcBef>
              <a:spcAft>
                <a:spcPts val="0"/>
              </a:spcAft>
              <a:buClr>
                <a:srgbClr val="FFFFFF"/>
              </a:buClr>
              <a:buSzPts val="1400"/>
              <a:buFont typeface="Avenir"/>
              <a:buNone/>
            </a:pPr>
            <a:r>
              <a:rPr lang="en-US" sz="1400" b="1" i="0" u="none" strike="noStrike" cap="none" dirty="0">
                <a:solidFill>
                  <a:srgbClr val="FFFFFF"/>
                </a:solidFill>
                <a:latin typeface="Avenir"/>
                <a:ea typeface="Avenir"/>
                <a:cs typeface="Avenir"/>
                <a:sym typeface="Avenir"/>
              </a:rPr>
              <a:t>   </a:t>
            </a:r>
            <a:r>
              <a:rPr lang="en-US" sz="2800" b="1" i="0" u="none" strike="noStrike" cap="none" dirty="0">
                <a:solidFill>
                  <a:srgbClr val="FFFFFF"/>
                </a:solidFill>
                <a:latin typeface="Avenir"/>
                <a:ea typeface="Avenir"/>
                <a:cs typeface="Avenir"/>
                <a:sym typeface="Avenir"/>
              </a:rPr>
              <a:t>KEBOCORAN  </a:t>
            </a:r>
            <a:endParaRPr sz="2800" dirty="0"/>
          </a:p>
        </p:txBody>
      </p:sp>
      <p:sp>
        <p:nvSpPr>
          <p:cNvPr id="42" name="Google Shape;42;p3"/>
          <p:cNvSpPr/>
          <p:nvPr/>
        </p:nvSpPr>
        <p:spPr>
          <a:xfrm>
            <a:off x="8603953" y="664210"/>
            <a:ext cx="583333" cy="583333"/>
          </a:xfrm>
          <a:prstGeom prst="ellipse">
            <a:avLst/>
          </a:prstGeom>
          <a:solidFill>
            <a:srgbClr val="000000">
              <a:alpha val="21568"/>
            </a:srgbClr>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43" name="Google Shape;43;p3"/>
          <p:cNvSpPr txBox="1"/>
          <p:nvPr/>
        </p:nvSpPr>
        <p:spPr>
          <a:xfrm>
            <a:off x="8620742" y="1801063"/>
            <a:ext cx="495297" cy="561341"/>
          </a:xfrm>
          <a:prstGeom prst="rect">
            <a:avLst/>
          </a:prstGeom>
          <a:noFill/>
          <a:ln>
            <a:noFill/>
          </a:ln>
        </p:spPr>
        <p:txBody>
          <a:bodyPr spcFirstLastPara="1" wrap="square" lIns="45700" tIns="45700" rIns="45700" bIns="45700" anchor="t" anchorCtr="0">
            <a:noAutofit/>
          </a:bodyPr>
          <a:lstStyle/>
          <a:p>
            <a:pPr marL="0" marR="0" lvl="0" indent="0" algn="ctr" rtl="0">
              <a:lnSpc>
                <a:spcPct val="100000"/>
              </a:lnSpc>
              <a:spcBef>
                <a:spcPts val="0"/>
              </a:spcBef>
              <a:spcAft>
                <a:spcPts val="0"/>
              </a:spcAft>
              <a:buClr>
                <a:srgbClr val="FFFFFF"/>
              </a:buClr>
              <a:buSzPts val="2700"/>
              <a:buFont typeface="Avenir"/>
              <a:buNone/>
            </a:pPr>
            <a:r>
              <a:rPr lang="en-US" sz="2700" dirty="0">
                <a:solidFill>
                  <a:srgbClr val="FFFFFF"/>
                </a:solidFill>
                <a:latin typeface="Avenir"/>
                <a:sym typeface="Avenir"/>
              </a:rPr>
              <a:t>3</a:t>
            </a:r>
            <a:endParaRPr dirty="0"/>
          </a:p>
        </p:txBody>
      </p:sp>
      <p:sp>
        <p:nvSpPr>
          <p:cNvPr id="44" name="Google Shape;44;p3"/>
          <p:cNvSpPr/>
          <p:nvPr/>
        </p:nvSpPr>
        <p:spPr>
          <a:xfrm>
            <a:off x="8603953" y="1791550"/>
            <a:ext cx="482597" cy="482596"/>
          </a:xfrm>
          <a:prstGeom prst="ellipse">
            <a:avLst/>
          </a:prstGeom>
          <a:noFill/>
          <a:ln w="12700" cap="flat" cmpd="sng">
            <a:solidFill>
              <a:srgbClr val="FFFFFF"/>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grpSp>
        <p:nvGrpSpPr>
          <p:cNvPr id="45" name="Google Shape;45;p3"/>
          <p:cNvGrpSpPr/>
          <p:nvPr/>
        </p:nvGrpSpPr>
        <p:grpSpPr>
          <a:xfrm rot="10800000">
            <a:off x="3241060" y="3582629"/>
            <a:ext cx="2175140" cy="1992360"/>
            <a:chOff x="0" y="0"/>
            <a:chExt cx="1284191" cy="1992359"/>
          </a:xfrm>
        </p:grpSpPr>
        <p:sp>
          <p:nvSpPr>
            <p:cNvPr id="46" name="Google Shape;46;p3"/>
            <p:cNvSpPr/>
            <p:nvPr/>
          </p:nvSpPr>
          <p:spPr>
            <a:xfrm>
              <a:off x="0" y="0"/>
              <a:ext cx="643784" cy="1992359"/>
            </a:xfrm>
            <a:custGeom>
              <a:avLst/>
              <a:gdLst/>
              <a:ahLst/>
              <a:cxnLst/>
              <a:rect l="l" t="t" r="r" b="b"/>
              <a:pathLst>
                <a:path w="21600" h="21600" extrusionOk="0">
                  <a:moveTo>
                    <a:pt x="21600" y="0"/>
                  </a:moveTo>
                  <a:lnTo>
                    <a:pt x="101" y="3185"/>
                  </a:lnTo>
                  <a:lnTo>
                    <a:pt x="0" y="21600"/>
                  </a:lnTo>
                  <a:lnTo>
                    <a:pt x="21495" y="21561"/>
                  </a:lnTo>
                  <a:lnTo>
                    <a:pt x="21600" y="0"/>
                  </a:lnTo>
                  <a:close/>
                </a:path>
              </a:pathLst>
            </a:custGeom>
            <a:gradFill>
              <a:gsLst>
                <a:gs pos="0">
                  <a:srgbClr val="00ACFF"/>
                </a:gs>
                <a:gs pos="2449">
                  <a:srgbClr val="00ACFF"/>
                </a:gs>
                <a:gs pos="99319">
                  <a:srgbClr val="007DD6"/>
                </a:gs>
                <a:gs pos="100000">
                  <a:srgbClr val="007DD6"/>
                </a:gs>
              </a:gsLst>
              <a:path path="circle">
                <a:fillToRect l="100000" b="100000"/>
              </a:path>
              <a:tileRect t="-100000" r="-100000"/>
            </a:gra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dirty="0">
                <a:solidFill>
                  <a:srgbClr val="000000"/>
                </a:solidFill>
                <a:latin typeface="Calibri"/>
                <a:ea typeface="Calibri"/>
                <a:cs typeface="Calibri"/>
                <a:sym typeface="Calibri"/>
              </a:endParaRPr>
            </a:p>
          </p:txBody>
        </p:sp>
        <p:sp>
          <p:nvSpPr>
            <p:cNvPr id="47" name="Google Shape;47;p3"/>
            <p:cNvSpPr/>
            <p:nvPr/>
          </p:nvSpPr>
          <p:spPr>
            <a:xfrm flipH="1">
              <a:off x="639796" y="0"/>
              <a:ext cx="644395" cy="1992359"/>
            </a:xfrm>
            <a:custGeom>
              <a:avLst/>
              <a:gdLst/>
              <a:ahLst/>
              <a:cxnLst/>
              <a:rect l="l" t="t" r="r" b="b"/>
              <a:pathLst>
                <a:path w="21600" h="21600" extrusionOk="0">
                  <a:moveTo>
                    <a:pt x="21580" y="0"/>
                  </a:moveTo>
                  <a:lnTo>
                    <a:pt x="101" y="3185"/>
                  </a:lnTo>
                  <a:lnTo>
                    <a:pt x="0" y="21600"/>
                  </a:lnTo>
                  <a:lnTo>
                    <a:pt x="21600" y="21564"/>
                  </a:lnTo>
                  <a:lnTo>
                    <a:pt x="21580" y="0"/>
                  </a:lnTo>
                  <a:close/>
                </a:path>
              </a:pathLst>
            </a:custGeom>
            <a:gradFill>
              <a:gsLst>
                <a:gs pos="0">
                  <a:srgbClr val="00ACFF"/>
                </a:gs>
                <a:gs pos="2449">
                  <a:srgbClr val="00ACFF"/>
                </a:gs>
                <a:gs pos="99319">
                  <a:srgbClr val="007DD6"/>
                </a:gs>
                <a:gs pos="100000">
                  <a:srgbClr val="007DD6"/>
                </a:gs>
              </a:gsLst>
              <a:lin ang="5400000" scaled="0"/>
            </a:gra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grpSp>
      <p:pic>
        <p:nvPicPr>
          <p:cNvPr id="48" name="Google Shape;48;p3" descr="Picture1.png"/>
          <p:cNvPicPr preferRelativeResize="0"/>
          <p:nvPr/>
        </p:nvPicPr>
        <p:blipFill rotWithShape="1">
          <a:blip r:embed="rId3">
            <a:alphaModFix amt="53757"/>
          </a:blip>
          <a:srcRect/>
          <a:stretch/>
        </p:blipFill>
        <p:spPr>
          <a:xfrm rot="5400000" flipH="1">
            <a:off x="4404794" y="2541285"/>
            <a:ext cx="148473" cy="1995888"/>
          </a:xfrm>
          <a:prstGeom prst="rect">
            <a:avLst/>
          </a:prstGeom>
          <a:noFill/>
          <a:ln>
            <a:noFill/>
          </a:ln>
        </p:spPr>
      </p:pic>
      <p:sp>
        <p:nvSpPr>
          <p:cNvPr id="50" name="Google Shape;50;p3"/>
          <p:cNvSpPr txBox="1"/>
          <p:nvPr/>
        </p:nvSpPr>
        <p:spPr>
          <a:xfrm>
            <a:off x="3248572" y="4428013"/>
            <a:ext cx="2184754" cy="332741"/>
          </a:xfrm>
          <a:prstGeom prst="rect">
            <a:avLst/>
          </a:prstGeom>
          <a:noFill/>
          <a:ln>
            <a:noFill/>
          </a:ln>
        </p:spPr>
        <p:txBody>
          <a:bodyPr spcFirstLastPara="1" wrap="square" lIns="45700" tIns="45700" rIns="45700" bIns="45700" anchor="t" anchorCtr="0">
            <a:noAutofit/>
          </a:bodyPr>
          <a:lstStyle/>
          <a:p>
            <a:pPr marL="0" marR="0" lvl="0" indent="0" algn="ctr" rtl="0">
              <a:lnSpc>
                <a:spcPct val="100000"/>
              </a:lnSpc>
              <a:spcBef>
                <a:spcPts val="0"/>
              </a:spcBef>
              <a:spcAft>
                <a:spcPts val="0"/>
              </a:spcAft>
              <a:buClr>
                <a:srgbClr val="FFFFFF"/>
              </a:buClr>
              <a:buSzPts val="1400"/>
              <a:buFont typeface="Avenir"/>
              <a:buNone/>
            </a:pPr>
            <a:r>
              <a:rPr lang="en-US" sz="1400" b="1" i="0" u="none" strike="noStrike" cap="none" dirty="0">
                <a:solidFill>
                  <a:srgbClr val="FFFFFF"/>
                </a:solidFill>
                <a:latin typeface="Avenir"/>
                <a:ea typeface="Avenir"/>
                <a:cs typeface="Avenir"/>
                <a:sym typeface="Avenir"/>
              </a:rPr>
              <a:t>  </a:t>
            </a:r>
            <a:r>
              <a:rPr lang="en-US" sz="2800" b="1" i="0" u="none" strike="noStrike" cap="none" dirty="0">
                <a:solidFill>
                  <a:srgbClr val="FFFFFF"/>
                </a:solidFill>
                <a:latin typeface="Avenir"/>
                <a:ea typeface="Avenir"/>
                <a:cs typeface="Avenir"/>
                <a:sym typeface="Avenir"/>
              </a:rPr>
              <a:t>KECURIAN</a:t>
            </a:r>
            <a:r>
              <a:rPr lang="en-US" sz="1400" b="1" i="0" u="none" strike="noStrike" cap="none" dirty="0">
                <a:solidFill>
                  <a:srgbClr val="FFFFFF"/>
                </a:solidFill>
                <a:latin typeface="Avenir"/>
                <a:ea typeface="Avenir"/>
                <a:cs typeface="Avenir"/>
                <a:sym typeface="Avenir"/>
              </a:rPr>
              <a:t>   </a:t>
            </a:r>
            <a:endParaRPr dirty="0"/>
          </a:p>
        </p:txBody>
      </p:sp>
      <p:sp>
        <p:nvSpPr>
          <p:cNvPr id="51" name="Google Shape;51;p3"/>
          <p:cNvSpPr/>
          <p:nvPr/>
        </p:nvSpPr>
        <p:spPr>
          <a:xfrm>
            <a:off x="4071606" y="4841016"/>
            <a:ext cx="583333" cy="583333"/>
          </a:xfrm>
          <a:prstGeom prst="ellipse">
            <a:avLst/>
          </a:prstGeom>
          <a:solidFill>
            <a:srgbClr val="000000">
              <a:alpha val="21568"/>
            </a:srgbClr>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2" name="Google Shape;52;p3"/>
          <p:cNvSpPr txBox="1"/>
          <p:nvPr/>
        </p:nvSpPr>
        <p:spPr>
          <a:xfrm>
            <a:off x="4141684" y="3826541"/>
            <a:ext cx="495297" cy="561341"/>
          </a:xfrm>
          <a:prstGeom prst="rect">
            <a:avLst/>
          </a:prstGeom>
          <a:noFill/>
          <a:ln>
            <a:noFill/>
          </a:ln>
        </p:spPr>
        <p:txBody>
          <a:bodyPr spcFirstLastPara="1" wrap="square" lIns="45700" tIns="45700" rIns="45700" bIns="45700" anchor="t" anchorCtr="0">
            <a:noAutofit/>
          </a:bodyPr>
          <a:lstStyle/>
          <a:p>
            <a:pPr marL="0" marR="0" lvl="0" indent="0" algn="ctr" rtl="0">
              <a:lnSpc>
                <a:spcPct val="100000"/>
              </a:lnSpc>
              <a:spcBef>
                <a:spcPts val="0"/>
              </a:spcBef>
              <a:spcAft>
                <a:spcPts val="0"/>
              </a:spcAft>
              <a:buClr>
                <a:srgbClr val="FFFFFF"/>
              </a:buClr>
              <a:buSzPts val="2700"/>
              <a:buFont typeface="Avenir"/>
              <a:buNone/>
            </a:pPr>
            <a:r>
              <a:rPr lang="en-US" sz="2700" dirty="0">
                <a:solidFill>
                  <a:srgbClr val="FFFFFF"/>
                </a:solidFill>
                <a:latin typeface="Avenir"/>
                <a:sym typeface="Avenir"/>
              </a:rPr>
              <a:t>4</a:t>
            </a:r>
            <a:endParaRPr dirty="0"/>
          </a:p>
        </p:txBody>
      </p:sp>
      <p:sp>
        <p:nvSpPr>
          <p:cNvPr id="53" name="Google Shape;53;p3"/>
          <p:cNvSpPr/>
          <p:nvPr/>
        </p:nvSpPr>
        <p:spPr>
          <a:xfrm>
            <a:off x="4164953" y="3847790"/>
            <a:ext cx="482597" cy="482597"/>
          </a:xfrm>
          <a:prstGeom prst="ellipse">
            <a:avLst/>
          </a:prstGeom>
          <a:noFill/>
          <a:ln w="12700" cap="flat" cmpd="sng">
            <a:solidFill>
              <a:srgbClr val="FFFFFF"/>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grpSp>
        <p:nvGrpSpPr>
          <p:cNvPr id="63" name="Google Shape;63;p3"/>
          <p:cNvGrpSpPr/>
          <p:nvPr/>
        </p:nvGrpSpPr>
        <p:grpSpPr>
          <a:xfrm rot="10800000">
            <a:off x="6658314" y="3613466"/>
            <a:ext cx="2491835" cy="1992360"/>
            <a:chOff x="0" y="0"/>
            <a:chExt cx="1284191" cy="1992359"/>
          </a:xfrm>
        </p:grpSpPr>
        <p:sp>
          <p:nvSpPr>
            <p:cNvPr id="64" name="Google Shape;64;p3"/>
            <p:cNvSpPr/>
            <p:nvPr/>
          </p:nvSpPr>
          <p:spPr>
            <a:xfrm>
              <a:off x="0" y="0"/>
              <a:ext cx="643784" cy="1992359"/>
            </a:xfrm>
            <a:custGeom>
              <a:avLst/>
              <a:gdLst/>
              <a:ahLst/>
              <a:cxnLst/>
              <a:rect l="l" t="t" r="r" b="b"/>
              <a:pathLst>
                <a:path w="21600" h="21600" extrusionOk="0">
                  <a:moveTo>
                    <a:pt x="21600" y="0"/>
                  </a:moveTo>
                  <a:lnTo>
                    <a:pt x="101" y="3185"/>
                  </a:lnTo>
                  <a:lnTo>
                    <a:pt x="0" y="21600"/>
                  </a:lnTo>
                  <a:lnTo>
                    <a:pt x="21495" y="21561"/>
                  </a:lnTo>
                  <a:lnTo>
                    <a:pt x="21600" y="0"/>
                  </a:lnTo>
                  <a:close/>
                </a:path>
              </a:pathLst>
            </a:custGeom>
            <a:gradFill>
              <a:gsLst>
                <a:gs pos="0">
                  <a:srgbClr val="31FBA9"/>
                </a:gs>
                <a:gs pos="983">
                  <a:srgbClr val="31FBA9"/>
                </a:gs>
                <a:gs pos="100000">
                  <a:srgbClr val="00A779"/>
                </a:gs>
              </a:gsLst>
              <a:path path="circle">
                <a:fillToRect r="100000" b="100000"/>
              </a:path>
              <a:tileRect l="-100000" t="-100000"/>
            </a:gra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65" name="Google Shape;65;p3"/>
            <p:cNvSpPr/>
            <p:nvPr/>
          </p:nvSpPr>
          <p:spPr>
            <a:xfrm flipH="1">
              <a:off x="639796" y="0"/>
              <a:ext cx="644395" cy="1992359"/>
            </a:xfrm>
            <a:custGeom>
              <a:avLst/>
              <a:gdLst/>
              <a:ahLst/>
              <a:cxnLst/>
              <a:rect l="l" t="t" r="r" b="b"/>
              <a:pathLst>
                <a:path w="21600" h="21600" extrusionOk="0">
                  <a:moveTo>
                    <a:pt x="21580" y="0"/>
                  </a:moveTo>
                  <a:lnTo>
                    <a:pt x="101" y="3185"/>
                  </a:lnTo>
                  <a:lnTo>
                    <a:pt x="0" y="21600"/>
                  </a:lnTo>
                  <a:lnTo>
                    <a:pt x="21600" y="21564"/>
                  </a:lnTo>
                  <a:lnTo>
                    <a:pt x="21580" y="0"/>
                  </a:lnTo>
                  <a:close/>
                </a:path>
              </a:pathLst>
            </a:custGeom>
            <a:gradFill>
              <a:gsLst>
                <a:gs pos="0">
                  <a:srgbClr val="31FBA9"/>
                </a:gs>
                <a:gs pos="983">
                  <a:srgbClr val="31FBA9"/>
                </a:gs>
                <a:gs pos="100000">
                  <a:srgbClr val="00A779"/>
                </a:gs>
              </a:gsLst>
              <a:lin ang="5400000" scaled="0"/>
            </a:gra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dirty="0">
                <a:solidFill>
                  <a:srgbClr val="000000"/>
                </a:solidFill>
                <a:latin typeface="Calibri"/>
                <a:ea typeface="Calibri"/>
                <a:cs typeface="Calibri"/>
                <a:sym typeface="Calibri"/>
              </a:endParaRPr>
            </a:p>
          </p:txBody>
        </p:sp>
      </p:grpSp>
      <p:pic>
        <p:nvPicPr>
          <p:cNvPr id="66" name="Google Shape;66;p3" descr="Picture1.png"/>
          <p:cNvPicPr preferRelativeResize="0"/>
          <p:nvPr/>
        </p:nvPicPr>
        <p:blipFill rotWithShape="1">
          <a:blip r:embed="rId3">
            <a:alphaModFix amt="53757"/>
          </a:blip>
          <a:srcRect/>
          <a:stretch/>
        </p:blipFill>
        <p:spPr>
          <a:xfrm rot="5400000" flipH="1">
            <a:off x="7864925" y="2570625"/>
            <a:ext cx="148473" cy="1995888"/>
          </a:xfrm>
          <a:prstGeom prst="rect">
            <a:avLst/>
          </a:prstGeom>
          <a:noFill/>
          <a:ln>
            <a:noFill/>
          </a:ln>
        </p:spPr>
      </p:pic>
      <p:sp>
        <p:nvSpPr>
          <p:cNvPr id="68" name="Google Shape;68;p3"/>
          <p:cNvSpPr txBox="1"/>
          <p:nvPr/>
        </p:nvSpPr>
        <p:spPr>
          <a:xfrm>
            <a:off x="6715149" y="4431457"/>
            <a:ext cx="2485485" cy="332741"/>
          </a:xfrm>
          <a:prstGeom prst="rect">
            <a:avLst/>
          </a:prstGeom>
          <a:noFill/>
          <a:ln>
            <a:noFill/>
          </a:ln>
        </p:spPr>
        <p:txBody>
          <a:bodyPr spcFirstLastPara="1" wrap="square" lIns="45700" tIns="45700" rIns="45700" bIns="45700" anchor="t" anchorCtr="0">
            <a:noAutofit/>
          </a:bodyPr>
          <a:lstStyle/>
          <a:p>
            <a:pPr marL="0" marR="0" lvl="0" indent="0" algn="ctr" rtl="0">
              <a:lnSpc>
                <a:spcPct val="100000"/>
              </a:lnSpc>
              <a:spcBef>
                <a:spcPts val="0"/>
              </a:spcBef>
              <a:spcAft>
                <a:spcPts val="0"/>
              </a:spcAft>
              <a:buClr>
                <a:srgbClr val="FFFFFF"/>
              </a:buClr>
              <a:buSzPts val="1400"/>
              <a:buFont typeface="Avenir"/>
              <a:buNone/>
            </a:pPr>
            <a:r>
              <a:rPr lang="en-US" sz="2800" b="1" dirty="0">
                <a:solidFill>
                  <a:srgbClr val="FFFFFF"/>
                </a:solidFill>
                <a:latin typeface="Avenir"/>
                <a:ea typeface="Avenir"/>
                <a:cs typeface="Avenir"/>
                <a:sym typeface="Avenir"/>
              </a:rPr>
              <a:t>KECUAIAN</a:t>
            </a:r>
            <a:r>
              <a:rPr lang="en-US" sz="2800" b="1" i="0" u="none" strike="noStrike" cap="none" dirty="0">
                <a:solidFill>
                  <a:srgbClr val="FFFFFF"/>
                </a:solidFill>
                <a:latin typeface="Avenir"/>
                <a:ea typeface="Avenir"/>
                <a:cs typeface="Avenir"/>
                <a:sym typeface="Avenir"/>
              </a:rPr>
              <a:t>  </a:t>
            </a:r>
            <a:r>
              <a:rPr lang="en-US" sz="1400" b="1" i="0" u="none" strike="noStrike" cap="none" dirty="0">
                <a:solidFill>
                  <a:srgbClr val="FFFFFF"/>
                </a:solidFill>
                <a:latin typeface="Avenir"/>
                <a:ea typeface="Avenir"/>
                <a:cs typeface="Avenir"/>
                <a:sym typeface="Avenir"/>
              </a:rPr>
              <a:t>   </a:t>
            </a:r>
            <a:endParaRPr dirty="0"/>
          </a:p>
        </p:txBody>
      </p:sp>
      <p:sp>
        <p:nvSpPr>
          <p:cNvPr id="69" name="Google Shape;69;p3"/>
          <p:cNvSpPr/>
          <p:nvPr/>
        </p:nvSpPr>
        <p:spPr>
          <a:xfrm>
            <a:off x="7631248" y="4848610"/>
            <a:ext cx="555738" cy="583333"/>
          </a:xfrm>
          <a:prstGeom prst="ellipse">
            <a:avLst/>
          </a:prstGeom>
          <a:solidFill>
            <a:srgbClr val="000000">
              <a:alpha val="21568"/>
            </a:srgbClr>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70" name="Google Shape;70;p3"/>
          <p:cNvSpPr txBox="1"/>
          <p:nvPr/>
        </p:nvSpPr>
        <p:spPr>
          <a:xfrm>
            <a:off x="7567303" y="3842205"/>
            <a:ext cx="712067" cy="515493"/>
          </a:xfrm>
          <a:prstGeom prst="rect">
            <a:avLst/>
          </a:prstGeom>
          <a:noFill/>
          <a:ln>
            <a:noFill/>
          </a:ln>
        </p:spPr>
        <p:txBody>
          <a:bodyPr spcFirstLastPara="1" wrap="square" lIns="45700" tIns="45700" rIns="45700" bIns="45700" anchor="t" anchorCtr="0">
            <a:noAutofit/>
          </a:bodyPr>
          <a:lstStyle/>
          <a:p>
            <a:pPr marL="0" marR="0" lvl="0" indent="0" algn="ctr" rtl="0">
              <a:lnSpc>
                <a:spcPct val="100000"/>
              </a:lnSpc>
              <a:spcBef>
                <a:spcPts val="0"/>
              </a:spcBef>
              <a:spcAft>
                <a:spcPts val="0"/>
              </a:spcAft>
              <a:buClr>
                <a:srgbClr val="FFFFFF"/>
              </a:buClr>
              <a:buSzPts val="2700"/>
              <a:buFont typeface="Avenir"/>
              <a:buNone/>
            </a:pPr>
            <a:r>
              <a:rPr lang="en-US" sz="2700" dirty="0">
                <a:solidFill>
                  <a:srgbClr val="FFFFFF"/>
                </a:solidFill>
                <a:latin typeface="Avenir"/>
                <a:sym typeface="Avenir"/>
              </a:rPr>
              <a:t>5</a:t>
            </a:r>
            <a:endParaRPr dirty="0"/>
          </a:p>
        </p:txBody>
      </p:sp>
      <p:sp>
        <p:nvSpPr>
          <p:cNvPr id="71" name="Google Shape;71;p3"/>
          <p:cNvSpPr/>
          <p:nvPr/>
        </p:nvSpPr>
        <p:spPr>
          <a:xfrm>
            <a:off x="7659656" y="3884584"/>
            <a:ext cx="482597" cy="482596"/>
          </a:xfrm>
          <a:prstGeom prst="ellipse">
            <a:avLst/>
          </a:prstGeom>
          <a:noFill/>
          <a:ln w="12700" cap="flat" cmpd="sng">
            <a:solidFill>
              <a:srgbClr val="FFFFFF"/>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78" name="Google Shape;78;p3"/>
          <p:cNvSpPr txBox="1"/>
          <p:nvPr/>
        </p:nvSpPr>
        <p:spPr>
          <a:xfrm>
            <a:off x="3248572" y="2622776"/>
            <a:ext cx="5379219" cy="938322"/>
          </a:xfrm>
          <a:prstGeom prst="rect">
            <a:avLst/>
          </a:prstGeom>
          <a:noFill/>
          <a:ln>
            <a:noFill/>
          </a:ln>
        </p:spPr>
        <p:txBody>
          <a:bodyPr spcFirstLastPara="1" wrap="square" lIns="45700" tIns="45700" rIns="45700" bIns="45700" anchor="t" anchorCtr="0">
            <a:noAutofit/>
          </a:bodyPr>
          <a:lstStyle/>
          <a:p>
            <a:pPr lvl="0" algn="ctr">
              <a:buClr>
                <a:srgbClr val="FF8029"/>
              </a:buClr>
              <a:buSzPts val="2000"/>
            </a:pPr>
            <a:r>
              <a:rPr lang="en-US" sz="4000" b="1" dirty="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ANCAMAN LAIN</a:t>
            </a:r>
            <a:endParaRPr sz="4000" dirty="0"/>
          </a:p>
        </p:txBody>
      </p:sp>
      <p:sp>
        <p:nvSpPr>
          <p:cNvPr id="81" name="Google Shape;52;p3">
            <a:extLst>
              <a:ext uri="{FF2B5EF4-FFF2-40B4-BE49-F238E27FC236}">
                <a16:creationId xmlns="" xmlns:a16="http://schemas.microsoft.com/office/drawing/2014/main" id="{0815DFA5-2C2B-416B-A4C2-5FAB7806B6F9}"/>
              </a:ext>
            </a:extLst>
          </p:cNvPr>
          <p:cNvSpPr txBox="1"/>
          <p:nvPr/>
        </p:nvSpPr>
        <p:spPr>
          <a:xfrm>
            <a:off x="5320354" y="1687765"/>
            <a:ext cx="496922" cy="561341"/>
          </a:xfrm>
          <a:prstGeom prst="rect">
            <a:avLst/>
          </a:prstGeom>
          <a:noFill/>
          <a:ln>
            <a:noFill/>
          </a:ln>
        </p:spPr>
        <p:txBody>
          <a:bodyPr spcFirstLastPara="1" wrap="square" lIns="45700" tIns="45700" rIns="45700" bIns="45700" anchor="t" anchorCtr="0">
            <a:noAutofit/>
          </a:bodyPr>
          <a:lstStyle/>
          <a:p>
            <a:pPr marL="0" marR="0" lvl="0" indent="0" algn="ctr" rtl="0">
              <a:lnSpc>
                <a:spcPct val="100000"/>
              </a:lnSpc>
              <a:spcBef>
                <a:spcPts val="0"/>
              </a:spcBef>
              <a:spcAft>
                <a:spcPts val="0"/>
              </a:spcAft>
              <a:buClr>
                <a:srgbClr val="FFFFFF"/>
              </a:buClr>
              <a:buSzPts val="2700"/>
              <a:buFont typeface="Avenir"/>
              <a:buNone/>
            </a:pPr>
            <a:r>
              <a:rPr lang="en-US" sz="2700" b="0" i="0" u="none" strike="noStrike" cap="none" dirty="0">
                <a:solidFill>
                  <a:srgbClr val="FFFFFF"/>
                </a:solidFill>
                <a:latin typeface="Avenir"/>
                <a:ea typeface="Avenir"/>
                <a:cs typeface="Avenir"/>
                <a:sym typeface="Avenir"/>
              </a:rPr>
              <a:t>2</a:t>
            </a:r>
            <a:endParaRPr dirty="0"/>
          </a:p>
        </p:txBody>
      </p:sp>
      <p:sp>
        <p:nvSpPr>
          <p:cNvPr id="82" name="TextBox 81">
            <a:extLst>
              <a:ext uri="{FF2B5EF4-FFF2-40B4-BE49-F238E27FC236}">
                <a16:creationId xmlns="" xmlns:a16="http://schemas.microsoft.com/office/drawing/2014/main" id="{91234357-C212-4D9E-834F-B47DE407337F}"/>
              </a:ext>
            </a:extLst>
          </p:cNvPr>
          <p:cNvSpPr txBox="1"/>
          <p:nvPr/>
        </p:nvSpPr>
        <p:spPr>
          <a:xfrm>
            <a:off x="2011650" y="6045798"/>
            <a:ext cx="6954415" cy="430887"/>
          </a:xfrm>
          <a:prstGeom prst="rect">
            <a:avLst/>
          </a:prstGeom>
          <a:noFill/>
        </p:spPr>
        <p:txBody>
          <a:bodyPr wrap="square">
            <a:spAutoFit/>
          </a:bodyPr>
          <a:lstStyle/>
          <a:p>
            <a:pPr>
              <a:defRPr/>
            </a:pPr>
            <a:r>
              <a:rPr lang="en-US" sz="1100" spc="280" dirty="0"/>
              <a:t>PEJABAT KETUA PEGAWAI KESELAMATAN KERAJAAN MALAYSIA</a:t>
            </a:r>
          </a:p>
          <a:p>
            <a:pPr>
              <a:defRPr/>
            </a:pPr>
            <a:r>
              <a:rPr lang="en-US" sz="1100" spc="280" dirty="0"/>
              <a:t>JABATAN PERDANA MENTERI</a:t>
            </a:r>
          </a:p>
        </p:txBody>
      </p:sp>
      <p:pic>
        <p:nvPicPr>
          <p:cNvPr id="83" name="Picture 82">
            <a:extLst>
              <a:ext uri="{FF2B5EF4-FFF2-40B4-BE49-F238E27FC236}">
                <a16:creationId xmlns="" xmlns:a16="http://schemas.microsoft.com/office/drawing/2014/main" id="{5B311F2B-A50B-4764-A9D8-E3B6AC237DE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19586" y="5605827"/>
            <a:ext cx="1300637" cy="104216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8"/>
                                        </p:tgtEl>
                                        <p:attrNameLst>
                                          <p:attrName>style.visibility</p:attrName>
                                        </p:attrNameLst>
                                      </p:cBhvr>
                                      <p:to>
                                        <p:strVal val="visible"/>
                                      </p:to>
                                    </p:set>
                                    <p:animEffect transition="in" filter="fade">
                                      <p:cBhvr>
                                        <p:cTn id="7" dur="500"/>
                                        <p:tgtEl>
                                          <p:spTgt spid="78"/>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 calcmode="lin" valueType="num">
                                      <p:cBhvr additive="base">
                                        <p:cTn id="12" dur="500"/>
                                        <p:tgtEl>
                                          <p:spTgt spid="20"/>
                                        </p:tgtEl>
                                        <p:attrNameLst>
                                          <p:attrName>ppt_w</p:attrName>
                                        </p:attrNameLst>
                                      </p:cBhvr>
                                      <p:tavLst>
                                        <p:tav tm="0">
                                          <p:val>
                                            <p:strVal val="0"/>
                                          </p:val>
                                        </p:tav>
                                        <p:tav tm="100000">
                                          <p:val>
                                            <p:strVal val="#ppt_w"/>
                                          </p:val>
                                        </p:tav>
                                      </p:tavLst>
                                    </p:anim>
                                    <p:anim calcmode="lin" valueType="num">
                                      <p:cBhvr additive="base">
                                        <p:cTn id="13" dur="500"/>
                                        <p:tgtEl>
                                          <p:spTgt spid="20"/>
                                        </p:tgtEl>
                                        <p:attrNameLst>
                                          <p:attrName>ppt_h</p:attrName>
                                        </p:attrNameLst>
                                      </p:cBhvr>
                                      <p:tavLst>
                                        <p:tav tm="0">
                                          <p:val>
                                            <p:strVal val="0"/>
                                          </p:val>
                                        </p:tav>
                                        <p:tav tm="100000">
                                          <p:val>
                                            <p:strVal val="#ppt_h"/>
                                          </p:val>
                                        </p:tav>
                                      </p:tavLst>
                                    </p:anim>
                                  </p:childTnLst>
                                </p:cTn>
                              </p:par>
                            </p:childTnLst>
                          </p:cTn>
                        </p:par>
                        <p:par>
                          <p:cTn id="14" fill="hold">
                            <p:stCondLst>
                              <p:cond delay="500"/>
                            </p:stCondLst>
                            <p:childTnLst>
                              <p:par>
                                <p:cTn id="15" presetID="10" presetClass="entr" presetSubtype="0" fill="hold" nodeType="after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500"/>
                                        <p:tgtEl>
                                          <p:spTgt spid="17"/>
                                        </p:tgtEl>
                                      </p:cBhvr>
                                    </p:animEffect>
                                  </p:childTnLst>
                                </p:cTn>
                              </p:par>
                            </p:childTnLst>
                          </p:cTn>
                        </p:par>
                        <p:par>
                          <p:cTn id="18" fill="hold">
                            <p:stCondLst>
                              <p:cond delay="1000"/>
                            </p:stCondLst>
                            <p:childTnLst>
                              <p:par>
                                <p:cTn id="19" presetID="23" presetClass="entr" presetSubtype="16" fill="hold" nodeType="afterEffect">
                                  <p:stCondLst>
                                    <p:cond delay="0"/>
                                  </p:stCondLst>
                                  <p:childTnLst>
                                    <p:set>
                                      <p:cBhvr>
                                        <p:cTn id="20" dur="1" fill="hold">
                                          <p:stCondLst>
                                            <p:cond delay="0"/>
                                          </p:stCondLst>
                                        </p:cTn>
                                        <p:tgtEl>
                                          <p:spTgt spid="25"/>
                                        </p:tgtEl>
                                        <p:attrNameLst>
                                          <p:attrName>style.visibility</p:attrName>
                                        </p:attrNameLst>
                                      </p:cBhvr>
                                      <p:to>
                                        <p:strVal val="visible"/>
                                      </p:to>
                                    </p:set>
                                    <p:anim calcmode="lin" valueType="num">
                                      <p:cBhvr additive="base">
                                        <p:cTn id="21" dur="500"/>
                                        <p:tgtEl>
                                          <p:spTgt spid="25"/>
                                        </p:tgtEl>
                                        <p:attrNameLst>
                                          <p:attrName>ppt_w</p:attrName>
                                        </p:attrNameLst>
                                      </p:cBhvr>
                                      <p:tavLst>
                                        <p:tav tm="0">
                                          <p:val>
                                            <p:strVal val="0"/>
                                          </p:val>
                                        </p:tav>
                                        <p:tav tm="100000">
                                          <p:val>
                                            <p:strVal val="#ppt_w"/>
                                          </p:val>
                                        </p:tav>
                                      </p:tavLst>
                                    </p:anim>
                                    <p:anim calcmode="lin" valueType="num">
                                      <p:cBhvr additive="base">
                                        <p:cTn id="22" dur="500"/>
                                        <p:tgtEl>
                                          <p:spTgt spid="25"/>
                                        </p:tgtEl>
                                        <p:attrNameLst>
                                          <p:attrName>ppt_h</p:attrName>
                                        </p:attrNameLst>
                                      </p:cBhvr>
                                      <p:tavLst>
                                        <p:tav tm="0">
                                          <p:val>
                                            <p:strVal val="0"/>
                                          </p:val>
                                        </p:tav>
                                        <p:tav tm="100000">
                                          <p:val>
                                            <p:strVal val="#ppt_h"/>
                                          </p:val>
                                        </p:tav>
                                      </p:tavLst>
                                    </p:anim>
                                  </p:childTnLst>
                                </p:cTn>
                              </p:par>
                            </p:childTnLst>
                          </p:cTn>
                        </p:par>
                        <p:par>
                          <p:cTn id="23" fill="hold">
                            <p:stCondLst>
                              <p:cond delay="1500"/>
                            </p:stCondLst>
                            <p:childTnLst>
                              <p:par>
                                <p:cTn id="24" presetID="23" presetClass="entr" presetSubtype="16" fill="hold" nodeType="afterEffect">
                                  <p:stCondLst>
                                    <p:cond delay="0"/>
                                  </p:stCondLst>
                                  <p:childTnLst>
                                    <p:set>
                                      <p:cBhvr>
                                        <p:cTn id="25" dur="1" fill="hold">
                                          <p:stCondLst>
                                            <p:cond delay="0"/>
                                          </p:stCondLst>
                                        </p:cTn>
                                        <p:tgtEl>
                                          <p:spTgt spid="24"/>
                                        </p:tgtEl>
                                        <p:attrNameLst>
                                          <p:attrName>style.visibility</p:attrName>
                                        </p:attrNameLst>
                                      </p:cBhvr>
                                      <p:to>
                                        <p:strVal val="visible"/>
                                      </p:to>
                                    </p:set>
                                    <p:anim calcmode="lin" valueType="num">
                                      <p:cBhvr additive="base">
                                        <p:cTn id="26" dur="500"/>
                                        <p:tgtEl>
                                          <p:spTgt spid="24"/>
                                        </p:tgtEl>
                                        <p:attrNameLst>
                                          <p:attrName>ppt_w</p:attrName>
                                        </p:attrNameLst>
                                      </p:cBhvr>
                                      <p:tavLst>
                                        <p:tav tm="0">
                                          <p:val>
                                            <p:strVal val="0"/>
                                          </p:val>
                                        </p:tav>
                                        <p:tav tm="100000">
                                          <p:val>
                                            <p:strVal val="#ppt_w"/>
                                          </p:val>
                                        </p:tav>
                                      </p:tavLst>
                                    </p:anim>
                                    <p:anim calcmode="lin" valueType="num">
                                      <p:cBhvr additive="base">
                                        <p:cTn id="27" dur="500"/>
                                        <p:tgtEl>
                                          <p:spTgt spid="24"/>
                                        </p:tgtEl>
                                        <p:attrNameLst>
                                          <p:attrName>ppt_h</p:attrName>
                                        </p:attrNameLst>
                                      </p:cBhvr>
                                      <p:tavLst>
                                        <p:tav tm="0">
                                          <p:val>
                                            <p:strVal val="0"/>
                                          </p:val>
                                        </p:tav>
                                        <p:tav tm="100000">
                                          <p:val>
                                            <p:strVal val="#ppt_h"/>
                                          </p:val>
                                        </p:tav>
                                      </p:tavLst>
                                    </p:anim>
                                  </p:childTnLst>
                                </p:cTn>
                              </p:par>
                            </p:childTnLst>
                          </p:cTn>
                        </p:par>
                        <p:par>
                          <p:cTn id="28" fill="hold">
                            <p:stCondLst>
                              <p:cond delay="2000"/>
                            </p:stCondLst>
                            <p:childTnLst>
                              <p:par>
                                <p:cTn id="29" presetID="10" presetClass="entr" presetSubtype="0" fill="hold" nodeType="after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fade">
                                      <p:cBhvr>
                                        <p:cTn id="31" dur="500"/>
                                        <p:tgtEl>
                                          <p:spTgt spid="22"/>
                                        </p:tgtEl>
                                      </p:cBhvr>
                                    </p:animEffect>
                                  </p:childTnLst>
                                </p:cTn>
                              </p:par>
                            </p:childTnLst>
                          </p:cTn>
                        </p:par>
                        <p:par>
                          <p:cTn id="32" fill="hold">
                            <p:stCondLst>
                              <p:cond delay="2500"/>
                            </p:stCondLst>
                            <p:childTnLst>
                              <p:par>
                                <p:cTn id="33" presetID="23" presetClass="entr" presetSubtype="16" fill="hold" nodeType="afterEffect">
                                  <p:stCondLst>
                                    <p:cond delay="0"/>
                                  </p:stCondLst>
                                  <p:childTnLst>
                                    <p:set>
                                      <p:cBhvr>
                                        <p:cTn id="34" dur="1" fill="hold">
                                          <p:stCondLst>
                                            <p:cond delay="0"/>
                                          </p:stCondLst>
                                        </p:cTn>
                                        <p:tgtEl>
                                          <p:spTgt spid="23"/>
                                        </p:tgtEl>
                                        <p:attrNameLst>
                                          <p:attrName>style.visibility</p:attrName>
                                        </p:attrNameLst>
                                      </p:cBhvr>
                                      <p:to>
                                        <p:strVal val="visible"/>
                                      </p:to>
                                    </p:set>
                                    <p:anim calcmode="lin" valueType="num">
                                      <p:cBhvr additive="base">
                                        <p:cTn id="35" dur="500"/>
                                        <p:tgtEl>
                                          <p:spTgt spid="23"/>
                                        </p:tgtEl>
                                        <p:attrNameLst>
                                          <p:attrName>ppt_w</p:attrName>
                                        </p:attrNameLst>
                                      </p:cBhvr>
                                      <p:tavLst>
                                        <p:tav tm="0">
                                          <p:val>
                                            <p:strVal val="0"/>
                                          </p:val>
                                        </p:tav>
                                        <p:tav tm="100000">
                                          <p:val>
                                            <p:strVal val="#ppt_w"/>
                                          </p:val>
                                        </p:tav>
                                      </p:tavLst>
                                    </p:anim>
                                    <p:anim calcmode="lin" valueType="num">
                                      <p:cBhvr additive="base">
                                        <p:cTn id="36" dur="500"/>
                                        <p:tgtEl>
                                          <p:spTgt spid="23"/>
                                        </p:tgtEl>
                                        <p:attrNameLst>
                                          <p:attrName>ppt_h</p:attrName>
                                        </p:attrNameLst>
                                      </p:cBhvr>
                                      <p:tavLst>
                                        <p:tav tm="0">
                                          <p:val>
                                            <p:strVal val="0"/>
                                          </p:val>
                                        </p:tav>
                                        <p:tav tm="100000">
                                          <p:val>
                                            <p:strVal val="#ppt_h"/>
                                          </p:val>
                                        </p:tav>
                                      </p:tavLst>
                                    </p:anim>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nodeType="clickEffect">
                                  <p:stCondLst>
                                    <p:cond delay="0"/>
                                  </p:stCondLst>
                                  <p:childTnLst>
                                    <p:set>
                                      <p:cBhvr>
                                        <p:cTn id="40" dur="1" fill="hold">
                                          <p:stCondLst>
                                            <p:cond delay="0"/>
                                          </p:stCondLst>
                                        </p:cTn>
                                        <p:tgtEl>
                                          <p:spTgt spid="48"/>
                                        </p:tgtEl>
                                        <p:attrNameLst>
                                          <p:attrName>style.visibility</p:attrName>
                                        </p:attrNameLst>
                                      </p:cBhvr>
                                      <p:to>
                                        <p:strVal val="visible"/>
                                      </p:to>
                                    </p:set>
                                    <p:anim calcmode="lin" valueType="num">
                                      <p:cBhvr additive="base">
                                        <p:cTn id="41" dur="500"/>
                                        <p:tgtEl>
                                          <p:spTgt spid="48"/>
                                        </p:tgtEl>
                                        <p:attrNameLst>
                                          <p:attrName>ppt_w</p:attrName>
                                        </p:attrNameLst>
                                      </p:cBhvr>
                                      <p:tavLst>
                                        <p:tav tm="0">
                                          <p:val>
                                            <p:strVal val="0"/>
                                          </p:val>
                                        </p:tav>
                                        <p:tav tm="100000">
                                          <p:val>
                                            <p:strVal val="#ppt_w"/>
                                          </p:val>
                                        </p:tav>
                                      </p:tavLst>
                                    </p:anim>
                                    <p:anim calcmode="lin" valueType="num">
                                      <p:cBhvr additive="base">
                                        <p:cTn id="42" dur="500"/>
                                        <p:tgtEl>
                                          <p:spTgt spid="48"/>
                                        </p:tgtEl>
                                        <p:attrNameLst>
                                          <p:attrName>ppt_h</p:attrName>
                                        </p:attrNameLst>
                                      </p:cBhvr>
                                      <p:tavLst>
                                        <p:tav tm="0">
                                          <p:val>
                                            <p:strVal val="0"/>
                                          </p:val>
                                        </p:tav>
                                        <p:tav tm="100000">
                                          <p:val>
                                            <p:strVal val="#ppt_h"/>
                                          </p:val>
                                        </p:tav>
                                      </p:tavLst>
                                    </p:anim>
                                  </p:childTnLst>
                                </p:cTn>
                              </p:par>
                            </p:childTnLst>
                          </p:cTn>
                        </p:par>
                        <p:par>
                          <p:cTn id="43" fill="hold">
                            <p:stCondLst>
                              <p:cond delay="500"/>
                            </p:stCondLst>
                            <p:childTnLst>
                              <p:par>
                                <p:cTn id="44" presetID="10" presetClass="entr" presetSubtype="0" fill="hold" nodeType="afterEffect">
                                  <p:stCondLst>
                                    <p:cond delay="0"/>
                                  </p:stCondLst>
                                  <p:childTnLst>
                                    <p:set>
                                      <p:cBhvr>
                                        <p:cTn id="45" dur="1" fill="hold">
                                          <p:stCondLst>
                                            <p:cond delay="0"/>
                                          </p:stCondLst>
                                        </p:cTn>
                                        <p:tgtEl>
                                          <p:spTgt spid="45"/>
                                        </p:tgtEl>
                                        <p:attrNameLst>
                                          <p:attrName>style.visibility</p:attrName>
                                        </p:attrNameLst>
                                      </p:cBhvr>
                                      <p:to>
                                        <p:strVal val="visible"/>
                                      </p:to>
                                    </p:set>
                                    <p:animEffect transition="in" filter="fade">
                                      <p:cBhvr>
                                        <p:cTn id="46" dur="500"/>
                                        <p:tgtEl>
                                          <p:spTgt spid="45"/>
                                        </p:tgtEl>
                                      </p:cBhvr>
                                    </p:animEffect>
                                  </p:childTnLst>
                                </p:cTn>
                              </p:par>
                            </p:childTnLst>
                          </p:cTn>
                        </p:par>
                        <p:par>
                          <p:cTn id="47" fill="hold">
                            <p:stCondLst>
                              <p:cond delay="1000"/>
                            </p:stCondLst>
                            <p:childTnLst>
                              <p:par>
                                <p:cTn id="48" presetID="23" presetClass="entr" presetSubtype="16" fill="hold" nodeType="afterEffect">
                                  <p:stCondLst>
                                    <p:cond delay="0"/>
                                  </p:stCondLst>
                                  <p:childTnLst>
                                    <p:set>
                                      <p:cBhvr>
                                        <p:cTn id="49" dur="1" fill="hold">
                                          <p:stCondLst>
                                            <p:cond delay="0"/>
                                          </p:stCondLst>
                                        </p:cTn>
                                        <p:tgtEl>
                                          <p:spTgt spid="53"/>
                                        </p:tgtEl>
                                        <p:attrNameLst>
                                          <p:attrName>style.visibility</p:attrName>
                                        </p:attrNameLst>
                                      </p:cBhvr>
                                      <p:to>
                                        <p:strVal val="visible"/>
                                      </p:to>
                                    </p:set>
                                    <p:anim calcmode="lin" valueType="num">
                                      <p:cBhvr additive="base">
                                        <p:cTn id="50" dur="500"/>
                                        <p:tgtEl>
                                          <p:spTgt spid="53"/>
                                        </p:tgtEl>
                                        <p:attrNameLst>
                                          <p:attrName>ppt_w</p:attrName>
                                        </p:attrNameLst>
                                      </p:cBhvr>
                                      <p:tavLst>
                                        <p:tav tm="0">
                                          <p:val>
                                            <p:strVal val="0"/>
                                          </p:val>
                                        </p:tav>
                                        <p:tav tm="100000">
                                          <p:val>
                                            <p:strVal val="#ppt_w"/>
                                          </p:val>
                                        </p:tav>
                                      </p:tavLst>
                                    </p:anim>
                                    <p:anim calcmode="lin" valueType="num">
                                      <p:cBhvr additive="base">
                                        <p:cTn id="51" dur="500"/>
                                        <p:tgtEl>
                                          <p:spTgt spid="53"/>
                                        </p:tgtEl>
                                        <p:attrNameLst>
                                          <p:attrName>ppt_h</p:attrName>
                                        </p:attrNameLst>
                                      </p:cBhvr>
                                      <p:tavLst>
                                        <p:tav tm="0">
                                          <p:val>
                                            <p:strVal val="0"/>
                                          </p:val>
                                        </p:tav>
                                        <p:tav tm="100000">
                                          <p:val>
                                            <p:strVal val="#ppt_h"/>
                                          </p:val>
                                        </p:tav>
                                      </p:tavLst>
                                    </p:anim>
                                  </p:childTnLst>
                                </p:cTn>
                              </p:par>
                            </p:childTnLst>
                          </p:cTn>
                        </p:par>
                        <p:par>
                          <p:cTn id="52" fill="hold">
                            <p:stCondLst>
                              <p:cond delay="1500"/>
                            </p:stCondLst>
                            <p:childTnLst>
                              <p:par>
                                <p:cTn id="53" presetID="23" presetClass="entr" presetSubtype="16" fill="hold" nodeType="afterEffect">
                                  <p:stCondLst>
                                    <p:cond delay="0"/>
                                  </p:stCondLst>
                                  <p:childTnLst>
                                    <p:set>
                                      <p:cBhvr>
                                        <p:cTn id="54" dur="1" fill="hold">
                                          <p:stCondLst>
                                            <p:cond delay="0"/>
                                          </p:stCondLst>
                                        </p:cTn>
                                        <p:tgtEl>
                                          <p:spTgt spid="52"/>
                                        </p:tgtEl>
                                        <p:attrNameLst>
                                          <p:attrName>style.visibility</p:attrName>
                                        </p:attrNameLst>
                                      </p:cBhvr>
                                      <p:to>
                                        <p:strVal val="visible"/>
                                      </p:to>
                                    </p:set>
                                    <p:anim calcmode="lin" valueType="num">
                                      <p:cBhvr additive="base">
                                        <p:cTn id="55" dur="500"/>
                                        <p:tgtEl>
                                          <p:spTgt spid="52"/>
                                        </p:tgtEl>
                                        <p:attrNameLst>
                                          <p:attrName>ppt_w</p:attrName>
                                        </p:attrNameLst>
                                      </p:cBhvr>
                                      <p:tavLst>
                                        <p:tav tm="0">
                                          <p:val>
                                            <p:strVal val="0"/>
                                          </p:val>
                                        </p:tav>
                                        <p:tav tm="100000">
                                          <p:val>
                                            <p:strVal val="#ppt_w"/>
                                          </p:val>
                                        </p:tav>
                                      </p:tavLst>
                                    </p:anim>
                                    <p:anim calcmode="lin" valueType="num">
                                      <p:cBhvr additive="base">
                                        <p:cTn id="56" dur="500"/>
                                        <p:tgtEl>
                                          <p:spTgt spid="52"/>
                                        </p:tgtEl>
                                        <p:attrNameLst>
                                          <p:attrName>ppt_h</p:attrName>
                                        </p:attrNameLst>
                                      </p:cBhvr>
                                      <p:tavLst>
                                        <p:tav tm="0">
                                          <p:val>
                                            <p:strVal val="0"/>
                                          </p:val>
                                        </p:tav>
                                        <p:tav tm="100000">
                                          <p:val>
                                            <p:strVal val="#ppt_h"/>
                                          </p:val>
                                        </p:tav>
                                      </p:tavLst>
                                    </p:anim>
                                  </p:childTnLst>
                                </p:cTn>
                              </p:par>
                            </p:childTnLst>
                          </p:cTn>
                        </p:par>
                        <p:par>
                          <p:cTn id="57" fill="hold">
                            <p:stCondLst>
                              <p:cond delay="2000"/>
                            </p:stCondLst>
                            <p:childTnLst>
                              <p:par>
                                <p:cTn id="58" presetID="10" presetClass="entr" presetSubtype="0" fill="hold" nodeType="afterEffect">
                                  <p:stCondLst>
                                    <p:cond delay="0"/>
                                  </p:stCondLst>
                                  <p:childTnLst>
                                    <p:set>
                                      <p:cBhvr>
                                        <p:cTn id="59" dur="1" fill="hold">
                                          <p:stCondLst>
                                            <p:cond delay="0"/>
                                          </p:stCondLst>
                                        </p:cTn>
                                        <p:tgtEl>
                                          <p:spTgt spid="50"/>
                                        </p:tgtEl>
                                        <p:attrNameLst>
                                          <p:attrName>style.visibility</p:attrName>
                                        </p:attrNameLst>
                                      </p:cBhvr>
                                      <p:to>
                                        <p:strVal val="visible"/>
                                      </p:to>
                                    </p:set>
                                    <p:animEffect transition="in" filter="fade">
                                      <p:cBhvr>
                                        <p:cTn id="60" dur="500"/>
                                        <p:tgtEl>
                                          <p:spTgt spid="50"/>
                                        </p:tgtEl>
                                      </p:cBhvr>
                                    </p:animEffect>
                                  </p:childTnLst>
                                </p:cTn>
                              </p:par>
                            </p:childTnLst>
                          </p:cTn>
                        </p:par>
                        <p:par>
                          <p:cTn id="61" fill="hold">
                            <p:stCondLst>
                              <p:cond delay="2500"/>
                            </p:stCondLst>
                            <p:childTnLst>
                              <p:par>
                                <p:cTn id="62" presetID="23" presetClass="entr" presetSubtype="16" fill="hold" nodeType="afterEffect">
                                  <p:stCondLst>
                                    <p:cond delay="0"/>
                                  </p:stCondLst>
                                  <p:childTnLst>
                                    <p:set>
                                      <p:cBhvr>
                                        <p:cTn id="63" dur="1" fill="hold">
                                          <p:stCondLst>
                                            <p:cond delay="0"/>
                                          </p:stCondLst>
                                        </p:cTn>
                                        <p:tgtEl>
                                          <p:spTgt spid="51"/>
                                        </p:tgtEl>
                                        <p:attrNameLst>
                                          <p:attrName>style.visibility</p:attrName>
                                        </p:attrNameLst>
                                      </p:cBhvr>
                                      <p:to>
                                        <p:strVal val="visible"/>
                                      </p:to>
                                    </p:set>
                                    <p:anim calcmode="lin" valueType="num">
                                      <p:cBhvr additive="base">
                                        <p:cTn id="64" dur="500"/>
                                        <p:tgtEl>
                                          <p:spTgt spid="51"/>
                                        </p:tgtEl>
                                        <p:attrNameLst>
                                          <p:attrName>ppt_w</p:attrName>
                                        </p:attrNameLst>
                                      </p:cBhvr>
                                      <p:tavLst>
                                        <p:tav tm="0">
                                          <p:val>
                                            <p:strVal val="0"/>
                                          </p:val>
                                        </p:tav>
                                        <p:tav tm="100000">
                                          <p:val>
                                            <p:strVal val="#ppt_w"/>
                                          </p:val>
                                        </p:tav>
                                      </p:tavLst>
                                    </p:anim>
                                    <p:anim calcmode="lin" valueType="num">
                                      <p:cBhvr additive="base">
                                        <p:cTn id="65" dur="500"/>
                                        <p:tgtEl>
                                          <p:spTgt spid="51"/>
                                        </p:tgtEl>
                                        <p:attrNameLst>
                                          <p:attrName>ppt_h</p:attrName>
                                        </p:attrNameLst>
                                      </p:cBhvr>
                                      <p:tavLst>
                                        <p:tav tm="0">
                                          <p:val>
                                            <p:strVal val="0"/>
                                          </p:val>
                                        </p:tav>
                                        <p:tav tm="100000">
                                          <p:val>
                                            <p:strVal val="#ppt_h"/>
                                          </p:val>
                                        </p:tav>
                                      </p:tavLst>
                                    </p:anim>
                                  </p:childTnLst>
                                </p:cTn>
                              </p:par>
                            </p:childTnLst>
                          </p:cTn>
                        </p:par>
                      </p:childTnLst>
                    </p:cTn>
                  </p:par>
                  <p:par>
                    <p:cTn id="66" fill="hold">
                      <p:stCondLst>
                        <p:cond delay="indefinite"/>
                      </p:stCondLst>
                      <p:childTnLst>
                        <p:par>
                          <p:cTn id="67" fill="hold">
                            <p:stCondLst>
                              <p:cond delay="0"/>
                            </p:stCondLst>
                            <p:childTnLst>
                              <p:par>
                                <p:cTn id="68" presetID="23" presetClass="entr" presetSubtype="16" fill="hold" nodeType="clickEffect">
                                  <p:stCondLst>
                                    <p:cond delay="0"/>
                                  </p:stCondLst>
                                  <p:childTnLst>
                                    <p:set>
                                      <p:cBhvr>
                                        <p:cTn id="69" dur="1" fill="hold">
                                          <p:stCondLst>
                                            <p:cond delay="0"/>
                                          </p:stCondLst>
                                        </p:cTn>
                                        <p:tgtEl>
                                          <p:spTgt spid="30"/>
                                        </p:tgtEl>
                                        <p:attrNameLst>
                                          <p:attrName>style.visibility</p:attrName>
                                        </p:attrNameLst>
                                      </p:cBhvr>
                                      <p:to>
                                        <p:strVal val="visible"/>
                                      </p:to>
                                    </p:set>
                                    <p:anim calcmode="lin" valueType="num">
                                      <p:cBhvr additive="base">
                                        <p:cTn id="70" dur="500"/>
                                        <p:tgtEl>
                                          <p:spTgt spid="30"/>
                                        </p:tgtEl>
                                        <p:attrNameLst>
                                          <p:attrName>ppt_w</p:attrName>
                                        </p:attrNameLst>
                                      </p:cBhvr>
                                      <p:tavLst>
                                        <p:tav tm="0">
                                          <p:val>
                                            <p:strVal val="0"/>
                                          </p:val>
                                        </p:tav>
                                        <p:tav tm="100000">
                                          <p:val>
                                            <p:strVal val="#ppt_w"/>
                                          </p:val>
                                        </p:tav>
                                      </p:tavLst>
                                    </p:anim>
                                    <p:anim calcmode="lin" valueType="num">
                                      <p:cBhvr additive="base">
                                        <p:cTn id="71" dur="500"/>
                                        <p:tgtEl>
                                          <p:spTgt spid="30"/>
                                        </p:tgtEl>
                                        <p:attrNameLst>
                                          <p:attrName>ppt_h</p:attrName>
                                        </p:attrNameLst>
                                      </p:cBhvr>
                                      <p:tavLst>
                                        <p:tav tm="0">
                                          <p:val>
                                            <p:strVal val="0"/>
                                          </p:val>
                                        </p:tav>
                                        <p:tav tm="100000">
                                          <p:val>
                                            <p:strVal val="#ppt_h"/>
                                          </p:val>
                                        </p:tav>
                                      </p:tavLst>
                                    </p:anim>
                                  </p:childTnLst>
                                </p:cTn>
                              </p:par>
                            </p:childTnLst>
                          </p:cTn>
                        </p:par>
                        <p:par>
                          <p:cTn id="72" fill="hold">
                            <p:stCondLst>
                              <p:cond delay="500"/>
                            </p:stCondLst>
                            <p:childTnLst>
                              <p:par>
                                <p:cTn id="73" presetID="10" presetClass="entr" presetSubtype="0" fill="hold" nodeType="afterEffect">
                                  <p:stCondLst>
                                    <p:cond delay="0"/>
                                  </p:stCondLst>
                                  <p:childTnLst>
                                    <p:set>
                                      <p:cBhvr>
                                        <p:cTn id="74" dur="1" fill="hold">
                                          <p:stCondLst>
                                            <p:cond delay="0"/>
                                          </p:stCondLst>
                                        </p:cTn>
                                        <p:tgtEl>
                                          <p:spTgt spid="27"/>
                                        </p:tgtEl>
                                        <p:attrNameLst>
                                          <p:attrName>style.visibility</p:attrName>
                                        </p:attrNameLst>
                                      </p:cBhvr>
                                      <p:to>
                                        <p:strVal val="visible"/>
                                      </p:to>
                                    </p:set>
                                    <p:animEffect transition="in" filter="fade">
                                      <p:cBhvr>
                                        <p:cTn id="75" dur="500"/>
                                        <p:tgtEl>
                                          <p:spTgt spid="27"/>
                                        </p:tgtEl>
                                      </p:cBhvr>
                                    </p:animEffect>
                                  </p:childTnLst>
                                </p:cTn>
                              </p:par>
                            </p:childTnLst>
                          </p:cTn>
                        </p:par>
                        <p:par>
                          <p:cTn id="76" fill="hold">
                            <p:stCondLst>
                              <p:cond delay="1000"/>
                            </p:stCondLst>
                            <p:childTnLst>
                              <p:par>
                                <p:cTn id="77" presetID="23" presetClass="entr" presetSubtype="16" fill="hold" nodeType="afterEffect">
                                  <p:stCondLst>
                                    <p:cond delay="0"/>
                                  </p:stCondLst>
                                  <p:childTnLst>
                                    <p:set>
                                      <p:cBhvr>
                                        <p:cTn id="78" dur="1" fill="hold">
                                          <p:stCondLst>
                                            <p:cond delay="0"/>
                                          </p:stCondLst>
                                        </p:cTn>
                                        <p:tgtEl>
                                          <p:spTgt spid="35"/>
                                        </p:tgtEl>
                                        <p:attrNameLst>
                                          <p:attrName>style.visibility</p:attrName>
                                        </p:attrNameLst>
                                      </p:cBhvr>
                                      <p:to>
                                        <p:strVal val="visible"/>
                                      </p:to>
                                    </p:set>
                                    <p:anim calcmode="lin" valueType="num">
                                      <p:cBhvr additive="base">
                                        <p:cTn id="79" dur="500"/>
                                        <p:tgtEl>
                                          <p:spTgt spid="35"/>
                                        </p:tgtEl>
                                        <p:attrNameLst>
                                          <p:attrName>ppt_w</p:attrName>
                                        </p:attrNameLst>
                                      </p:cBhvr>
                                      <p:tavLst>
                                        <p:tav tm="0">
                                          <p:val>
                                            <p:strVal val="0"/>
                                          </p:val>
                                        </p:tav>
                                        <p:tav tm="100000">
                                          <p:val>
                                            <p:strVal val="#ppt_w"/>
                                          </p:val>
                                        </p:tav>
                                      </p:tavLst>
                                    </p:anim>
                                    <p:anim calcmode="lin" valueType="num">
                                      <p:cBhvr additive="base">
                                        <p:cTn id="80" dur="500"/>
                                        <p:tgtEl>
                                          <p:spTgt spid="35"/>
                                        </p:tgtEl>
                                        <p:attrNameLst>
                                          <p:attrName>ppt_h</p:attrName>
                                        </p:attrNameLst>
                                      </p:cBhvr>
                                      <p:tavLst>
                                        <p:tav tm="0">
                                          <p:val>
                                            <p:strVal val="0"/>
                                          </p:val>
                                        </p:tav>
                                        <p:tav tm="100000">
                                          <p:val>
                                            <p:strVal val="#ppt_h"/>
                                          </p:val>
                                        </p:tav>
                                      </p:tavLst>
                                    </p:anim>
                                  </p:childTnLst>
                                </p:cTn>
                              </p:par>
                            </p:childTnLst>
                          </p:cTn>
                        </p:par>
                        <p:par>
                          <p:cTn id="81" fill="hold">
                            <p:stCondLst>
                              <p:cond delay="1500"/>
                            </p:stCondLst>
                            <p:childTnLst>
                              <p:par>
                                <p:cTn id="82" presetID="23" presetClass="entr" presetSubtype="16"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 calcmode="lin" valueType="num">
                                      <p:cBhvr additive="base">
                                        <p:cTn id="84" dur="500"/>
                                        <p:tgtEl>
                                          <p:spTgt spid="34"/>
                                        </p:tgtEl>
                                        <p:attrNameLst>
                                          <p:attrName>ppt_w</p:attrName>
                                        </p:attrNameLst>
                                      </p:cBhvr>
                                      <p:tavLst>
                                        <p:tav tm="0">
                                          <p:val>
                                            <p:strVal val="0"/>
                                          </p:val>
                                        </p:tav>
                                        <p:tav tm="100000">
                                          <p:val>
                                            <p:strVal val="#ppt_w"/>
                                          </p:val>
                                        </p:tav>
                                      </p:tavLst>
                                    </p:anim>
                                    <p:anim calcmode="lin" valueType="num">
                                      <p:cBhvr additive="base">
                                        <p:cTn id="85" dur="500"/>
                                        <p:tgtEl>
                                          <p:spTgt spid="34"/>
                                        </p:tgtEl>
                                        <p:attrNameLst>
                                          <p:attrName>ppt_h</p:attrName>
                                        </p:attrNameLst>
                                      </p:cBhvr>
                                      <p:tavLst>
                                        <p:tav tm="0">
                                          <p:val>
                                            <p:strVal val="0"/>
                                          </p:val>
                                        </p:tav>
                                        <p:tav tm="100000">
                                          <p:val>
                                            <p:strVal val="#ppt_h"/>
                                          </p:val>
                                        </p:tav>
                                      </p:tavLst>
                                    </p:anim>
                                  </p:childTnLst>
                                </p:cTn>
                              </p:par>
                            </p:childTnLst>
                          </p:cTn>
                        </p:par>
                        <p:par>
                          <p:cTn id="86" fill="hold">
                            <p:stCondLst>
                              <p:cond delay="2000"/>
                            </p:stCondLst>
                            <p:childTnLst>
                              <p:par>
                                <p:cTn id="87" presetID="10" presetClass="entr" presetSubtype="0" fill="hold" nodeType="afterEffect">
                                  <p:stCondLst>
                                    <p:cond delay="0"/>
                                  </p:stCondLst>
                                  <p:childTnLst>
                                    <p:set>
                                      <p:cBhvr>
                                        <p:cTn id="88" dur="1" fill="hold">
                                          <p:stCondLst>
                                            <p:cond delay="0"/>
                                          </p:stCondLst>
                                        </p:cTn>
                                        <p:tgtEl>
                                          <p:spTgt spid="32"/>
                                        </p:tgtEl>
                                        <p:attrNameLst>
                                          <p:attrName>style.visibility</p:attrName>
                                        </p:attrNameLst>
                                      </p:cBhvr>
                                      <p:to>
                                        <p:strVal val="visible"/>
                                      </p:to>
                                    </p:set>
                                    <p:animEffect transition="in" filter="fade">
                                      <p:cBhvr>
                                        <p:cTn id="89" dur="500"/>
                                        <p:tgtEl>
                                          <p:spTgt spid="32"/>
                                        </p:tgtEl>
                                      </p:cBhvr>
                                    </p:animEffect>
                                  </p:childTnLst>
                                </p:cTn>
                              </p:par>
                            </p:childTnLst>
                          </p:cTn>
                        </p:par>
                        <p:par>
                          <p:cTn id="90" fill="hold">
                            <p:stCondLst>
                              <p:cond delay="2500"/>
                            </p:stCondLst>
                            <p:childTnLst>
                              <p:par>
                                <p:cTn id="91" presetID="23" presetClass="entr" presetSubtype="16" fill="hold" nodeType="afterEffect">
                                  <p:stCondLst>
                                    <p:cond delay="0"/>
                                  </p:stCondLst>
                                  <p:childTnLst>
                                    <p:set>
                                      <p:cBhvr>
                                        <p:cTn id="92" dur="1" fill="hold">
                                          <p:stCondLst>
                                            <p:cond delay="0"/>
                                          </p:stCondLst>
                                        </p:cTn>
                                        <p:tgtEl>
                                          <p:spTgt spid="33"/>
                                        </p:tgtEl>
                                        <p:attrNameLst>
                                          <p:attrName>style.visibility</p:attrName>
                                        </p:attrNameLst>
                                      </p:cBhvr>
                                      <p:to>
                                        <p:strVal val="visible"/>
                                      </p:to>
                                    </p:set>
                                    <p:anim calcmode="lin" valueType="num">
                                      <p:cBhvr additive="base">
                                        <p:cTn id="93" dur="500"/>
                                        <p:tgtEl>
                                          <p:spTgt spid="33"/>
                                        </p:tgtEl>
                                        <p:attrNameLst>
                                          <p:attrName>ppt_w</p:attrName>
                                        </p:attrNameLst>
                                      </p:cBhvr>
                                      <p:tavLst>
                                        <p:tav tm="0">
                                          <p:val>
                                            <p:strVal val="0"/>
                                          </p:val>
                                        </p:tav>
                                        <p:tav tm="100000">
                                          <p:val>
                                            <p:strVal val="#ppt_w"/>
                                          </p:val>
                                        </p:tav>
                                      </p:tavLst>
                                    </p:anim>
                                    <p:anim calcmode="lin" valueType="num">
                                      <p:cBhvr additive="base">
                                        <p:cTn id="94" dur="500"/>
                                        <p:tgtEl>
                                          <p:spTgt spid="33"/>
                                        </p:tgtEl>
                                        <p:attrNameLst>
                                          <p:attrName>ppt_h</p:attrName>
                                        </p:attrNameLst>
                                      </p:cBhvr>
                                      <p:tavLst>
                                        <p:tav tm="0">
                                          <p:val>
                                            <p:strVal val="0"/>
                                          </p:val>
                                        </p:tav>
                                        <p:tav tm="100000">
                                          <p:val>
                                            <p:strVal val="#ppt_h"/>
                                          </p:val>
                                        </p:tav>
                                      </p:tavLst>
                                    </p:anim>
                                  </p:childTnLst>
                                </p:cTn>
                              </p:par>
                            </p:childTnLst>
                          </p:cTn>
                        </p:par>
                      </p:childTnLst>
                    </p:cTn>
                  </p:par>
                  <p:par>
                    <p:cTn id="95" fill="hold">
                      <p:stCondLst>
                        <p:cond delay="indefinite"/>
                      </p:stCondLst>
                      <p:childTnLst>
                        <p:par>
                          <p:cTn id="96" fill="hold">
                            <p:stCondLst>
                              <p:cond delay="0"/>
                            </p:stCondLst>
                            <p:childTnLst>
                              <p:par>
                                <p:cTn id="97" presetID="23" presetClass="entr" presetSubtype="16" fill="hold" nodeType="clickEffect">
                                  <p:stCondLst>
                                    <p:cond delay="0"/>
                                  </p:stCondLst>
                                  <p:childTnLst>
                                    <p:set>
                                      <p:cBhvr>
                                        <p:cTn id="98" dur="1" fill="hold">
                                          <p:stCondLst>
                                            <p:cond delay="0"/>
                                          </p:stCondLst>
                                        </p:cTn>
                                        <p:tgtEl>
                                          <p:spTgt spid="39"/>
                                        </p:tgtEl>
                                        <p:attrNameLst>
                                          <p:attrName>style.visibility</p:attrName>
                                        </p:attrNameLst>
                                      </p:cBhvr>
                                      <p:to>
                                        <p:strVal val="visible"/>
                                      </p:to>
                                    </p:set>
                                    <p:anim calcmode="lin" valueType="num">
                                      <p:cBhvr additive="base">
                                        <p:cTn id="99" dur="500"/>
                                        <p:tgtEl>
                                          <p:spTgt spid="39"/>
                                        </p:tgtEl>
                                        <p:attrNameLst>
                                          <p:attrName>ppt_w</p:attrName>
                                        </p:attrNameLst>
                                      </p:cBhvr>
                                      <p:tavLst>
                                        <p:tav tm="0">
                                          <p:val>
                                            <p:strVal val="0"/>
                                          </p:val>
                                        </p:tav>
                                        <p:tav tm="100000">
                                          <p:val>
                                            <p:strVal val="#ppt_w"/>
                                          </p:val>
                                        </p:tav>
                                      </p:tavLst>
                                    </p:anim>
                                    <p:anim calcmode="lin" valueType="num">
                                      <p:cBhvr additive="base">
                                        <p:cTn id="100" dur="500"/>
                                        <p:tgtEl>
                                          <p:spTgt spid="39"/>
                                        </p:tgtEl>
                                        <p:attrNameLst>
                                          <p:attrName>ppt_h</p:attrName>
                                        </p:attrNameLst>
                                      </p:cBhvr>
                                      <p:tavLst>
                                        <p:tav tm="0">
                                          <p:val>
                                            <p:strVal val="0"/>
                                          </p:val>
                                        </p:tav>
                                        <p:tav tm="100000">
                                          <p:val>
                                            <p:strVal val="#ppt_h"/>
                                          </p:val>
                                        </p:tav>
                                      </p:tavLst>
                                    </p:anim>
                                  </p:childTnLst>
                                </p:cTn>
                              </p:par>
                            </p:childTnLst>
                          </p:cTn>
                        </p:par>
                        <p:par>
                          <p:cTn id="101" fill="hold">
                            <p:stCondLst>
                              <p:cond delay="500"/>
                            </p:stCondLst>
                            <p:childTnLst>
                              <p:par>
                                <p:cTn id="102" presetID="10" presetClass="entr" presetSubtype="0" fill="hold" nodeType="afterEffect">
                                  <p:stCondLst>
                                    <p:cond delay="0"/>
                                  </p:stCondLst>
                                  <p:childTnLst>
                                    <p:set>
                                      <p:cBhvr>
                                        <p:cTn id="103" dur="1" fill="hold">
                                          <p:stCondLst>
                                            <p:cond delay="0"/>
                                          </p:stCondLst>
                                        </p:cTn>
                                        <p:tgtEl>
                                          <p:spTgt spid="36"/>
                                        </p:tgtEl>
                                        <p:attrNameLst>
                                          <p:attrName>style.visibility</p:attrName>
                                        </p:attrNameLst>
                                      </p:cBhvr>
                                      <p:to>
                                        <p:strVal val="visible"/>
                                      </p:to>
                                    </p:set>
                                    <p:animEffect transition="in" filter="fade">
                                      <p:cBhvr>
                                        <p:cTn id="104" dur="500"/>
                                        <p:tgtEl>
                                          <p:spTgt spid="36"/>
                                        </p:tgtEl>
                                      </p:cBhvr>
                                    </p:animEffect>
                                  </p:childTnLst>
                                </p:cTn>
                              </p:par>
                            </p:childTnLst>
                          </p:cTn>
                        </p:par>
                        <p:par>
                          <p:cTn id="105" fill="hold">
                            <p:stCondLst>
                              <p:cond delay="1000"/>
                            </p:stCondLst>
                            <p:childTnLst>
                              <p:par>
                                <p:cTn id="106" presetID="23" presetClass="entr" presetSubtype="16" fill="hold" nodeType="afterEffect">
                                  <p:stCondLst>
                                    <p:cond delay="0"/>
                                  </p:stCondLst>
                                  <p:childTnLst>
                                    <p:set>
                                      <p:cBhvr>
                                        <p:cTn id="107" dur="1" fill="hold">
                                          <p:stCondLst>
                                            <p:cond delay="0"/>
                                          </p:stCondLst>
                                        </p:cTn>
                                        <p:tgtEl>
                                          <p:spTgt spid="44"/>
                                        </p:tgtEl>
                                        <p:attrNameLst>
                                          <p:attrName>style.visibility</p:attrName>
                                        </p:attrNameLst>
                                      </p:cBhvr>
                                      <p:to>
                                        <p:strVal val="visible"/>
                                      </p:to>
                                    </p:set>
                                    <p:anim calcmode="lin" valueType="num">
                                      <p:cBhvr additive="base">
                                        <p:cTn id="108" dur="500"/>
                                        <p:tgtEl>
                                          <p:spTgt spid="44"/>
                                        </p:tgtEl>
                                        <p:attrNameLst>
                                          <p:attrName>ppt_w</p:attrName>
                                        </p:attrNameLst>
                                      </p:cBhvr>
                                      <p:tavLst>
                                        <p:tav tm="0">
                                          <p:val>
                                            <p:strVal val="0"/>
                                          </p:val>
                                        </p:tav>
                                        <p:tav tm="100000">
                                          <p:val>
                                            <p:strVal val="#ppt_w"/>
                                          </p:val>
                                        </p:tav>
                                      </p:tavLst>
                                    </p:anim>
                                    <p:anim calcmode="lin" valueType="num">
                                      <p:cBhvr additive="base">
                                        <p:cTn id="109" dur="500"/>
                                        <p:tgtEl>
                                          <p:spTgt spid="44"/>
                                        </p:tgtEl>
                                        <p:attrNameLst>
                                          <p:attrName>ppt_h</p:attrName>
                                        </p:attrNameLst>
                                      </p:cBhvr>
                                      <p:tavLst>
                                        <p:tav tm="0">
                                          <p:val>
                                            <p:strVal val="0"/>
                                          </p:val>
                                        </p:tav>
                                        <p:tav tm="100000">
                                          <p:val>
                                            <p:strVal val="#ppt_h"/>
                                          </p:val>
                                        </p:tav>
                                      </p:tavLst>
                                    </p:anim>
                                  </p:childTnLst>
                                </p:cTn>
                              </p:par>
                            </p:childTnLst>
                          </p:cTn>
                        </p:par>
                        <p:par>
                          <p:cTn id="110" fill="hold">
                            <p:stCondLst>
                              <p:cond delay="1500"/>
                            </p:stCondLst>
                            <p:childTnLst>
                              <p:par>
                                <p:cTn id="111" presetID="23" presetClass="entr" presetSubtype="16" fill="hold" nodeType="afterEffect">
                                  <p:stCondLst>
                                    <p:cond delay="0"/>
                                  </p:stCondLst>
                                  <p:childTnLst>
                                    <p:set>
                                      <p:cBhvr>
                                        <p:cTn id="112" dur="1" fill="hold">
                                          <p:stCondLst>
                                            <p:cond delay="0"/>
                                          </p:stCondLst>
                                        </p:cTn>
                                        <p:tgtEl>
                                          <p:spTgt spid="43"/>
                                        </p:tgtEl>
                                        <p:attrNameLst>
                                          <p:attrName>style.visibility</p:attrName>
                                        </p:attrNameLst>
                                      </p:cBhvr>
                                      <p:to>
                                        <p:strVal val="visible"/>
                                      </p:to>
                                    </p:set>
                                    <p:anim calcmode="lin" valueType="num">
                                      <p:cBhvr additive="base">
                                        <p:cTn id="113" dur="500"/>
                                        <p:tgtEl>
                                          <p:spTgt spid="43"/>
                                        </p:tgtEl>
                                        <p:attrNameLst>
                                          <p:attrName>ppt_w</p:attrName>
                                        </p:attrNameLst>
                                      </p:cBhvr>
                                      <p:tavLst>
                                        <p:tav tm="0">
                                          <p:val>
                                            <p:strVal val="0"/>
                                          </p:val>
                                        </p:tav>
                                        <p:tav tm="100000">
                                          <p:val>
                                            <p:strVal val="#ppt_w"/>
                                          </p:val>
                                        </p:tav>
                                      </p:tavLst>
                                    </p:anim>
                                    <p:anim calcmode="lin" valueType="num">
                                      <p:cBhvr additive="base">
                                        <p:cTn id="114" dur="500"/>
                                        <p:tgtEl>
                                          <p:spTgt spid="43"/>
                                        </p:tgtEl>
                                        <p:attrNameLst>
                                          <p:attrName>ppt_h</p:attrName>
                                        </p:attrNameLst>
                                      </p:cBhvr>
                                      <p:tavLst>
                                        <p:tav tm="0">
                                          <p:val>
                                            <p:strVal val="0"/>
                                          </p:val>
                                        </p:tav>
                                        <p:tav tm="100000">
                                          <p:val>
                                            <p:strVal val="#ppt_h"/>
                                          </p:val>
                                        </p:tav>
                                      </p:tavLst>
                                    </p:anim>
                                  </p:childTnLst>
                                </p:cTn>
                              </p:par>
                            </p:childTnLst>
                          </p:cTn>
                        </p:par>
                        <p:par>
                          <p:cTn id="115" fill="hold">
                            <p:stCondLst>
                              <p:cond delay="2000"/>
                            </p:stCondLst>
                            <p:childTnLst>
                              <p:par>
                                <p:cTn id="116" presetID="10" presetClass="entr" presetSubtype="0" fill="hold" nodeType="afterEffect">
                                  <p:stCondLst>
                                    <p:cond delay="0"/>
                                  </p:stCondLst>
                                  <p:childTnLst>
                                    <p:set>
                                      <p:cBhvr>
                                        <p:cTn id="117" dur="1" fill="hold">
                                          <p:stCondLst>
                                            <p:cond delay="0"/>
                                          </p:stCondLst>
                                        </p:cTn>
                                        <p:tgtEl>
                                          <p:spTgt spid="41"/>
                                        </p:tgtEl>
                                        <p:attrNameLst>
                                          <p:attrName>style.visibility</p:attrName>
                                        </p:attrNameLst>
                                      </p:cBhvr>
                                      <p:to>
                                        <p:strVal val="visible"/>
                                      </p:to>
                                    </p:set>
                                    <p:animEffect transition="in" filter="fade">
                                      <p:cBhvr>
                                        <p:cTn id="118" dur="500"/>
                                        <p:tgtEl>
                                          <p:spTgt spid="41"/>
                                        </p:tgtEl>
                                      </p:cBhvr>
                                    </p:animEffect>
                                  </p:childTnLst>
                                </p:cTn>
                              </p:par>
                            </p:childTnLst>
                          </p:cTn>
                        </p:par>
                        <p:par>
                          <p:cTn id="119" fill="hold">
                            <p:stCondLst>
                              <p:cond delay="2500"/>
                            </p:stCondLst>
                            <p:childTnLst>
                              <p:par>
                                <p:cTn id="120" presetID="23" presetClass="entr" presetSubtype="16" fill="hold" nodeType="afterEffect">
                                  <p:stCondLst>
                                    <p:cond delay="0"/>
                                  </p:stCondLst>
                                  <p:childTnLst>
                                    <p:set>
                                      <p:cBhvr>
                                        <p:cTn id="121" dur="1" fill="hold">
                                          <p:stCondLst>
                                            <p:cond delay="0"/>
                                          </p:stCondLst>
                                        </p:cTn>
                                        <p:tgtEl>
                                          <p:spTgt spid="42"/>
                                        </p:tgtEl>
                                        <p:attrNameLst>
                                          <p:attrName>style.visibility</p:attrName>
                                        </p:attrNameLst>
                                      </p:cBhvr>
                                      <p:to>
                                        <p:strVal val="visible"/>
                                      </p:to>
                                    </p:set>
                                    <p:anim calcmode="lin" valueType="num">
                                      <p:cBhvr additive="base">
                                        <p:cTn id="122" dur="500"/>
                                        <p:tgtEl>
                                          <p:spTgt spid="42"/>
                                        </p:tgtEl>
                                        <p:attrNameLst>
                                          <p:attrName>ppt_w</p:attrName>
                                        </p:attrNameLst>
                                      </p:cBhvr>
                                      <p:tavLst>
                                        <p:tav tm="0">
                                          <p:val>
                                            <p:strVal val="0"/>
                                          </p:val>
                                        </p:tav>
                                        <p:tav tm="100000">
                                          <p:val>
                                            <p:strVal val="#ppt_w"/>
                                          </p:val>
                                        </p:tav>
                                      </p:tavLst>
                                    </p:anim>
                                    <p:anim calcmode="lin" valueType="num">
                                      <p:cBhvr additive="base">
                                        <p:cTn id="123" dur="500"/>
                                        <p:tgtEl>
                                          <p:spTgt spid="42"/>
                                        </p:tgtEl>
                                        <p:attrNameLst>
                                          <p:attrName>ppt_h</p:attrName>
                                        </p:attrNameLst>
                                      </p:cBhvr>
                                      <p:tavLst>
                                        <p:tav tm="0">
                                          <p:val>
                                            <p:strVal val="0"/>
                                          </p:val>
                                        </p:tav>
                                        <p:tav tm="100000">
                                          <p:val>
                                            <p:strVal val="#ppt_h"/>
                                          </p:val>
                                        </p:tav>
                                      </p:tavLst>
                                    </p:anim>
                                  </p:childTnLst>
                                </p:cTn>
                              </p:par>
                            </p:childTnLst>
                          </p:cTn>
                        </p:par>
                      </p:childTnLst>
                    </p:cTn>
                  </p:par>
                  <p:par>
                    <p:cTn id="124" fill="hold">
                      <p:stCondLst>
                        <p:cond delay="indefinite"/>
                      </p:stCondLst>
                      <p:childTnLst>
                        <p:par>
                          <p:cTn id="125" fill="hold">
                            <p:stCondLst>
                              <p:cond delay="0"/>
                            </p:stCondLst>
                            <p:childTnLst>
                              <p:par>
                                <p:cTn id="126" presetID="23" presetClass="entr" presetSubtype="16" fill="hold" nodeType="clickEffect">
                                  <p:stCondLst>
                                    <p:cond delay="0"/>
                                  </p:stCondLst>
                                  <p:childTnLst>
                                    <p:set>
                                      <p:cBhvr>
                                        <p:cTn id="127" dur="1" fill="hold">
                                          <p:stCondLst>
                                            <p:cond delay="0"/>
                                          </p:stCondLst>
                                        </p:cTn>
                                        <p:tgtEl>
                                          <p:spTgt spid="66"/>
                                        </p:tgtEl>
                                        <p:attrNameLst>
                                          <p:attrName>style.visibility</p:attrName>
                                        </p:attrNameLst>
                                      </p:cBhvr>
                                      <p:to>
                                        <p:strVal val="visible"/>
                                      </p:to>
                                    </p:set>
                                    <p:anim calcmode="lin" valueType="num">
                                      <p:cBhvr additive="base">
                                        <p:cTn id="128" dur="500"/>
                                        <p:tgtEl>
                                          <p:spTgt spid="66"/>
                                        </p:tgtEl>
                                        <p:attrNameLst>
                                          <p:attrName>ppt_w</p:attrName>
                                        </p:attrNameLst>
                                      </p:cBhvr>
                                      <p:tavLst>
                                        <p:tav tm="0">
                                          <p:val>
                                            <p:strVal val="0"/>
                                          </p:val>
                                        </p:tav>
                                        <p:tav tm="100000">
                                          <p:val>
                                            <p:strVal val="#ppt_w"/>
                                          </p:val>
                                        </p:tav>
                                      </p:tavLst>
                                    </p:anim>
                                    <p:anim calcmode="lin" valueType="num">
                                      <p:cBhvr additive="base">
                                        <p:cTn id="129" dur="500"/>
                                        <p:tgtEl>
                                          <p:spTgt spid="66"/>
                                        </p:tgtEl>
                                        <p:attrNameLst>
                                          <p:attrName>ppt_h</p:attrName>
                                        </p:attrNameLst>
                                      </p:cBhvr>
                                      <p:tavLst>
                                        <p:tav tm="0">
                                          <p:val>
                                            <p:strVal val="0"/>
                                          </p:val>
                                        </p:tav>
                                        <p:tav tm="100000">
                                          <p:val>
                                            <p:strVal val="#ppt_h"/>
                                          </p:val>
                                        </p:tav>
                                      </p:tavLst>
                                    </p:anim>
                                  </p:childTnLst>
                                </p:cTn>
                              </p:par>
                            </p:childTnLst>
                          </p:cTn>
                        </p:par>
                        <p:par>
                          <p:cTn id="130" fill="hold">
                            <p:stCondLst>
                              <p:cond delay="500"/>
                            </p:stCondLst>
                            <p:childTnLst>
                              <p:par>
                                <p:cTn id="131" presetID="10" presetClass="entr" presetSubtype="0" fill="hold" nodeType="afterEffect">
                                  <p:stCondLst>
                                    <p:cond delay="0"/>
                                  </p:stCondLst>
                                  <p:childTnLst>
                                    <p:set>
                                      <p:cBhvr>
                                        <p:cTn id="132" dur="1" fill="hold">
                                          <p:stCondLst>
                                            <p:cond delay="0"/>
                                          </p:stCondLst>
                                        </p:cTn>
                                        <p:tgtEl>
                                          <p:spTgt spid="63"/>
                                        </p:tgtEl>
                                        <p:attrNameLst>
                                          <p:attrName>style.visibility</p:attrName>
                                        </p:attrNameLst>
                                      </p:cBhvr>
                                      <p:to>
                                        <p:strVal val="visible"/>
                                      </p:to>
                                    </p:set>
                                    <p:animEffect transition="in" filter="fade">
                                      <p:cBhvr>
                                        <p:cTn id="133" dur="500"/>
                                        <p:tgtEl>
                                          <p:spTgt spid="63"/>
                                        </p:tgtEl>
                                      </p:cBhvr>
                                    </p:animEffect>
                                  </p:childTnLst>
                                </p:cTn>
                              </p:par>
                            </p:childTnLst>
                          </p:cTn>
                        </p:par>
                        <p:par>
                          <p:cTn id="134" fill="hold">
                            <p:stCondLst>
                              <p:cond delay="1000"/>
                            </p:stCondLst>
                            <p:childTnLst>
                              <p:par>
                                <p:cTn id="135" presetID="23" presetClass="entr" presetSubtype="16" fill="hold" nodeType="afterEffect">
                                  <p:stCondLst>
                                    <p:cond delay="0"/>
                                  </p:stCondLst>
                                  <p:childTnLst>
                                    <p:set>
                                      <p:cBhvr>
                                        <p:cTn id="136" dur="1" fill="hold">
                                          <p:stCondLst>
                                            <p:cond delay="0"/>
                                          </p:stCondLst>
                                        </p:cTn>
                                        <p:tgtEl>
                                          <p:spTgt spid="71"/>
                                        </p:tgtEl>
                                        <p:attrNameLst>
                                          <p:attrName>style.visibility</p:attrName>
                                        </p:attrNameLst>
                                      </p:cBhvr>
                                      <p:to>
                                        <p:strVal val="visible"/>
                                      </p:to>
                                    </p:set>
                                    <p:anim calcmode="lin" valueType="num">
                                      <p:cBhvr additive="base">
                                        <p:cTn id="137" dur="500"/>
                                        <p:tgtEl>
                                          <p:spTgt spid="71"/>
                                        </p:tgtEl>
                                        <p:attrNameLst>
                                          <p:attrName>ppt_w</p:attrName>
                                        </p:attrNameLst>
                                      </p:cBhvr>
                                      <p:tavLst>
                                        <p:tav tm="0">
                                          <p:val>
                                            <p:strVal val="0"/>
                                          </p:val>
                                        </p:tav>
                                        <p:tav tm="100000">
                                          <p:val>
                                            <p:strVal val="#ppt_w"/>
                                          </p:val>
                                        </p:tav>
                                      </p:tavLst>
                                    </p:anim>
                                    <p:anim calcmode="lin" valueType="num">
                                      <p:cBhvr additive="base">
                                        <p:cTn id="138" dur="500"/>
                                        <p:tgtEl>
                                          <p:spTgt spid="71"/>
                                        </p:tgtEl>
                                        <p:attrNameLst>
                                          <p:attrName>ppt_h</p:attrName>
                                        </p:attrNameLst>
                                      </p:cBhvr>
                                      <p:tavLst>
                                        <p:tav tm="0">
                                          <p:val>
                                            <p:strVal val="0"/>
                                          </p:val>
                                        </p:tav>
                                        <p:tav tm="100000">
                                          <p:val>
                                            <p:strVal val="#ppt_h"/>
                                          </p:val>
                                        </p:tav>
                                      </p:tavLst>
                                    </p:anim>
                                  </p:childTnLst>
                                </p:cTn>
                              </p:par>
                            </p:childTnLst>
                          </p:cTn>
                        </p:par>
                        <p:par>
                          <p:cTn id="139" fill="hold">
                            <p:stCondLst>
                              <p:cond delay="1500"/>
                            </p:stCondLst>
                            <p:childTnLst>
                              <p:par>
                                <p:cTn id="140" presetID="23" presetClass="entr" presetSubtype="16" fill="hold" nodeType="afterEffect">
                                  <p:stCondLst>
                                    <p:cond delay="0"/>
                                  </p:stCondLst>
                                  <p:childTnLst>
                                    <p:set>
                                      <p:cBhvr>
                                        <p:cTn id="141" dur="1" fill="hold">
                                          <p:stCondLst>
                                            <p:cond delay="0"/>
                                          </p:stCondLst>
                                        </p:cTn>
                                        <p:tgtEl>
                                          <p:spTgt spid="70"/>
                                        </p:tgtEl>
                                        <p:attrNameLst>
                                          <p:attrName>style.visibility</p:attrName>
                                        </p:attrNameLst>
                                      </p:cBhvr>
                                      <p:to>
                                        <p:strVal val="visible"/>
                                      </p:to>
                                    </p:set>
                                    <p:anim calcmode="lin" valueType="num">
                                      <p:cBhvr additive="base">
                                        <p:cTn id="142" dur="500"/>
                                        <p:tgtEl>
                                          <p:spTgt spid="70"/>
                                        </p:tgtEl>
                                        <p:attrNameLst>
                                          <p:attrName>ppt_w</p:attrName>
                                        </p:attrNameLst>
                                      </p:cBhvr>
                                      <p:tavLst>
                                        <p:tav tm="0">
                                          <p:val>
                                            <p:strVal val="0"/>
                                          </p:val>
                                        </p:tav>
                                        <p:tav tm="100000">
                                          <p:val>
                                            <p:strVal val="#ppt_w"/>
                                          </p:val>
                                        </p:tav>
                                      </p:tavLst>
                                    </p:anim>
                                    <p:anim calcmode="lin" valueType="num">
                                      <p:cBhvr additive="base">
                                        <p:cTn id="143" dur="500"/>
                                        <p:tgtEl>
                                          <p:spTgt spid="70"/>
                                        </p:tgtEl>
                                        <p:attrNameLst>
                                          <p:attrName>ppt_h</p:attrName>
                                        </p:attrNameLst>
                                      </p:cBhvr>
                                      <p:tavLst>
                                        <p:tav tm="0">
                                          <p:val>
                                            <p:strVal val="0"/>
                                          </p:val>
                                        </p:tav>
                                        <p:tav tm="100000">
                                          <p:val>
                                            <p:strVal val="#ppt_h"/>
                                          </p:val>
                                        </p:tav>
                                      </p:tavLst>
                                    </p:anim>
                                  </p:childTnLst>
                                </p:cTn>
                              </p:par>
                            </p:childTnLst>
                          </p:cTn>
                        </p:par>
                        <p:par>
                          <p:cTn id="144" fill="hold">
                            <p:stCondLst>
                              <p:cond delay="2000"/>
                            </p:stCondLst>
                            <p:childTnLst>
                              <p:par>
                                <p:cTn id="145" presetID="10" presetClass="entr" presetSubtype="0" fill="hold" nodeType="afterEffect">
                                  <p:stCondLst>
                                    <p:cond delay="0"/>
                                  </p:stCondLst>
                                  <p:childTnLst>
                                    <p:set>
                                      <p:cBhvr>
                                        <p:cTn id="146" dur="1" fill="hold">
                                          <p:stCondLst>
                                            <p:cond delay="0"/>
                                          </p:stCondLst>
                                        </p:cTn>
                                        <p:tgtEl>
                                          <p:spTgt spid="68"/>
                                        </p:tgtEl>
                                        <p:attrNameLst>
                                          <p:attrName>style.visibility</p:attrName>
                                        </p:attrNameLst>
                                      </p:cBhvr>
                                      <p:to>
                                        <p:strVal val="visible"/>
                                      </p:to>
                                    </p:set>
                                    <p:animEffect transition="in" filter="fade">
                                      <p:cBhvr>
                                        <p:cTn id="147" dur="500"/>
                                        <p:tgtEl>
                                          <p:spTgt spid="68"/>
                                        </p:tgtEl>
                                      </p:cBhvr>
                                    </p:animEffect>
                                  </p:childTnLst>
                                </p:cTn>
                              </p:par>
                            </p:childTnLst>
                          </p:cTn>
                        </p:par>
                        <p:par>
                          <p:cTn id="148" fill="hold">
                            <p:stCondLst>
                              <p:cond delay="2500"/>
                            </p:stCondLst>
                            <p:childTnLst>
                              <p:par>
                                <p:cTn id="149" presetID="23" presetClass="entr" presetSubtype="16" fill="hold" nodeType="afterEffect">
                                  <p:stCondLst>
                                    <p:cond delay="0"/>
                                  </p:stCondLst>
                                  <p:childTnLst>
                                    <p:set>
                                      <p:cBhvr>
                                        <p:cTn id="150" dur="1" fill="hold">
                                          <p:stCondLst>
                                            <p:cond delay="0"/>
                                          </p:stCondLst>
                                        </p:cTn>
                                        <p:tgtEl>
                                          <p:spTgt spid="69"/>
                                        </p:tgtEl>
                                        <p:attrNameLst>
                                          <p:attrName>style.visibility</p:attrName>
                                        </p:attrNameLst>
                                      </p:cBhvr>
                                      <p:to>
                                        <p:strVal val="visible"/>
                                      </p:to>
                                    </p:set>
                                    <p:anim calcmode="lin" valueType="num">
                                      <p:cBhvr additive="base">
                                        <p:cTn id="151" dur="500"/>
                                        <p:tgtEl>
                                          <p:spTgt spid="69"/>
                                        </p:tgtEl>
                                        <p:attrNameLst>
                                          <p:attrName>ppt_w</p:attrName>
                                        </p:attrNameLst>
                                      </p:cBhvr>
                                      <p:tavLst>
                                        <p:tav tm="0">
                                          <p:val>
                                            <p:strVal val="0"/>
                                          </p:val>
                                        </p:tav>
                                        <p:tav tm="100000">
                                          <p:val>
                                            <p:strVal val="#ppt_w"/>
                                          </p:val>
                                        </p:tav>
                                      </p:tavLst>
                                    </p:anim>
                                    <p:anim calcmode="lin" valueType="num">
                                      <p:cBhvr additive="base">
                                        <p:cTn id="152" dur="500"/>
                                        <p:tgtEl>
                                          <p:spTgt spid="69"/>
                                        </p:tgtEl>
                                        <p:attrNameLst>
                                          <p:attrName>ppt_h</p:attrName>
                                        </p:attrNameLst>
                                      </p:cBhvr>
                                      <p:tavLst>
                                        <p:tav tm="0">
                                          <p:val>
                                            <p:strVal val="0"/>
                                          </p:val>
                                        </p:tav>
                                        <p:tav tm="100000">
                                          <p:val>
                                            <p:strVal val="#ppt_h"/>
                                          </p:val>
                                        </p:tav>
                                      </p:tavLst>
                                    </p:anim>
                                  </p:childTnLst>
                                </p:cTn>
                              </p:par>
                            </p:childTnLst>
                          </p:cTn>
                        </p:par>
                        <p:par>
                          <p:cTn id="153" fill="hold">
                            <p:stCondLst>
                              <p:cond delay="3000"/>
                            </p:stCondLst>
                            <p:childTnLst>
                              <p:par>
                                <p:cTn id="154" presetID="23" presetClass="entr" presetSubtype="16" fill="hold" nodeType="afterEffect">
                                  <p:stCondLst>
                                    <p:cond delay="0"/>
                                  </p:stCondLst>
                                  <p:childTnLst>
                                    <p:set>
                                      <p:cBhvr>
                                        <p:cTn id="155" dur="1" fill="hold">
                                          <p:stCondLst>
                                            <p:cond delay="0"/>
                                          </p:stCondLst>
                                        </p:cTn>
                                        <p:tgtEl>
                                          <p:spTgt spid="81"/>
                                        </p:tgtEl>
                                        <p:attrNameLst>
                                          <p:attrName>style.visibility</p:attrName>
                                        </p:attrNameLst>
                                      </p:cBhvr>
                                      <p:to>
                                        <p:strVal val="visible"/>
                                      </p:to>
                                    </p:set>
                                    <p:anim calcmode="lin" valueType="num">
                                      <p:cBhvr additive="base">
                                        <p:cTn id="156" dur="500"/>
                                        <p:tgtEl>
                                          <p:spTgt spid="81"/>
                                        </p:tgtEl>
                                        <p:attrNameLst>
                                          <p:attrName>ppt_w</p:attrName>
                                        </p:attrNameLst>
                                      </p:cBhvr>
                                      <p:tavLst>
                                        <p:tav tm="0">
                                          <p:val>
                                            <p:strVal val="0"/>
                                          </p:val>
                                        </p:tav>
                                        <p:tav tm="100000">
                                          <p:val>
                                            <p:strVal val="#ppt_w"/>
                                          </p:val>
                                        </p:tav>
                                      </p:tavLst>
                                    </p:anim>
                                    <p:anim calcmode="lin" valueType="num">
                                      <p:cBhvr additive="base">
                                        <p:cTn id="157" dur="500"/>
                                        <p:tgtEl>
                                          <p:spTgt spid="81"/>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Google Shape;23;p7"/>
          <p:cNvSpPr/>
          <p:nvPr/>
        </p:nvSpPr>
        <p:spPr>
          <a:xfrm rot="-273566" flipH="1">
            <a:off x="3672993" y="3281123"/>
            <a:ext cx="4116508" cy="1015663"/>
          </a:xfrm>
          <a:custGeom>
            <a:avLst/>
            <a:gdLst/>
            <a:ahLst/>
            <a:cxnLst/>
            <a:rect l="l" t="t" r="r" b="b"/>
            <a:pathLst>
              <a:path w="11047" h="13401" extrusionOk="0">
                <a:moveTo>
                  <a:pt x="0" y="13401"/>
                </a:moveTo>
                <a:lnTo>
                  <a:pt x="2437" y="0"/>
                </a:lnTo>
                <a:cubicBezTo>
                  <a:pt x="5298" y="900"/>
                  <a:pt x="8159" y="58"/>
                  <a:pt x="11047" y="261"/>
                </a:cubicBezTo>
                <a:cubicBezTo>
                  <a:pt x="10973" y="2287"/>
                  <a:pt x="10474" y="4575"/>
                  <a:pt x="10400" y="6601"/>
                </a:cubicBezTo>
                <a:lnTo>
                  <a:pt x="0" y="13401"/>
                </a:lnTo>
                <a:close/>
              </a:path>
            </a:pathLst>
          </a:custGeom>
          <a:gradFill>
            <a:gsLst>
              <a:gs pos="0">
                <a:srgbClr val="0C0C0C"/>
              </a:gs>
              <a:gs pos="48000">
                <a:srgbClr val="4D585E"/>
              </a:gs>
              <a:gs pos="100000">
                <a:srgbClr val="8F9AA2"/>
              </a:gs>
            </a:gsLst>
            <a:path path="circle">
              <a:fillToRect l="100000" b="100000"/>
            </a:path>
            <a:tileRect t="-100000" r="-10000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grpSp>
        <p:nvGrpSpPr>
          <p:cNvPr id="24" name="Google Shape;24;p7"/>
          <p:cNvGrpSpPr/>
          <p:nvPr/>
        </p:nvGrpSpPr>
        <p:grpSpPr>
          <a:xfrm rot="-1333280" flipH="1">
            <a:off x="804170" y="2120752"/>
            <a:ext cx="6638762" cy="2202299"/>
            <a:chOff x="6313521" y="-581223"/>
            <a:chExt cx="2764258" cy="2354534"/>
          </a:xfrm>
        </p:grpSpPr>
        <p:sp>
          <p:nvSpPr>
            <p:cNvPr id="25" name="Google Shape;25;p7"/>
            <p:cNvSpPr/>
            <p:nvPr/>
          </p:nvSpPr>
          <p:spPr>
            <a:xfrm rot="-1207858">
              <a:off x="6392701" y="430378"/>
              <a:ext cx="2605899" cy="922685"/>
            </a:xfrm>
            <a:prstGeom prst="rect">
              <a:avLst/>
            </a:prstGeom>
            <a:gradFill>
              <a:gsLst>
                <a:gs pos="0">
                  <a:srgbClr val="2CB2E5"/>
                </a:gs>
                <a:gs pos="100000">
                  <a:srgbClr val="13607B"/>
                </a:gs>
              </a:gsLst>
              <a:lin ang="0" scaled="0"/>
            </a:gradFill>
            <a:ln>
              <a:noFill/>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b="0" i="0" u="none" strike="noStrike" cap="none">
                <a:solidFill>
                  <a:srgbClr val="757070"/>
                </a:solidFill>
                <a:latin typeface="Calibri"/>
                <a:ea typeface="Calibri"/>
                <a:cs typeface="Calibri"/>
                <a:sym typeface="Calibri"/>
              </a:endParaRPr>
            </a:p>
          </p:txBody>
        </p:sp>
        <p:sp>
          <p:nvSpPr>
            <p:cNvPr id="26" name="Google Shape;26;p7"/>
            <p:cNvSpPr/>
            <p:nvPr/>
          </p:nvSpPr>
          <p:spPr>
            <a:xfrm rot="-1207858">
              <a:off x="8528312" y="-539820"/>
              <a:ext cx="402920" cy="914475"/>
            </a:xfrm>
            <a:prstGeom prst="rect">
              <a:avLst/>
            </a:prstGeom>
            <a:gradFill>
              <a:gsLst>
                <a:gs pos="0">
                  <a:srgbClr val="282828"/>
                </a:gs>
                <a:gs pos="3000">
                  <a:srgbClr val="282828"/>
                </a:gs>
                <a:gs pos="100000">
                  <a:srgbClr val="4A4A4A"/>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b="1" i="0" u="none" strike="noStrike" cap="none" dirty="0">
                  <a:solidFill>
                    <a:srgbClr val="FFFFFF"/>
                  </a:solidFill>
                  <a:latin typeface="Calibri"/>
                  <a:ea typeface="Calibri"/>
                  <a:cs typeface="Calibri"/>
                  <a:sym typeface="Calibri"/>
                </a:rPr>
                <a:t>02</a:t>
              </a:r>
              <a:endParaRPr dirty="0"/>
            </a:p>
          </p:txBody>
        </p:sp>
      </p:grpSp>
      <p:sp>
        <p:nvSpPr>
          <p:cNvPr id="27" name="Google Shape;27;p7"/>
          <p:cNvSpPr/>
          <p:nvPr/>
        </p:nvSpPr>
        <p:spPr>
          <a:xfrm rot="-151934">
            <a:off x="3376427" y="3016768"/>
            <a:ext cx="7576146" cy="808627"/>
          </a:xfrm>
          <a:prstGeom prst="rect">
            <a:avLst/>
          </a:prstGeom>
          <a:noFill/>
          <a:ln>
            <a:noFill/>
          </a:ln>
        </p:spPr>
        <p:txBody>
          <a:bodyPr spcFirstLastPara="1" wrap="square" lIns="68650" tIns="34325" rIns="68650" bIns="34325" anchor="t" anchorCtr="0">
            <a:noAutofit/>
          </a:bodyPr>
          <a:lstStyle/>
          <a:p>
            <a:pPr marL="274320" indent="-274320" algn="just">
              <a:lnSpc>
                <a:spcPct val="120000"/>
              </a:lnSpc>
              <a:defRPr/>
            </a:pPr>
            <a:r>
              <a:rPr lang="ms-MY" b="1" dirty="0">
                <a:latin typeface="Tahoma" panose="020B0604030504040204" pitchFamily="34" charset="0"/>
                <a:ea typeface="Tahoma" panose="020B0604030504040204" pitchFamily="34" charset="0"/>
                <a:cs typeface="Tahoma" panose="020B0604030504040204" pitchFamily="34" charset="0"/>
              </a:rPr>
              <a:t>Ketua Jabatan kebanyakannya enggan melaporkan pelanggaran keselamatan dan kebocoran maklumat </a:t>
            </a:r>
          </a:p>
        </p:txBody>
      </p:sp>
      <p:pic>
        <p:nvPicPr>
          <p:cNvPr id="28" name="Google Shape;28;p7"/>
          <p:cNvPicPr preferRelativeResize="0"/>
          <p:nvPr/>
        </p:nvPicPr>
        <p:blipFill rotWithShape="1">
          <a:blip r:embed="rId3">
            <a:alphaModFix/>
          </a:blip>
          <a:srcRect l="37304" t="36746" r="32910" b="35552"/>
          <a:stretch/>
        </p:blipFill>
        <p:spPr>
          <a:xfrm>
            <a:off x="11152730" y="2767778"/>
            <a:ext cx="959072" cy="838443"/>
          </a:xfrm>
          <a:prstGeom prst="rect">
            <a:avLst/>
          </a:prstGeom>
          <a:noFill/>
          <a:ln>
            <a:noFill/>
          </a:ln>
        </p:spPr>
      </p:pic>
      <p:sp>
        <p:nvSpPr>
          <p:cNvPr id="29" name="Google Shape;29;p7"/>
          <p:cNvSpPr/>
          <p:nvPr/>
        </p:nvSpPr>
        <p:spPr>
          <a:xfrm rot="-273566" flipH="1">
            <a:off x="3947835" y="5255157"/>
            <a:ext cx="4116508" cy="1015663"/>
          </a:xfrm>
          <a:custGeom>
            <a:avLst/>
            <a:gdLst/>
            <a:ahLst/>
            <a:cxnLst/>
            <a:rect l="l" t="t" r="r" b="b"/>
            <a:pathLst>
              <a:path w="11047" h="13401" extrusionOk="0">
                <a:moveTo>
                  <a:pt x="0" y="13401"/>
                </a:moveTo>
                <a:lnTo>
                  <a:pt x="2437" y="0"/>
                </a:lnTo>
                <a:cubicBezTo>
                  <a:pt x="5298" y="900"/>
                  <a:pt x="8159" y="58"/>
                  <a:pt x="11047" y="261"/>
                </a:cubicBezTo>
                <a:cubicBezTo>
                  <a:pt x="10973" y="2287"/>
                  <a:pt x="10474" y="4575"/>
                  <a:pt x="10400" y="6601"/>
                </a:cubicBezTo>
                <a:lnTo>
                  <a:pt x="0" y="13401"/>
                </a:lnTo>
                <a:close/>
              </a:path>
            </a:pathLst>
          </a:custGeom>
          <a:gradFill>
            <a:gsLst>
              <a:gs pos="0">
                <a:srgbClr val="0C0C0C"/>
              </a:gs>
              <a:gs pos="48000">
                <a:srgbClr val="4D585E"/>
              </a:gs>
              <a:gs pos="100000">
                <a:srgbClr val="6D7980">
                  <a:alpha val="52941"/>
                </a:srgbClr>
              </a:gs>
            </a:gsLst>
            <a:path path="circle">
              <a:fillToRect l="100000" b="100000"/>
            </a:path>
            <a:tileRect t="-100000" r="-10000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grpSp>
        <p:nvGrpSpPr>
          <p:cNvPr id="30" name="Google Shape;30;p7"/>
          <p:cNvGrpSpPr/>
          <p:nvPr/>
        </p:nvGrpSpPr>
        <p:grpSpPr>
          <a:xfrm rot="-1333280" flipH="1">
            <a:off x="1160262" y="4391594"/>
            <a:ext cx="6258440" cy="1750862"/>
            <a:chOff x="6377695" y="-732651"/>
            <a:chExt cx="2605899" cy="1871892"/>
          </a:xfrm>
        </p:grpSpPr>
        <p:sp>
          <p:nvSpPr>
            <p:cNvPr id="31" name="Google Shape;31;p7"/>
            <p:cNvSpPr/>
            <p:nvPr/>
          </p:nvSpPr>
          <p:spPr>
            <a:xfrm rot="20392142">
              <a:off x="6377695" y="216556"/>
              <a:ext cx="2605899" cy="922685"/>
            </a:xfrm>
            <a:prstGeom prst="rect">
              <a:avLst/>
            </a:prstGeom>
            <a:gradFill>
              <a:gsLst>
                <a:gs pos="0">
                  <a:srgbClr val="E65246"/>
                </a:gs>
                <a:gs pos="100000">
                  <a:srgbClr val="7E2626"/>
                </a:gs>
              </a:gsLst>
              <a:lin ang="0" scaled="0"/>
            </a:gradFill>
            <a:ln>
              <a:noFill/>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b="0" i="0" u="none" strike="noStrike" cap="none" dirty="0">
                <a:solidFill>
                  <a:srgbClr val="757070"/>
                </a:solidFill>
                <a:latin typeface="Calibri"/>
                <a:ea typeface="Calibri"/>
                <a:cs typeface="Calibri"/>
                <a:sym typeface="Calibri"/>
              </a:endParaRPr>
            </a:p>
          </p:txBody>
        </p:sp>
        <p:sp>
          <p:nvSpPr>
            <p:cNvPr id="32" name="Google Shape;32;p7"/>
            <p:cNvSpPr/>
            <p:nvPr/>
          </p:nvSpPr>
          <p:spPr>
            <a:xfrm rot="20392142">
              <a:off x="8492079" y="-732651"/>
              <a:ext cx="402920" cy="914475"/>
            </a:xfrm>
            <a:prstGeom prst="rect">
              <a:avLst/>
            </a:prstGeom>
            <a:gradFill>
              <a:gsLst>
                <a:gs pos="0">
                  <a:srgbClr val="282828"/>
                </a:gs>
                <a:gs pos="3000">
                  <a:srgbClr val="282828"/>
                </a:gs>
                <a:gs pos="100000">
                  <a:srgbClr val="4A4A4A"/>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b="1" i="0" u="none" strike="noStrike" cap="none" dirty="0">
                  <a:solidFill>
                    <a:srgbClr val="FFFFFF"/>
                  </a:solidFill>
                  <a:latin typeface="Calibri"/>
                  <a:ea typeface="Calibri"/>
                  <a:cs typeface="Calibri"/>
                  <a:sym typeface="Calibri"/>
                </a:rPr>
                <a:t>04</a:t>
              </a:r>
              <a:endParaRPr dirty="0"/>
            </a:p>
          </p:txBody>
        </p:sp>
      </p:grpSp>
      <p:sp>
        <p:nvSpPr>
          <p:cNvPr id="33" name="Google Shape;33;p7"/>
          <p:cNvSpPr/>
          <p:nvPr/>
        </p:nvSpPr>
        <p:spPr>
          <a:xfrm rot="-151934">
            <a:off x="3310717" y="5198887"/>
            <a:ext cx="7435950" cy="808627"/>
          </a:xfrm>
          <a:prstGeom prst="rect">
            <a:avLst/>
          </a:prstGeom>
          <a:noFill/>
          <a:ln>
            <a:noFill/>
          </a:ln>
        </p:spPr>
        <p:txBody>
          <a:bodyPr spcFirstLastPara="1" wrap="square" lIns="68650" tIns="34325" rIns="68650" bIns="34325" anchor="t" anchorCtr="0">
            <a:noAutofit/>
          </a:bodyPr>
          <a:lstStyle/>
          <a:p>
            <a:pPr marL="274320" indent="-274320" algn="just">
              <a:lnSpc>
                <a:spcPct val="120000"/>
              </a:lnSpc>
              <a:defRPr/>
            </a:pPr>
            <a:r>
              <a:rPr lang="ms-MY" b="1" dirty="0">
                <a:latin typeface="Tahoma" panose="020B0604030504040204" pitchFamily="34" charset="0"/>
                <a:ea typeface="Tahoma" panose="020B0604030504040204" pitchFamily="34" charset="0"/>
                <a:cs typeface="Tahoma" panose="020B0604030504040204" pitchFamily="34" charset="0"/>
              </a:rPr>
              <a:t>Kebocoran maklumat perlu dipantau, dilaporkan segera dan diambil tindakan tegas </a:t>
            </a:r>
          </a:p>
        </p:txBody>
      </p:sp>
      <p:pic>
        <p:nvPicPr>
          <p:cNvPr id="34" name="Google Shape;34;p7"/>
          <p:cNvPicPr preferRelativeResize="0"/>
          <p:nvPr/>
        </p:nvPicPr>
        <p:blipFill rotWithShape="1">
          <a:blip r:embed="rId3">
            <a:alphaModFix/>
          </a:blip>
          <a:srcRect l="2960" t="37016" r="67254" b="35283"/>
          <a:stretch/>
        </p:blipFill>
        <p:spPr>
          <a:xfrm>
            <a:off x="11087410" y="5090448"/>
            <a:ext cx="959072" cy="838443"/>
          </a:xfrm>
          <a:prstGeom prst="rect">
            <a:avLst/>
          </a:prstGeom>
          <a:noFill/>
          <a:ln>
            <a:noFill/>
          </a:ln>
        </p:spPr>
      </p:pic>
      <p:sp>
        <p:nvSpPr>
          <p:cNvPr id="35" name="Google Shape;35;p7"/>
          <p:cNvSpPr/>
          <p:nvPr/>
        </p:nvSpPr>
        <p:spPr>
          <a:xfrm flipH="1">
            <a:off x="4057470" y="4453156"/>
            <a:ext cx="4116508" cy="1015663"/>
          </a:xfrm>
          <a:custGeom>
            <a:avLst/>
            <a:gdLst/>
            <a:ahLst/>
            <a:cxnLst/>
            <a:rect l="l" t="t" r="r" b="b"/>
            <a:pathLst>
              <a:path w="11047" h="13401" extrusionOk="0">
                <a:moveTo>
                  <a:pt x="0" y="13401"/>
                </a:moveTo>
                <a:lnTo>
                  <a:pt x="2437" y="0"/>
                </a:lnTo>
                <a:cubicBezTo>
                  <a:pt x="5298" y="900"/>
                  <a:pt x="8159" y="58"/>
                  <a:pt x="11047" y="261"/>
                </a:cubicBezTo>
                <a:cubicBezTo>
                  <a:pt x="10973" y="2287"/>
                  <a:pt x="10474" y="4575"/>
                  <a:pt x="10400" y="6601"/>
                </a:cubicBezTo>
                <a:lnTo>
                  <a:pt x="0" y="13401"/>
                </a:lnTo>
                <a:close/>
              </a:path>
            </a:pathLst>
          </a:custGeom>
          <a:gradFill>
            <a:gsLst>
              <a:gs pos="0">
                <a:srgbClr val="0C0C0C"/>
              </a:gs>
              <a:gs pos="48000">
                <a:srgbClr val="000000">
                  <a:alpha val="65882"/>
                </a:srgbClr>
              </a:gs>
              <a:gs pos="100000">
                <a:srgbClr val="8F9AA2">
                  <a:alpha val="16862"/>
                </a:srgbClr>
              </a:gs>
            </a:gsLst>
            <a:path path="circle">
              <a:fillToRect l="100000" b="100000"/>
            </a:path>
            <a:tileRect t="-100000" r="-10000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grpSp>
        <p:nvGrpSpPr>
          <p:cNvPr id="36" name="Google Shape;36;p7"/>
          <p:cNvGrpSpPr/>
          <p:nvPr/>
        </p:nvGrpSpPr>
        <p:grpSpPr>
          <a:xfrm rot="-1059714" flipH="1">
            <a:off x="1264131" y="3181201"/>
            <a:ext cx="6621627" cy="2197850"/>
            <a:chOff x="6320656" y="-581131"/>
            <a:chExt cx="2757124" cy="2349777"/>
          </a:xfrm>
        </p:grpSpPr>
        <p:sp>
          <p:nvSpPr>
            <p:cNvPr id="37" name="Google Shape;37;p7"/>
            <p:cNvSpPr/>
            <p:nvPr/>
          </p:nvSpPr>
          <p:spPr>
            <a:xfrm rot="-1207858">
              <a:off x="6400068" y="427021"/>
              <a:ext cx="2598300" cy="922685"/>
            </a:xfrm>
            <a:prstGeom prst="rect">
              <a:avLst/>
            </a:prstGeom>
            <a:gradFill>
              <a:gsLst>
                <a:gs pos="0">
                  <a:srgbClr val="3ECA67"/>
                </a:gs>
                <a:gs pos="100000">
                  <a:srgbClr val="19572C"/>
                </a:gs>
              </a:gsLst>
              <a:lin ang="0" scaled="0"/>
            </a:gradFill>
            <a:ln>
              <a:noFill/>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b="0" i="0" u="none" strike="noStrike" cap="none">
                <a:solidFill>
                  <a:srgbClr val="757070"/>
                </a:solidFill>
                <a:latin typeface="Calibri"/>
                <a:ea typeface="Calibri"/>
                <a:cs typeface="Calibri"/>
                <a:sym typeface="Calibri"/>
              </a:endParaRPr>
            </a:p>
          </p:txBody>
        </p:sp>
        <p:sp>
          <p:nvSpPr>
            <p:cNvPr id="38" name="Google Shape;38;p7"/>
            <p:cNvSpPr/>
            <p:nvPr/>
          </p:nvSpPr>
          <p:spPr>
            <a:xfrm rot="-1207858">
              <a:off x="8528213" y="-539728"/>
              <a:ext cx="402920" cy="914475"/>
            </a:xfrm>
            <a:prstGeom prst="rect">
              <a:avLst/>
            </a:prstGeom>
            <a:gradFill>
              <a:gsLst>
                <a:gs pos="0">
                  <a:srgbClr val="282828"/>
                </a:gs>
                <a:gs pos="3000">
                  <a:srgbClr val="282828"/>
                </a:gs>
                <a:gs pos="100000">
                  <a:srgbClr val="4A4A4A"/>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b="1" i="0" u="none" strike="noStrike" cap="none" dirty="0">
                  <a:solidFill>
                    <a:srgbClr val="FFFFFF"/>
                  </a:solidFill>
                  <a:latin typeface="Calibri"/>
                  <a:ea typeface="Calibri"/>
                  <a:cs typeface="Calibri"/>
                  <a:sym typeface="Calibri"/>
                </a:rPr>
                <a:t>03</a:t>
              </a:r>
              <a:endParaRPr dirty="0"/>
            </a:p>
          </p:txBody>
        </p:sp>
      </p:grpSp>
      <p:sp>
        <p:nvSpPr>
          <p:cNvPr id="39" name="Google Shape;39;p7"/>
          <p:cNvSpPr/>
          <p:nvPr/>
        </p:nvSpPr>
        <p:spPr>
          <a:xfrm rot="121632">
            <a:off x="3254267" y="4161000"/>
            <a:ext cx="8692683" cy="978066"/>
          </a:xfrm>
          <a:prstGeom prst="rect">
            <a:avLst/>
          </a:prstGeom>
          <a:noFill/>
          <a:ln>
            <a:noFill/>
          </a:ln>
        </p:spPr>
        <p:txBody>
          <a:bodyPr spcFirstLastPara="1" wrap="square" lIns="68650" tIns="34325" rIns="68650" bIns="34325" anchor="t" anchorCtr="0">
            <a:noAutofit/>
          </a:bodyPr>
          <a:lstStyle/>
          <a:p>
            <a:pPr marL="274320" indent="-274320" algn="just">
              <a:lnSpc>
                <a:spcPct val="120000"/>
              </a:lnSpc>
              <a:defRPr/>
            </a:pPr>
            <a:r>
              <a:rPr lang="ms-MY" b="1" dirty="0">
                <a:latin typeface="Tahoma" panose="020B0604030504040204" pitchFamily="34" charset="0"/>
                <a:ea typeface="Tahoma" panose="020B0604030504040204" pitchFamily="34" charset="0"/>
                <a:cs typeface="Tahoma" panose="020B0604030504040204" pitchFamily="34" charset="0"/>
              </a:rPr>
              <a:t>Kes kebocoran dihadapkan ke mahkamah masih kecil tetapi tetap menjejaskan kewibawaan, integriti dan menyebabkan keadaan serba salah;</a:t>
            </a:r>
          </a:p>
        </p:txBody>
      </p:sp>
      <p:sp>
        <p:nvSpPr>
          <p:cNvPr id="40" name="Google Shape;40;p7"/>
          <p:cNvSpPr/>
          <p:nvPr/>
        </p:nvSpPr>
        <p:spPr>
          <a:xfrm flipH="1">
            <a:off x="4047945" y="2378715"/>
            <a:ext cx="4116508" cy="1015663"/>
          </a:xfrm>
          <a:custGeom>
            <a:avLst/>
            <a:gdLst/>
            <a:ahLst/>
            <a:cxnLst/>
            <a:rect l="l" t="t" r="r" b="b"/>
            <a:pathLst>
              <a:path w="11047" h="13401" extrusionOk="0">
                <a:moveTo>
                  <a:pt x="0" y="13401"/>
                </a:moveTo>
                <a:lnTo>
                  <a:pt x="2437" y="0"/>
                </a:lnTo>
                <a:cubicBezTo>
                  <a:pt x="5298" y="900"/>
                  <a:pt x="8159" y="58"/>
                  <a:pt x="11047" y="261"/>
                </a:cubicBezTo>
                <a:cubicBezTo>
                  <a:pt x="10973" y="2287"/>
                  <a:pt x="10474" y="4575"/>
                  <a:pt x="10400" y="6601"/>
                </a:cubicBezTo>
                <a:lnTo>
                  <a:pt x="0" y="13401"/>
                </a:lnTo>
                <a:close/>
              </a:path>
            </a:pathLst>
          </a:custGeom>
          <a:gradFill>
            <a:gsLst>
              <a:gs pos="0">
                <a:srgbClr val="0C0C0C"/>
              </a:gs>
              <a:gs pos="48000">
                <a:srgbClr val="000000">
                  <a:alpha val="65882"/>
                </a:srgbClr>
              </a:gs>
              <a:gs pos="100000">
                <a:srgbClr val="8F9AA2">
                  <a:alpha val="16862"/>
                </a:srgbClr>
              </a:gs>
            </a:gsLst>
            <a:path path="circle">
              <a:fillToRect l="100000" b="100000"/>
            </a:path>
            <a:tileRect t="-100000" r="-10000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grpSp>
        <p:nvGrpSpPr>
          <p:cNvPr id="41" name="Google Shape;41;p7"/>
          <p:cNvGrpSpPr/>
          <p:nvPr/>
        </p:nvGrpSpPr>
        <p:grpSpPr>
          <a:xfrm rot="-1059714" flipH="1">
            <a:off x="1059726" y="926461"/>
            <a:ext cx="6624887" cy="2203166"/>
            <a:chOff x="6320656" y="-586813"/>
            <a:chExt cx="2758481" cy="2355460"/>
          </a:xfrm>
        </p:grpSpPr>
        <p:sp>
          <p:nvSpPr>
            <p:cNvPr id="42" name="Google Shape;42;p7"/>
            <p:cNvSpPr/>
            <p:nvPr/>
          </p:nvSpPr>
          <p:spPr>
            <a:xfrm rot="-1207858">
              <a:off x="6400068" y="427021"/>
              <a:ext cx="2598300" cy="922685"/>
            </a:xfrm>
            <a:prstGeom prst="rect">
              <a:avLst/>
            </a:prstGeom>
            <a:gradFill>
              <a:gsLst>
                <a:gs pos="0">
                  <a:srgbClr val="FEB932"/>
                </a:gs>
                <a:gs pos="100000">
                  <a:srgbClr val="C1581D"/>
                </a:gs>
              </a:gsLst>
              <a:lin ang="0" scaled="0"/>
            </a:gradFill>
            <a:ln>
              <a:noFill/>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b="0" i="0" u="none" strike="noStrike" cap="none">
                <a:solidFill>
                  <a:srgbClr val="757070"/>
                </a:solidFill>
                <a:latin typeface="Calibri"/>
                <a:ea typeface="Calibri"/>
                <a:cs typeface="Calibri"/>
                <a:sym typeface="Calibri"/>
              </a:endParaRPr>
            </a:p>
          </p:txBody>
        </p:sp>
        <p:sp>
          <p:nvSpPr>
            <p:cNvPr id="43" name="Google Shape;43;p7"/>
            <p:cNvSpPr/>
            <p:nvPr/>
          </p:nvSpPr>
          <p:spPr>
            <a:xfrm rot="-1207858">
              <a:off x="8528532" y="-545877"/>
              <a:ext cx="402920" cy="929738"/>
            </a:xfrm>
            <a:prstGeom prst="rect">
              <a:avLst/>
            </a:prstGeom>
            <a:gradFill>
              <a:gsLst>
                <a:gs pos="0">
                  <a:srgbClr val="282828"/>
                </a:gs>
                <a:gs pos="3000">
                  <a:srgbClr val="282828"/>
                </a:gs>
                <a:gs pos="100000">
                  <a:srgbClr val="4A4A4A"/>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b="1" i="0" u="none" strike="noStrike" cap="none" dirty="0">
                  <a:solidFill>
                    <a:srgbClr val="FFFFFF"/>
                  </a:solidFill>
                  <a:latin typeface="Calibri"/>
                  <a:ea typeface="Calibri"/>
                  <a:cs typeface="Calibri"/>
                  <a:sym typeface="Calibri"/>
                </a:rPr>
                <a:t>01</a:t>
              </a:r>
              <a:endParaRPr dirty="0"/>
            </a:p>
          </p:txBody>
        </p:sp>
      </p:grpSp>
      <p:sp>
        <p:nvSpPr>
          <p:cNvPr id="44" name="Google Shape;44;p7"/>
          <p:cNvSpPr/>
          <p:nvPr/>
        </p:nvSpPr>
        <p:spPr>
          <a:xfrm rot="-273566" flipH="1">
            <a:off x="3672993" y="1137011"/>
            <a:ext cx="4116508" cy="1015663"/>
          </a:xfrm>
          <a:custGeom>
            <a:avLst/>
            <a:gdLst/>
            <a:ahLst/>
            <a:cxnLst/>
            <a:rect l="l" t="t" r="r" b="b"/>
            <a:pathLst>
              <a:path w="11047" h="13401" extrusionOk="0">
                <a:moveTo>
                  <a:pt x="0" y="13401"/>
                </a:moveTo>
                <a:lnTo>
                  <a:pt x="2437" y="0"/>
                </a:lnTo>
                <a:cubicBezTo>
                  <a:pt x="5298" y="900"/>
                  <a:pt x="8159" y="58"/>
                  <a:pt x="11047" y="261"/>
                </a:cubicBezTo>
                <a:cubicBezTo>
                  <a:pt x="10973" y="2287"/>
                  <a:pt x="10474" y="4575"/>
                  <a:pt x="10400" y="6601"/>
                </a:cubicBezTo>
                <a:lnTo>
                  <a:pt x="0" y="13401"/>
                </a:lnTo>
                <a:close/>
              </a:path>
            </a:pathLst>
          </a:custGeom>
          <a:gradFill>
            <a:gsLst>
              <a:gs pos="0">
                <a:srgbClr val="0C0C0C"/>
              </a:gs>
              <a:gs pos="48000">
                <a:srgbClr val="4D585E"/>
              </a:gs>
              <a:gs pos="100000">
                <a:srgbClr val="8F9AA2"/>
              </a:gs>
            </a:gsLst>
            <a:path path="circle">
              <a:fillToRect l="100000" b="100000"/>
            </a:path>
            <a:tileRect t="-100000" r="-10000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grpSp>
        <p:nvGrpSpPr>
          <p:cNvPr id="45" name="Google Shape;45;p7"/>
          <p:cNvGrpSpPr/>
          <p:nvPr/>
        </p:nvGrpSpPr>
        <p:grpSpPr>
          <a:xfrm rot="-1333280" flipH="1">
            <a:off x="630753" y="-88083"/>
            <a:ext cx="6639249" cy="2203419"/>
            <a:chOff x="6313521" y="-582419"/>
            <a:chExt cx="2764461" cy="2355730"/>
          </a:xfrm>
        </p:grpSpPr>
        <p:sp>
          <p:nvSpPr>
            <p:cNvPr id="46" name="Google Shape;46;p7"/>
            <p:cNvSpPr/>
            <p:nvPr/>
          </p:nvSpPr>
          <p:spPr>
            <a:xfrm rot="-1207858">
              <a:off x="6392701" y="430378"/>
              <a:ext cx="2605899" cy="922685"/>
            </a:xfrm>
            <a:prstGeom prst="rect">
              <a:avLst/>
            </a:prstGeom>
            <a:gradFill>
              <a:gsLst>
                <a:gs pos="0">
                  <a:srgbClr val="E42E69"/>
                </a:gs>
                <a:gs pos="100000">
                  <a:srgbClr val="901C40"/>
                </a:gs>
              </a:gsLst>
              <a:lin ang="0" scaled="0"/>
            </a:gradFill>
            <a:ln>
              <a:noFill/>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b="0" i="0" u="none" strike="noStrike" cap="none">
                <a:solidFill>
                  <a:srgbClr val="757070"/>
                </a:solidFill>
                <a:latin typeface="Calibri"/>
                <a:ea typeface="Calibri"/>
                <a:cs typeface="Calibri"/>
                <a:sym typeface="Calibri"/>
              </a:endParaRPr>
            </a:p>
          </p:txBody>
        </p:sp>
        <p:sp>
          <p:nvSpPr>
            <p:cNvPr id="47" name="Google Shape;47;p7"/>
            <p:cNvSpPr/>
            <p:nvPr/>
          </p:nvSpPr>
          <p:spPr>
            <a:xfrm rot="-1207858">
              <a:off x="8528599" y="-541266"/>
              <a:ext cx="402920" cy="922640"/>
            </a:xfrm>
            <a:prstGeom prst="rect">
              <a:avLst/>
            </a:prstGeom>
            <a:gradFill>
              <a:gsLst>
                <a:gs pos="0">
                  <a:srgbClr val="282828"/>
                </a:gs>
                <a:gs pos="3000">
                  <a:srgbClr val="282828"/>
                </a:gs>
                <a:gs pos="100000">
                  <a:srgbClr val="4A4A4A"/>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dirty="0"/>
            </a:p>
          </p:txBody>
        </p:sp>
      </p:grpSp>
      <p:grpSp>
        <p:nvGrpSpPr>
          <p:cNvPr id="48" name="Google Shape;48;p7"/>
          <p:cNvGrpSpPr/>
          <p:nvPr/>
        </p:nvGrpSpPr>
        <p:grpSpPr>
          <a:xfrm>
            <a:off x="2372189" y="326455"/>
            <a:ext cx="960150" cy="6204241"/>
            <a:chOff x="7635546" y="1505862"/>
            <a:chExt cx="644928" cy="3726643"/>
          </a:xfrm>
        </p:grpSpPr>
        <p:grpSp>
          <p:nvGrpSpPr>
            <p:cNvPr id="49" name="Google Shape;49;p7"/>
            <p:cNvGrpSpPr/>
            <p:nvPr/>
          </p:nvGrpSpPr>
          <p:grpSpPr>
            <a:xfrm>
              <a:off x="7655506" y="2808678"/>
              <a:ext cx="607331" cy="2423827"/>
              <a:chOff x="2700879" y="1478500"/>
              <a:chExt cx="482093" cy="1843943"/>
            </a:xfrm>
          </p:grpSpPr>
          <p:sp>
            <p:nvSpPr>
              <p:cNvPr id="50" name="Google Shape;50;p7"/>
              <p:cNvSpPr/>
              <p:nvPr/>
            </p:nvSpPr>
            <p:spPr>
              <a:xfrm rot="10800000" flipH="1">
                <a:off x="2700879" y="1478500"/>
                <a:ext cx="482093" cy="1834742"/>
              </a:xfrm>
              <a:custGeom>
                <a:avLst/>
                <a:gdLst/>
                <a:ahLst/>
                <a:cxnLst/>
                <a:rect l="l" t="t" r="r" b="b"/>
                <a:pathLst>
                  <a:path w="940813" h="3496036" extrusionOk="0">
                    <a:moveTo>
                      <a:pt x="0" y="3496036"/>
                    </a:moveTo>
                    <a:lnTo>
                      <a:pt x="940535" y="3496036"/>
                    </a:lnTo>
                    <a:lnTo>
                      <a:pt x="940535" y="887080"/>
                    </a:lnTo>
                    <a:lnTo>
                      <a:pt x="940813" y="887080"/>
                    </a:lnTo>
                    <a:lnTo>
                      <a:pt x="470407" y="0"/>
                    </a:lnTo>
                    <a:lnTo>
                      <a:pt x="139" y="886818"/>
                    </a:lnTo>
                    <a:lnTo>
                      <a:pt x="0" y="886818"/>
                    </a:lnTo>
                    <a:lnTo>
                      <a:pt x="0" y="887080"/>
                    </a:lnTo>
                    <a:close/>
                  </a:path>
                </a:pathLst>
              </a:custGeom>
              <a:gradFill>
                <a:gsLst>
                  <a:gs pos="0">
                    <a:srgbClr val="FDE2C5"/>
                  </a:gs>
                  <a:gs pos="57000">
                    <a:srgbClr val="E8A374"/>
                  </a:gs>
                  <a:gs pos="73000">
                    <a:srgbClr val="C37E45"/>
                  </a:gs>
                  <a:gs pos="94631">
                    <a:srgbClr val="F1BF99"/>
                  </a:gs>
                  <a:gs pos="100000">
                    <a:srgbClr val="F1BF99"/>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85" b="0" i="0" u="none" strike="noStrike" cap="none">
                  <a:solidFill>
                    <a:srgbClr val="FFFFFF"/>
                  </a:solidFill>
                  <a:latin typeface="Calibri"/>
                  <a:ea typeface="Calibri"/>
                  <a:cs typeface="Calibri"/>
                  <a:sym typeface="Calibri"/>
                </a:endParaRPr>
              </a:p>
            </p:txBody>
          </p:sp>
          <p:sp>
            <p:nvSpPr>
              <p:cNvPr id="51" name="Google Shape;51;p7"/>
              <p:cNvSpPr/>
              <p:nvPr/>
            </p:nvSpPr>
            <p:spPr>
              <a:xfrm>
                <a:off x="2873754" y="3173373"/>
                <a:ext cx="109461" cy="116951"/>
              </a:xfrm>
              <a:custGeom>
                <a:avLst/>
                <a:gdLst/>
                <a:ahLst/>
                <a:cxnLst/>
                <a:rect l="l" t="t" r="r" b="b"/>
                <a:pathLst>
                  <a:path w="206467" h="177143" extrusionOk="0">
                    <a:moveTo>
                      <a:pt x="0" y="0"/>
                    </a:moveTo>
                    <a:lnTo>
                      <a:pt x="206467" y="177143"/>
                    </a:lnTo>
                    <a:lnTo>
                      <a:pt x="206467" y="177143"/>
                    </a:lnTo>
                    <a:lnTo>
                      <a:pt x="0" y="0"/>
                    </a:lnTo>
                    <a:lnTo>
                      <a:pt x="0" y="0"/>
                    </a:lnTo>
                    <a:close/>
                  </a:path>
                </a:pathLst>
              </a:custGeom>
              <a:gradFill>
                <a:gsLst>
                  <a:gs pos="0">
                    <a:srgbClr val="866CAF"/>
                  </a:gs>
                  <a:gs pos="100000">
                    <a:srgbClr val="9B89C0"/>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85" b="0" i="0" u="none" strike="noStrike" cap="none">
                  <a:solidFill>
                    <a:srgbClr val="FFFFFF"/>
                  </a:solidFill>
                  <a:latin typeface="Calibri"/>
                  <a:ea typeface="Calibri"/>
                  <a:cs typeface="Calibri"/>
                  <a:sym typeface="Calibri"/>
                </a:endParaRPr>
              </a:p>
            </p:txBody>
          </p:sp>
          <p:sp>
            <p:nvSpPr>
              <p:cNvPr id="52" name="Google Shape;52;p7"/>
              <p:cNvSpPr/>
              <p:nvPr/>
            </p:nvSpPr>
            <p:spPr>
              <a:xfrm rot="10800000" flipH="1">
                <a:off x="2861078" y="3166736"/>
                <a:ext cx="156913" cy="155707"/>
              </a:xfrm>
              <a:custGeom>
                <a:avLst/>
                <a:gdLst/>
                <a:ahLst/>
                <a:cxnLst/>
                <a:rect l="l" t="t" r="r" b="b"/>
                <a:pathLst>
                  <a:path w="227006" h="195768" extrusionOk="0">
                    <a:moveTo>
                      <a:pt x="0" y="195768"/>
                    </a:moveTo>
                    <a:lnTo>
                      <a:pt x="227006" y="195768"/>
                    </a:lnTo>
                    <a:lnTo>
                      <a:pt x="113503" y="0"/>
                    </a:lnTo>
                    <a:close/>
                  </a:path>
                </a:pathLst>
              </a:custGeom>
              <a:gradFill>
                <a:gsLst>
                  <a:gs pos="0">
                    <a:srgbClr val="0C0C0C"/>
                  </a:gs>
                  <a:gs pos="18000">
                    <a:srgbClr val="0C0C0C"/>
                  </a:gs>
                  <a:gs pos="49000">
                    <a:srgbClr val="3F3F3F"/>
                  </a:gs>
                  <a:gs pos="77000">
                    <a:schemeClr val="dk1"/>
                  </a:gs>
                  <a:gs pos="100000">
                    <a:schemeClr val="dk1"/>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85" b="0" i="0" u="none" strike="noStrike" cap="none">
                  <a:solidFill>
                    <a:srgbClr val="FFFFFF"/>
                  </a:solidFill>
                  <a:latin typeface="Calibri"/>
                  <a:ea typeface="Calibri"/>
                  <a:cs typeface="Calibri"/>
                  <a:sym typeface="Calibri"/>
                </a:endParaRPr>
              </a:p>
            </p:txBody>
          </p:sp>
        </p:grpSp>
        <p:grpSp>
          <p:nvGrpSpPr>
            <p:cNvPr id="53" name="Google Shape;53;p7"/>
            <p:cNvGrpSpPr/>
            <p:nvPr/>
          </p:nvGrpSpPr>
          <p:grpSpPr>
            <a:xfrm flipH="1">
              <a:off x="7654600" y="2488591"/>
              <a:ext cx="609948" cy="2134066"/>
              <a:chOff x="3835539" y="97456"/>
              <a:chExt cx="499930" cy="5386032"/>
            </a:xfrm>
          </p:grpSpPr>
          <p:grpSp>
            <p:nvGrpSpPr>
              <p:cNvPr id="54" name="Google Shape;54;p7"/>
              <p:cNvGrpSpPr/>
              <p:nvPr/>
            </p:nvGrpSpPr>
            <p:grpSpPr>
              <a:xfrm>
                <a:off x="3835539" y="4084854"/>
                <a:ext cx="499930" cy="1398634"/>
                <a:chOff x="2689204" y="1450752"/>
                <a:chExt cx="499930" cy="1398634"/>
              </a:xfrm>
            </p:grpSpPr>
            <p:sp>
              <p:nvSpPr>
                <p:cNvPr id="55" name="Google Shape;55;p7"/>
                <p:cNvSpPr/>
                <p:nvPr/>
              </p:nvSpPr>
              <p:spPr>
                <a:xfrm>
                  <a:off x="2821221" y="1450752"/>
                  <a:ext cx="241840" cy="1364199"/>
                </a:xfrm>
                <a:custGeom>
                  <a:avLst/>
                  <a:gdLst/>
                  <a:ahLst/>
                  <a:cxnLst/>
                  <a:rect l="l" t="t" r="r" b="b"/>
                  <a:pathLst>
                    <a:path w="451189" h="2225348" extrusionOk="0">
                      <a:moveTo>
                        <a:pt x="0" y="0"/>
                      </a:moveTo>
                      <a:lnTo>
                        <a:pt x="451189" y="0"/>
                      </a:lnTo>
                      <a:lnTo>
                        <a:pt x="451189" y="2038397"/>
                      </a:lnTo>
                      <a:lnTo>
                        <a:pt x="447870" y="2035549"/>
                      </a:lnTo>
                      <a:lnTo>
                        <a:pt x="226652" y="2225348"/>
                      </a:lnTo>
                      <a:lnTo>
                        <a:pt x="206467" y="2225348"/>
                      </a:lnTo>
                      <a:lnTo>
                        <a:pt x="0" y="2048205"/>
                      </a:lnTo>
                      <a:lnTo>
                        <a:pt x="0" y="0"/>
                      </a:lnTo>
                      <a:close/>
                    </a:path>
                  </a:pathLst>
                </a:custGeom>
                <a:solidFill>
                  <a:srgbClr val="E39F2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85" b="0" i="0" u="none" strike="noStrike" cap="none">
                    <a:solidFill>
                      <a:srgbClr val="FFFFFF"/>
                    </a:solidFill>
                    <a:latin typeface="Calibri"/>
                    <a:ea typeface="Calibri"/>
                    <a:cs typeface="Calibri"/>
                    <a:sym typeface="Calibri"/>
                  </a:endParaRPr>
                </a:p>
              </p:txBody>
            </p:sp>
            <p:sp>
              <p:nvSpPr>
                <p:cNvPr id="56" name="Google Shape;56;p7"/>
                <p:cNvSpPr/>
                <p:nvPr/>
              </p:nvSpPr>
              <p:spPr>
                <a:xfrm>
                  <a:off x="2689204" y="1450752"/>
                  <a:ext cx="132017" cy="1398634"/>
                </a:xfrm>
                <a:custGeom>
                  <a:avLst/>
                  <a:gdLst/>
                  <a:ahLst/>
                  <a:cxnLst/>
                  <a:rect l="l" t="t" r="r" b="b"/>
                  <a:pathLst>
                    <a:path w="244673" h="2118481" extrusionOk="0">
                      <a:moveTo>
                        <a:pt x="0" y="0"/>
                      </a:moveTo>
                      <a:lnTo>
                        <a:pt x="244673" y="0"/>
                      </a:lnTo>
                      <a:lnTo>
                        <a:pt x="244673" y="1899082"/>
                      </a:lnTo>
                      <a:lnTo>
                        <a:pt x="232036" y="1886445"/>
                      </a:lnTo>
                      <a:lnTo>
                        <a:pt x="0" y="2118481"/>
                      </a:lnTo>
                      <a:close/>
                    </a:path>
                  </a:pathLst>
                </a:custGeom>
                <a:solidFill>
                  <a:srgbClr val="A8753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85" b="0" i="0" u="none" strike="noStrike" cap="none">
                    <a:solidFill>
                      <a:srgbClr val="FFFFFF"/>
                    </a:solidFill>
                    <a:latin typeface="Calibri"/>
                    <a:ea typeface="Calibri"/>
                    <a:cs typeface="Calibri"/>
                    <a:sym typeface="Calibri"/>
                  </a:endParaRPr>
                </a:p>
              </p:txBody>
            </p:sp>
            <p:sp>
              <p:nvSpPr>
                <p:cNvPr id="57" name="Google Shape;57;p7"/>
                <p:cNvSpPr/>
                <p:nvPr/>
              </p:nvSpPr>
              <p:spPr>
                <a:xfrm flipH="1">
                  <a:off x="3059417" y="1450752"/>
                  <a:ext cx="129717" cy="1398634"/>
                </a:xfrm>
                <a:custGeom>
                  <a:avLst/>
                  <a:gdLst/>
                  <a:ahLst/>
                  <a:cxnLst/>
                  <a:rect l="l" t="t" r="r" b="b"/>
                  <a:pathLst>
                    <a:path w="244673" h="2118481" extrusionOk="0">
                      <a:moveTo>
                        <a:pt x="0" y="0"/>
                      </a:moveTo>
                      <a:lnTo>
                        <a:pt x="244673" y="0"/>
                      </a:lnTo>
                      <a:lnTo>
                        <a:pt x="244673" y="1899082"/>
                      </a:lnTo>
                      <a:lnTo>
                        <a:pt x="232036" y="1886445"/>
                      </a:lnTo>
                      <a:lnTo>
                        <a:pt x="0" y="2118481"/>
                      </a:lnTo>
                      <a:close/>
                    </a:path>
                  </a:pathLst>
                </a:custGeom>
                <a:solidFill>
                  <a:srgbClr val="FEF7B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85" b="0" i="0" u="none" strike="noStrike" cap="none">
                    <a:solidFill>
                      <a:srgbClr val="FFFFFF"/>
                    </a:solidFill>
                    <a:latin typeface="Calibri"/>
                    <a:ea typeface="Calibri"/>
                    <a:cs typeface="Calibri"/>
                    <a:sym typeface="Calibri"/>
                  </a:endParaRPr>
                </a:p>
              </p:txBody>
            </p:sp>
          </p:grpSp>
          <p:grpSp>
            <p:nvGrpSpPr>
              <p:cNvPr id="58" name="Google Shape;58;p7"/>
              <p:cNvGrpSpPr/>
              <p:nvPr/>
            </p:nvGrpSpPr>
            <p:grpSpPr>
              <a:xfrm>
                <a:off x="3836436" y="97456"/>
                <a:ext cx="498638" cy="4725966"/>
                <a:chOff x="2687893" y="1450752"/>
                <a:chExt cx="498638" cy="1398634"/>
              </a:xfrm>
            </p:grpSpPr>
            <p:sp>
              <p:nvSpPr>
                <p:cNvPr id="59" name="Google Shape;59;p7"/>
                <p:cNvSpPr/>
                <p:nvPr/>
              </p:nvSpPr>
              <p:spPr>
                <a:xfrm>
                  <a:off x="2817610" y="1450752"/>
                  <a:ext cx="239204" cy="1364198"/>
                </a:xfrm>
                <a:custGeom>
                  <a:avLst/>
                  <a:gdLst/>
                  <a:ahLst/>
                  <a:cxnLst/>
                  <a:rect l="l" t="t" r="r" b="b"/>
                  <a:pathLst>
                    <a:path w="451189" h="2225348" extrusionOk="0">
                      <a:moveTo>
                        <a:pt x="0" y="0"/>
                      </a:moveTo>
                      <a:lnTo>
                        <a:pt x="451189" y="0"/>
                      </a:lnTo>
                      <a:lnTo>
                        <a:pt x="451189" y="2038397"/>
                      </a:lnTo>
                      <a:lnTo>
                        <a:pt x="447870" y="2035549"/>
                      </a:lnTo>
                      <a:lnTo>
                        <a:pt x="226652" y="2225348"/>
                      </a:lnTo>
                      <a:lnTo>
                        <a:pt x="206467" y="2225348"/>
                      </a:lnTo>
                      <a:lnTo>
                        <a:pt x="0" y="2048205"/>
                      </a:lnTo>
                      <a:lnTo>
                        <a:pt x="0" y="0"/>
                      </a:lnTo>
                      <a:close/>
                    </a:path>
                  </a:pathLst>
                </a:custGeom>
                <a:solidFill>
                  <a:srgbClr val="E39F2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85" b="0" i="0" u="none" strike="noStrike" cap="none">
                    <a:solidFill>
                      <a:srgbClr val="FFFFFF"/>
                    </a:solidFill>
                    <a:latin typeface="Calibri"/>
                    <a:ea typeface="Calibri"/>
                    <a:cs typeface="Calibri"/>
                    <a:sym typeface="Calibri"/>
                  </a:endParaRPr>
                </a:p>
              </p:txBody>
            </p:sp>
            <p:sp>
              <p:nvSpPr>
                <p:cNvPr id="60" name="Google Shape;60;p7"/>
                <p:cNvSpPr/>
                <p:nvPr/>
              </p:nvSpPr>
              <p:spPr>
                <a:xfrm>
                  <a:off x="2687893" y="1450752"/>
                  <a:ext cx="129717" cy="1398634"/>
                </a:xfrm>
                <a:custGeom>
                  <a:avLst/>
                  <a:gdLst/>
                  <a:ahLst/>
                  <a:cxnLst/>
                  <a:rect l="l" t="t" r="r" b="b"/>
                  <a:pathLst>
                    <a:path w="244673" h="2118481" extrusionOk="0">
                      <a:moveTo>
                        <a:pt x="0" y="0"/>
                      </a:moveTo>
                      <a:lnTo>
                        <a:pt x="244673" y="0"/>
                      </a:lnTo>
                      <a:lnTo>
                        <a:pt x="244673" y="1899082"/>
                      </a:lnTo>
                      <a:lnTo>
                        <a:pt x="232036" y="1886445"/>
                      </a:lnTo>
                      <a:lnTo>
                        <a:pt x="0" y="2118481"/>
                      </a:lnTo>
                      <a:close/>
                    </a:path>
                  </a:pathLst>
                </a:custGeom>
                <a:solidFill>
                  <a:srgbClr val="A8753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85" b="0" i="0" u="none" strike="noStrike" cap="none">
                    <a:solidFill>
                      <a:srgbClr val="FFFFFF"/>
                    </a:solidFill>
                    <a:latin typeface="Calibri"/>
                    <a:ea typeface="Calibri"/>
                    <a:cs typeface="Calibri"/>
                    <a:sym typeface="Calibri"/>
                  </a:endParaRPr>
                </a:p>
              </p:txBody>
            </p:sp>
            <p:sp>
              <p:nvSpPr>
                <p:cNvPr id="61" name="Google Shape;61;p7"/>
                <p:cNvSpPr/>
                <p:nvPr/>
              </p:nvSpPr>
              <p:spPr>
                <a:xfrm flipH="1">
                  <a:off x="3056814" y="1450752"/>
                  <a:ext cx="129717" cy="1398634"/>
                </a:xfrm>
                <a:custGeom>
                  <a:avLst/>
                  <a:gdLst/>
                  <a:ahLst/>
                  <a:cxnLst/>
                  <a:rect l="l" t="t" r="r" b="b"/>
                  <a:pathLst>
                    <a:path w="244673" h="2118481" extrusionOk="0">
                      <a:moveTo>
                        <a:pt x="0" y="0"/>
                      </a:moveTo>
                      <a:lnTo>
                        <a:pt x="244673" y="0"/>
                      </a:lnTo>
                      <a:lnTo>
                        <a:pt x="244673" y="1899082"/>
                      </a:lnTo>
                      <a:lnTo>
                        <a:pt x="232036" y="1886445"/>
                      </a:lnTo>
                      <a:lnTo>
                        <a:pt x="0" y="2118481"/>
                      </a:lnTo>
                      <a:close/>
                    </a:path>
                  </a:pathLst>
                </a:custGeom>
                <a:solidFill>
                  <a:srgbClr val="FEF7B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85" b="0" i="0" u="none" strike="noStrike" cap="none">
                    <a:solidFill>
                      <a:srgbClr val="FFFFFF"/>
                    </a:solidFill>
                    <a:latin typeface="Calibri"/>
                    <a:ea typeface="Calibri"/>
                    <a:cs typeface="Calibri"/>
                    <a:sym typeface="Calibri"/>
                  </a:endParaRPr>
                </a:p>
              </p:txBody>
            </p:sp>
          </p:grpSp>
        </p:grpSp>
        <p:grpSp>
          <p:nvGrpSpPr>
            <p:cNvPr id="62" name="Google Shape;62;p7"/>
            <p:cNvGrpSpPr/>
            <p:nvPr/>
          </p:nvGrpSpPr>
          <p:grpSpPr>
            <a:xfrm>
              <a:off x="7635546" y="1505862"/>
              <a:ext cx="644928" cy="1008823"/>
              <a:chOff x="8917444" y="2861502"/>
              <a:chExt cx="644928" cy="1008823"/>
            </a:xfrm>
          </p:grpSpPr>
          <p:sp>
            <p:nvSpPr>
              <p:cNvPr id="63" name="Google Shape;63;p7"/>
              <p:cNvSpPr/>
              <p:nvPr/>
            </p:nvSpPr>
            <p:spPr>
              <a:xfrm>
                <a:off x="8963554" y="2861502"/>
                <a:ext cx="560792" cy="272882"/>
              </a:xfrm>
              <a:prstGeom prst="roundRect">
                <a:avLst>
                  <a:gd name="adj" fmla="val 16667"/>
                </a:avLst>
              </a:prstGeom>
              <a:gradFill>
                <a:gsLst>
                  <a:gs pos="0">
                    <a:srgbClr val="B4B4B4"/>
                  </a:gs>
                  <a:gs pos="46000">
                    <a:srgbClr val="EBEBEB"/>
                  </a:gs>
                  <a:gs pos="67000">
                    <a:srgbClr val="D2D2D2"/>
                  </a:gs>
                  <a:gs pos="100000">
                    <a:srgbClr val="D2D2D2"/>
                  </a:gs>
                </a:gsLst>
                <a:lin ang="10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85" b="0" i="0" u="none" strike="noStrike" cap="none">
                  <a:solidFill>
                    <a:srgbClr val="FFFFFF"/>
                  </a:solidFill>
                  <a:latin typeface="Calibri"/>
                  <a:ea typeface="Calibri"/>
                  <a:cs typeface="Calibri"/>
                  <a:sym typeface="Calibri"/>
                </a:endParaRPr>
              </a:p>
            </p:txBody>
          </p:sp>
          <p:sp>
            <p:nvSpPr>
              <p:cNvPr id="64" name="Google Shape;64;p7"/>
              <p:cNvSpPr/>
              <p:nvPr/>
            </p:nvSpPr>
            <p:spPr>
              <a:xfrm>
                <a:off x="8937467" y="3083500"/>
                <a:ext cx="608372" cy="786825"/>
              </a:xfrm>
              <a:prstGeom prst="rect">
                <a:avLst/>
              </a:prstGeom>
              <a:gradFill>
                <a:gsLst>
                  <a:gs pos="0">
                    <a:srgbClr val="7F7F7F"/>
                  </a:gs>
                  <a:gs pos="31000">
                    <a:srgbClr val="F2F2F2"/>
                  </a:gs>
                  <a:gs pos="55000">
                    <a:srgbClr val="757070"/>
                  </a:gs>
                  <a:gs pos="71000">
                    <a:srgbClr val="F2F2F2"/>
                  </a:gs>
                  <a:gs pos="100000">
                    <a:schemeClr val="accent3"/>
                  </a:gs>
                </a:gsLst>
                <a:lin ang="10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85" b="0" i="0" u="none" strike="noStrike" cap="none">
                  <a:solidFill>
                    <a:srgbClr val="FFFFFF"/>
                  </a:solidFill>
                  <a:latin typeface="Calibri"/>
                  <a:ea typeface="Calibri"/>
                  <a:cs typeface="Calibri"/>
                  <a:sym typeface="Calibri"/>
                </a:endParaRPr>
              </a:p>
            </p:txBody>
          </p:sp>
          <p:sp>
            <p:nvSpPr>
              <p:cNvPr id="65" name="Google Shape;65;p7"/>
              <p:cNvSpPr/>
              <p:nvPr/>
            </p:nvSpPr>
            <p:spPr>
              <a:xfrm>
                <a:off x="8920760" y="3134299"/>
                <a:ext cx="641612" cy="70295"/>
              </a:xfrm>
              <a:prstGeom prst="rect">
                <a:avLst/>
              </a:prstGeom>
              <a:gradFill>
                <a:gsLst>
                  <a:gs pos="0">
                    <a:srgbClr val="7F7F7F"/>
                  </a:gs>
                  <a:gs pos="55000">
                    <a:srgbClr val="262626"/>
                  </a:gs>
                  <a:gs pos="100000">
                    <a:schemeClr val="accent3"/>
                  </a:gs>
                </a:gsLst>
                <a:lin ang="10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85" b="0" i="0" u="none" strike="noStrike" cap="none">
                  <a:solidFill>
                    <a:srgbClr val="FFFFFF"/>
                  </a:solidFill>
                  <a:latin typeface="Calibri"/>
                  <a:ea typeface="Calibri"/>
                  <a:cs typeface="Calibri"/>
                  <a:sym typeface="Calibri"/>
                </a:endParaRPr>
              </a:p>
            </p:txBody>
          </p:sp>
          <p:grpSp>
            <p:nvGrpSpPr>
              <p:cNvPr id="66" name="Google Shape;66;p7"/>
              <p:cNvGrpSpPr/>
              <p:nvPr/>
            </p:nvGrpSpPr>
            <p:grpSpPr>
              <a:xfrm>
                <a:off x="8949035" y="3432064"/>
                <a:ext cx="560791" cy="70295"/>
                <a:chOff x="8997025" y="3270540"/>
                <a:chExt cx="477122" cy="69404"/>
              </a:xfrm>
            </p:grpSpPr>
            <p:sp>
              <p:nvSpPr>
                <p:cNvPr id="67" name="Google Shape;67;p7"/>
                <p:cNvSpPr/>
                <p:nvPr/>
              </p:nvSpPr>
              <p:spPr>
                <a:xfrm>
                  <a:off x="9221260" y="3270540"/>
                  <a:ext cx="46618" cy="69404"/>
                </a:xfrm>
                <a:prstGeom prst="ellipse">
                  <a:avLst/>
                </a:prstGeom>
                <a:solidFill>
                  <a:srgbClr val="3F3F3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85" b="0" i="0" u="none" strike="noStrike" cap="none">
                    <a:solidFill>
                      <a:srgbClr val="FFFFFF"/>
                    </a:solidFill>
                    <a:latin typeface="Calibri"/>
                    <a:ea typeface="Calibri"/>
                    <a:cs typeface="Calibri"/>
                    <a:sym typeface="Calibri"/>
                  </a:endParaRPr>
                </a:p>
              </p:txBody>
            </p:sp>
            <p:sp>
              <p:nvSpPr>
                <p:cNvPr id="68" name="Google Shape;68;p7"/>
                <p:cNvSpPr/>
                <p:nvPr/>
              </p:nvSpPr>
              <p:spPr>
                <a:xfrm>
                  <a:off x="9332580" y="3274715"/>
                  <a:ext cx="43813" cy="65228"/>
                </a:xfrm>
                <a:prstGeom prst="ellipse">
                  <a:avLst/>
                </a:prstGeom>
                <a:solidFill>
                  <a:srgbClr val="3F3F3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85" b="0" i="0" u="none" strike="noStrike" cap="none">
                    <a:solidFill>
                      <a:srgbClr val="FFFFFF"/>
                    </a:solidFill>
                    <a:latin typeface="Calibri"/>
                    <a:ea typeface="Calibri"/>
                    <a:cs typeface="Calibri"/>
                    <a:sym typeface="Calibri"/>
                  </a:endParaRPr>
                </a:p>
              </p:txBody>
            </p:sp>
            <p:sp>
              <p:nvSpPr>
                <p:cNvPr id="69" name="Google Shape;69;p7"/>
                <p:cNvSpPr/>
                <p:nvPr/>
              </p:nvSpPr>
              <p:spPr>
                <a:xfrm>
                  <a:off x="9435000" y="3278716"/>
                  <a:ext cx="39147" cy="58282"/>
                </a:xfrm>
                <a:prstGeom prst="ellipse">
                  <a:avLst/>
                </a:prstGeom>
                <a:solidFill>
                  <a:srgbClr val="3F3F3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85" b="0" i="0" u="none" strike="noStrike" cap="none">
                    <a:solidFill>
                      <a:srgbClr val="FFFFFF"/>
                    </a:solidFill>
                    <a:latin typeface="Calibri"/>
                    <a:ea typeface="Calibri"/>
                    <a:cs typeface="Calibri"/>
                    <a:sym typeface="Calibri"/>
                  </a:endParaRPr>
                </a:p>
              </p:txBody>
            </p:sp>
            <p:sp>
              <p:nvSpPr>
                <p:cNvPr id="70" name="Google Shape;70;p7"/>
                <p:cNvSpPr/>
                <p:nvPr/>
              </p:nvSpPr>
              <p:spPr>
                <a:xfrm rot="5400000">
                  <a:off x="9099567" y="3282005"/>
                  <a:ext cx="65228" cy="43813"/>
                </a:xfrm>
                <a:prstGeom prst="ellipse">
                  <a:avLst/>
                </a:prstGeom>
                <a:solidFill>
                  <a:srgbClr val="3F3F3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85" b="0" i="0" u="none" strike="noStrike" cap="none">
                    <a:solidFill>
                      <a:srgbClr val="FFFFFF"/>
                    </a:solidFill>
                    <a:latin typeface="Calibri"/>
                    <a:ea typeface="Calibri"/>
                    <a:cs typeface="Calibri"/>
                    <a:sym typeface="Calibri"/>
                  </a:endParaRPr>
                </a:p>
              </p:txBody>
            </p:sp>
            <p:sp>
              <p:nvSpPr>
                <p:cNvPr id="71" name="Google Shape;71;p7"/>
                <p:cNvSpPr/>
                <p:nvPr/>
              </p:nvSpPr>
              <p:spPr>
                <a:xfrm rot="5400000">
                  <a:off x="8987457" y="3283175"/>
                  <a:ext cx="58282" cy="39147"/>
                </a:xfrm>
                <a:prstGeom prst="ellipse">
                  <a:avLst/>
                </a:prstGeom>
                <a:solidFill>
                  <a:srgbClr val="3F3F3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85" b="0" i="0" u="none" strike="noStrike" cap="none">
                    <a:solidFill>
                      <a:srgbClr val="FFFFFF"/>
                    </a:solidFill>
                    <a:latin typeface="Calibri"/>
                    <a:ea typeface="Calibri"/>
                    <a:cs typeface="Calibri"/>
                    <a:sym typeface="Calibri"/>
                  </a:endParaRPr>
                </a:p>
              </p:txBody>
            </p:sp>
          </p:grpSp>
          <p:sp>
            <p:nvSpPr>
              <p:cNvPr id="72" name="Google Shape;72;p7"/>
              <p:cNvSpPr/>
              <p:nvPr/>
            </p:nvSpPr>
            <p:spPr>
              <a:xfrm>
                <a:off x="8920760" y="3316065"/>
                <a:ext cx="641612" cy="70295"/>
              </a:xfrm>
              <a:prstGeom prst="rect">
                <a:avLst/>
              </a:prstGeom>
              <a:gradFill>
                <a:gsLst>
                  <a:gs pos="0">
                    <a:srgbClr val="7F7F7F"/>
                  </a:gs>
                  <a:gs pos="55000">
                    <a:srgbClr val="262626"/>
                  </a:gs>
                  <a:gs pos="100000">
                    <a:schemeClr val="accent3"/>
                  </a:gs>
                </a:gsLst>
                <a:lin ang="10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85" b="0" i="0" u="none" strike="noStrike" cap="none">
                  <a:solidFill>
                    <a:srgbClr val="FFFFFF"/>
                  </a:solidFill>
                  <a:latin typeface="Calibri"/>
                  <a:ea typeface="Calibri"/>
                  <a:cs typeface="Calibri"/>
                  <a:sym typeface="Calibri"/>
                </a:endParaRPr>
              </a:p>
            </p:txBody>
          </p:sp>
          <p:sp>
            <p:nvSpPr>
              <p:cNvPr id="73" name="Google Shape;73;p7"/>
              <p:cNvSpPr/>
              <p:nvPr/>
            </p:nvSpPr>
            <p:spPr>
              <a:xfrm>
                <a:off x="8920760" y="3225918"/>
                <a:ext cx="641612" cy="70295"/>
              </a:xfrm>
              <a:prstGeom prst="rect">
                <a:avLst/>
              </a:prstGeom>
              <a:gradFill>
                <a:gsLst>
                  <a:gs pos="0">
                    <a:srgbClr val="7F7F7F"/>
                  </a:gs>
                  <a:gs pos="55000">
                    <a:srgbClr val="262626"/>
                  </a:gs>
                  <a:gs pos="100000">
                    <a:schemeClr val="accent3"/>
                  </a:gs>
                </a:gsLst>
                <a:lin ang="10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85" b="0" i="0" u="none" strike="noStrike" cap="none">
                  <a:solidFill>
                    <a:srgbClr val="FFFFFF"/>
                  </a:solidFill>
                  <a:latin typeface="Calibri"/>
                  <a:ea typeface="Calibri"/>
                  <a:cs typeface="Calibri"/>
                  <a:sym typeface="Calibri"/>
                </a:endParaRPr>
              </a:p>
            </p:txBody>
          </p:sp>
          <p:sp>
            <p:nvSpPr>
              <p:cNvPr id="74" name="Google Shape;74;p7"/>
              <p:cNvSpPr/>
              <p:nvPr/>
            </p:nvSpPr>
            <p:spPr>
              <a:xfrm>
                <a:off x="8917444" y="3543202"/>
                <a:ext cx="641612" cy="70295"/>
              </a:xfrm>
              <a:prstGeom prst="rect">
                <a:avLst/>
              </a:prstGeom>
              <a:gradFill>
                <a:gsLst>
                  <a:gs pos="0">
                    <a:srgbClr val="7F7F7F"/>
                  </a:gs>
                  <a:gs pos="55000">
                    <a:srgbClr val="262626"/>
                  </a:gs>
                  <a:gs pos="100000">
                    <a:schemeClr val="accent3"/>
                  </a:gs>
                </a:gsLst>
                <a:lin ang="10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85" b="0" i="0" u="none" strike="noStrike" cap="none">
                  <a:solidFill>
                    <a:srgbClr val="FFFFFF"/>
                  </a:solidFill>
                  <a:latin typeface="Calibri"/>
                  <a:ea typeface="Calibri"/>
                  <a:cs typeface="Calibri"/>
                  <a:sym typeface="Calibri"/>
                </a:endParaRPr>
              </a:p>
            </p:txBody>
          </p:sp>
          <p:sp>
            <p:nvSpPr>
              <p:cNvPr id="75" name="Google Shape;75;p7"/>
              <p:cNvSpPr/>
              <p:nvPr/>
            </p:nvSpPr>
            <p:spPr>
              <a:xfrm>
                <a:off x="8917444" y="3724968"/>
                <a:ext cx="641612" cy="70295"/>
              </a:xfrm>
              <a:prstGeom prst="rect">
                <a:avLst/>
              </a:prstGeom>
              <a:gradFill>
                <a:gsLst>
                  <a:gs pos="0">
                    <a:srgbClr val="7F7F7F"/>
                  </a:gs>
                  <a:gs pos="55000">
                    <a:srgbClr val="262626"/>
                  </a:gs>
                  <a:gs pos="100000">
                    <a:schemeClr val="accent3"/>
                  </a:gs>
                </a:gsLst>
                <a:lin ang="10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85" b="0" i="0" u="none" strike="noStrike" cap="none">
                  <a:solidFill>
                    <a:srgbClr val="FFFFFF"/>
                  </a:solidFill>
                  <a:latin typeface="Calibri"/>
                  <a:ea typeface="Calibri"/>
                  <a:cs typeface="Calibri"/>
                  <a:sym typeface="Calibri"/>
                </a:endParaRPr>
              </a:p>
            </p:txBody>
          </p:sp>
          <p:sp>
            <p:nvSpPr>
              <p:cNvPr id="76" name="Google Shape;76;p7"/>
              <p:cNvSpPr/>
              <p:nvPr/>
            </p:nvSpPr>
            <p:spPr>
              <a:xfrm>
                <a:off x="8917444" y="3634821"/>
                <a:ext cx="641612" cy="70295"/>
              </a:xfrm>
              <a:prstGeom prst="rect">
                <a:avLst/>
              </a:prstGeom>
              <a:gradFill>
                <a:gsLst>
                  <a:gs pos="0">
                    <a:srgbClr val="7F7F7F"/>
                  </a:gs>
                  <a:gs pos="55000">
                    <a:srgbClr val="262626"/>
                  </a:gs>
                  <a:gs pos="100000">
                    <a:schemeClr val="accent3"/>
                  </a:gs>
                </a:gsLst>
                <a:lin ang="10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85" b="0" i="0" u="none" strike="noStrike" cap="none">
                  <a:solidFill>
                    <a:srgbClr val="FFFFFF"/>
                  </a:solidFill>
                  <a:latin typeface="Calibri"/>
                  <a:ea typeface="Calibri"/>
                  <a:cs typeface="Calibri"/>
                  <a:sym typeface="Calibri"/>
                </a:endParaRPr>
              </a:p>
            </p:txBody>
          </p:sp>
        </p:grpSp>
      </p:grpSp>
      <p:sp>
        <p:nvSpPr>
          <p:cNvPr id="77" name="Google Shape;77;p7"/>
          <p:cNvSpPr/>
          <p:nvPr/>
        </p:nvSpPr>
        <p:spPr>
          <a:xfrm rot="-151934">
            <a:off x="3056111" y="680958"/>
            <a:ext cx="7464787" cy="808627"/>
          </a:xfrm>
          <a:prstGeom prst="rect">
            <a:avLst/>
          </a:prstGeom>
          <a:noFill/>
          <a:ln>
            <a:noFill/>
          </a:ln>
        </p:spPr>
        <p:txBody>
          <a:bodyPr spcFirstLastPara="1" wrap="square" lIns="68650" tIns="34325" rIns="68650" bIns="34325" anchor="t" anchorCtr="0">
            <a:noAutofit/>
          </a:bodyPr>
          <a:lstStyle/>
          <a:p>
            <a:pPr lvl="0" algn="ctr"/>
            <a:r>
              <a:rPr lang="en-GB" sz="2800" b="1" dirty="0">
                <a:effectLst>
                  <a:outerShdw blurRad="38100" dist="38100" dir="2700000" algn="tl">
                    <a:srgbClr val="C0C0C0"/>
                  </a:outerShdw>
                </a:effectLst>
                <a:latin typeface="Tahoma" panose="020B0604030504040204" pitchFamily="34" charset="0"/>
                <a:ea typeface="Tahoma" panose="020B0604030504040204" pitchFamily="34" charset="0"/>
                <a:cs typeface="Tahoma" panose="020B0604030504040204" pitchFamily="34" charset="0"/>
              </a:rPr>
              <a:t>KEBOCORAN MAKLUMAT RAHSIA </a:t>
            </a:r>
          </a:p>
          <a:p>
            <a:pPr lvl="0" algn="ctr"/>
            <a:r>
              <a:rPr lang="en-GB" sz="2800" b="1" dirty="0">
                <a:effectLst>
                  <a:outerShdw blurRad="38100" dist="38100" dir="2700000" algn="tl">
                    <a:srgbClr val="C0C0C0"/>
                  </a:outerShdw>
                </a:effectLst>
                <a:latin typeface="Tahoma" panose="020B0604030504040204" pitchFamily="34" charset="0"/>
                <a:ea typeface="Tahoma" panose="020B0604030504040204" pitchFamily="34" charset="0"/>
                <a:cs typeface="Tahoma" panose="020B0604030504040204" pitchFamily="34" charset="0"/>
              </a:rPr>
              <a:t>RASMI KERAJAAN</a:t>
            </a:r>
            <a:endParaRPr sz="2800" dirty="0"/>
          </a:p>
        </p:txBody>
      </p:sp>
      <p:sp>
        <p:nvSpPr>
          <p:cNvPr id="78" name="Google Shape;78;p7"/>
          <p:cNvSpPr/>
          <p:nvPr/>
        </p:nvSpPr>
        <p:spPr>
          <a:xfrm rot="121632">
            <a:off x="3358655" y="1872816"/>
            <a:ext cx="8278966" cy="808627"/>
          </a:xfrm>
          <a:prstGeom prst="rect">
            <a:avLst/>
          </a:prstGeom>
          <a:noFill/>
          <a:ln>
            <a:noFill/>
          </a:ln>
        </p:spPr>
        <p:txBody>
          <a:bodyPr spcFirstLastPara="1" wrap="square" lIns="68650" tIns="34325" rIns="68650" bIns="34325" anchor="t" anchorCtr="0">
            <a:noAutofit/>
          </a:bodyPr>
          <a:lstStyle/>
          <a:p>
            <a:pPr marL="274320" indent="-274320" algn="just">
              <a:lnSpc>
                <a:spcPct val="120000"/>
              </a:lnSpc>
              <a:defRPr/>
            </a:pPr>
            <a:r>
              <a:rPr lang="ms-MY" b="1" dirty="0">
                <a:latin typeface="Tahoma" panose="020B0604030504040204" pitchFamily="34" charset="0"/>
                <a:ea typeface="Tahoma" panose="020B0604030504040204" pitchFamily="34" charset="0"/>
                <a:cs typeface="Tahoma" panose="020B0604030504040204" pitchFamily="34" charset="0"/>
              </a:rPr>
              <a:t>Berpunca daripada sikap mengambil mudah, cuai, lalai dan ketidakpatuhan kepada peruntukan undang-undang, dasar, arahan atau prosedur</a:t>
            </a:r>
          </a:p>
        </p:txBody>
      </p:sp>
      <p:pic>
        <p:nvPicPr>
          <p:cNvPr id="79" name="Google Shape;79;p7"/>
          <p:cNvPicPr preferRelativeResize="0"/>
          <p:nvPr/>
        </p:nvPicPr>
        <p:blipFill rotWithShape="1">
          <a:blip r:embed="rId3">
            <a:alphaModFix/>
          </a:blip>
          <a:srcRect l="70214" t="36412" b="35886"/>
          <a:stretch/>
        </p:blipFill>
        <p:spPr>
          <a:xfrm>
            <a:off x="10503118" y="500170"/>
            <a:ext cx="959072" cy="838443"/>
          </a:xfrm>
          <a:prstGeom prst="rect">
            <a:avLst/>
          </a:prstGeom>
          <a:noFill/>
          <a:ln>
            <a:noFill/>
          </a:ln>
        </p:spPr>
      </p:pic>
      <p:pic>
        <p:nvPicPr>
          <p:cNvPr id="80" name="Google Shape;80;p7"/>
          <p:cNvPicPr preferRelativeResize="0"/>
          <p:nvPr/>
        </p:nvPicPr>
        <p:blipFill rotWithShape="1">
          <a:blip r:embed="rId3">
            <a:alphaModFix/>
          </a:blip>
          <a:srcRect l="70513" t="69752" r="-299" b="2546"/>
          <a:stretch/>
        </p:blipFill>
        <p:spPr>
          <a:xfrm>
            <a:off x="11135051" y="1390636"/>
            <a:ext cx="959072" cy="838443"/>
          </a:xfrm>
          <a:prstGeom prst="rect">
            <a:avLst/>
          </a:prstGeom>
          <a:noFill/>
          <a:ln>
            <a:noFill/>
          </a:ln>
        </p:spPr>
      </p:pic>
      <p:pic>
        <p:nvPicPr>
          <p:cNvPr id="81" name="Google Shape;81;p7"/>
          <p:cNvPicPr preferRelativeResize="0"/>
          <p:nvPr/>
        </p:nvPicPr>
        <p:blipFill rotWithShape="1">
          <a:blip r:embed="rId3">
            <a:alphaModFix/>
          </a:blip>
          <a:srcRect l="38111" t="69779" r="32103" b="2520"/>
          <a:stretch/>
        </p:blipFill>
        <p:spPr>
          <a:xfrm>
            <a:off x="10747578" y="3468859"/>
            <a:ext cx="959072" cy="838443"/>
          </a:xfrm>
          <a:prstGeom prst="rect">
            <a:avLst/>
          </a:prstGeom>
          <a:noFill/>
          <a:ln>
            <a:noFill/>
          </a:ln>
        </p:spPr>
      </p:pic>
      <p:sp>
        <p:nvSpPr>
          <p:cNvPr id="82" name="TextBox 81">
            <a:extLst>
              <a:ext uri="{FF2B5EF4-FFF2-40B4-BE49-F238E27FC236}">
                <a16:creationId xmlns="" xmlns:a16="http://schemas.microsoft.com/office/drawing/2014/main" id="{759A48D9-D74F-44C3-87A3-902F76E95A86}"/>
              </a:ext>
            </a:extLst>
          </p:cNvPr>
          <p:cNvSpPr txBox="1"/>
          <p:nvPr/>
        </p:nvSpPr>
        <p:spPr>
          <a:xfrm>
            <a:off x="2184916" y="6167829"/>
            <a:ext cx="6954415" cy="430887"/>
          </a:xfrm>
          <a:prstGeom prst="rect">
            <a:avLst/>
          </a:prstGeom>
          <a:noFill/>
        </p:spPr>
        <p:txBody>
          <a:bodyPr wrap="square">
            <a:spAutoFit/>
          </a:bodyPr>
          <a:lstStyle/>
          <a:p>
            <a:pPr>
              <a:defRPr/>
            </a:pPr>
            <a:r>
              <a:rPr lang="en-US" sz="1100" spc="280" dirty="0"/>
              <a:t>PEJABAT KETUA PEGAWAI KESELAMATAN KERAJAAN MALAYSIA</a:t>
            </a:r>
          </a:p>
          <a:p>
            <a:pPr>
              <a:defRPr/>
            </a:pPr>
            <a:r>
              <a:rPr lang="en-US" sz="1100" spc="280" dirty="0"/>
              <a:t>JABATAN PERDANA MENTERI</a:t>
            </a:r>
          </a:p>
        </p:txBody>
      </p:sp>
      <p:pic>
        <p:nvPicPr>
          <p:cNvPr id="83" name="Picture 82">
            <a:extLst>
              <a:ext uri="{FF2B5EF4-FFF2-40B4-BE49-F238E27FC236}">
                <a16:creationId xmlns="" xmlns:a16="http://schemas.microsoft.com/office/drawing/2014/main" id="{2D532C58-83D0-49E5-9CAC-161218A5A3F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7458" y="5748203"/>
            <a:ext cx="1300637" cy="104216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anim calcmode="lin" valueType="num">
                                      <p:cBhvr additive="base">
                                        <p:cTn id="7" dur="500"/>
                                        <p:tgtEl>
                                          <p:spTgt spid="45"/>
                                        </p:tgtEl>
                                        <p:attrNameLst>
                                          <p:attrName>ppt_x</p:attrName>
                                        </p:attrNameLst>
                                      </p:cBhvr>
                                      <p:tavLst>
                                        <p:tav tm="0">
                                          <p:val>
                                            <p:strVal val="#ppt_x-1"/>
                                          </p:val>
                                        </p:tav>
                                        <p:tav tm="100000">
                                          <p:val>
                                            <p:strVal val="#ppt_x"/>
                                          </p:val>
                                        </p:tav>
                                      </p:tavLst>
                                    </p:anim>
                                  </p:childTnLst>
                                </p:cTn>
                              </p:par>
                              <p:par>
                                <p:cTn id="8" presetID="1" presetClass="entr" presetSubtype="0" fill="hold" nodeType="withEffect">
                                  <p:stCondLst>
                                    <p:cond delay="0"/>
                                  </p:stCondLst>
                                  <p:childTnLst>
                                    <p:set>
                                      <p:cBhvr>
                                        <p:cTn id="9" dur="1" fill="hold">
                                          <p:stCondLst>
                                            <p:cond delay="0"/>
                                          </p:stCondLst>
                                        </p:cTn>
                                        <p:tgtEl>
                                          <p:spTgt spid="44"/>
                                        </p:tgtEl>
                                        <p:attrNameLst>
                                          <p:attrName>style.visibility</p:attrName>
                                        </p:attrNameLst>
                                      </p:cBhvr>
                                      <p:to>
                                        <p:strVal val="visible"/>
                                      </p:to>
                                    </p:set>
                                  </p:childTnLst>
                                </p:cTn>
                              </p:par>
                            </p:childTnLst>
                          </p:cTn>
                        </p:par>
                        <p:par>
                          <p:cTn id="10" fill="hold">
                            <p:stCondLst>
                              <p:cond delay="500"/>
                            </p:stCondLst>
                            <p:childTnLst>
                              <p:par>
                                <p:cTn id="11" presetID="23" presetClass="entr" presetSubtype="16" fill="hold" nodeType="afterEffect">
                                  <p:stCondLst>
                                    <p:cond delay="0"/>
                                  </p:stCondLst>
                                  <p:childTnLst>
                                    <p:set>
                                      <p:cBhvr>
                                        <p:cTn id="12" dur="1" fill="hold">
                                          <p:stCondLst>
                                            <p:cond delay="0"/>
                                          </p:stCondLst>
                                        </p:cTn>
                                        <p:tgtEl>
                                          <p:spTgt spid="77"/>
                                        </p:tgtEl>
                                        <p:attrNameLst>
                                          <p:attrName>style.visibility</p:attrName>
                                        </p:attrNameLst>
                                      </p:cBhvr>
                                      <p:to>
                                        <p:strVal val="visible"/>
                                      </p:to>
                                    </p:set>
                                    <p:anim calcmode="lin" valueType="num">
                                      <p:cBhvr additive="base">
                                        <p:cTn id="13" dur="500"/>
                                        <p:tgtEl>
                                          <p:spTgt spid="77"/>
                                        </p:tgtEl>
                                        <p:attrNameLst>
                                          <p:attrName>ppt_w</p:attrName>
                                        </p:attrNameLst>
                                      </p:cBhvr>
                                      <p:tavLst>
                                        <p:tav tm="0">
                                          <p:val>
                                            <p:strVal val="0"/>
                                          </p:val>
                                        </p:tav>
                                        <p:tav tm="100000">
                                          <p:val>
                                            <p:strVal val="#ppt_w"/>
                                          </p:val>
                                        </p:tav>
                                      </p:tavLst>
                                    </p:anim>
                                    <p:anim calcmode="lin" valueType="num">
                                      <p:cBhvr additive="base">
                                        <p:cTn id="14" dur="500"/>
                                        <p:tgtEl>
                                          <p:spTgt spid="77"/>
                                        </p:tgtEl>
                                        <p:attrNameLst>
                                          <p:attrName>ppt_h</p:attrName>
                                        </p:attrNameLst>
                                      </p:cBhvr>
                                      <p:tavLst>
                                        <p:tav tm="0">
                                          <p:val>
                                            <p:strVal val="0"/>
                                          </p:val>
                                        </p:tav>
                                        <p:tav tm="100000">
                                          <p:val>
                                            <p:strVal val="#ppt_h"/>
                                          </p:val>
                                        </p:tav>
                                      </p:tavLst>
                                    </p:anim>
                                  </p:childTnLst>
                                </p:cTn>
                              </p:par>
                            </p:childTnLst>
                          </p:cTn>
                        </p:par>
                        <p:par>
                          <p:cTn id="15" fill="hold">
                            <p:stCondLst>
                              <p:cond delay="1000"/>
                            </p:stCondLst>
                            <p:childTnLst>
                              <p:par>
                                <p:cTn id="16" presetID="10" presetClass="entr" presetSubtype="0" fill="hold" nodeType="afterEffect">
                                  <p:stCondLst>
                                    <p:cond delay="0"/>
                                  </p:stCondLst>
                                  <p:childTnLst>
                                    <p:set>
                                      <p:cBhvr>
                                        <p:cTn id="17" dur="1" fill="hold">
                                          <p:stCondLst>
                                            <p:cond delay="0"/>
                                          </p:stCondLst>
                                        </p:cTn>
                                        <p:tgtEl>
                                          <p:spTgt spid="79"/>
                                        </p:tgtEl>
                                        <p:attrNameLst>
                                          <p:attrName>style.visibility</p:attrName>
                                        </p:attrNameLst>
                                      </p:cBhvr>
                                      <p:to>
                                        <p:strVal val="visible"/>
                                      </p:to>
                                    </p:set>
                                    <p:animEffect transition="in" filter="fade">
                                      <p:cBhvr>
                                        <p:cTn id="18" dur="500"/>
                                        <p:tgtEl>
                                          <p:spTgt spid="79"/>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1" fill="hold" nodeType="clickEffect">
                                  <p:stCondLst>
                                    <p:cond delay="0"/>
                                  </p:stCondLst>
                                  <p:childTnLst>
                                    <p:set>
                                      <p:cBhvr>
                                        <p:cTn id="22" dur="1" fill="hold">
                                          <p:stCondLst>
                                            <p:cond delay="0"/>
                                          </p:stCondLst>
                                        </p:cTn>
                                        <p:tgtEl>
                                          <p:spTgt spid="41"/>
                                        </p:tgtEl>
                                        <p:attrNameLst>
                                          <p:attrName>style.visibility</p:attrName>
                                        </p:attrNameLst>
                                      </p:cBhvr>
                                      <p:to>
                                        <p:strVal val="visible"/>
                                      </p:to>
                                    </p:set>
                                    <p:anim calcmode="lin" valueType="num">
                                      <p:cBhvr additive="base">
                                        <p:cTn id="23" dur="500"/>
                                        <p:tgtEl>
                                          <p:spTgt spid="41"/>
                                        </p:tgtEl>
                                        <p:attrNameLst>
                                          <p:attrName>ppt_y</p:attrName>
                                        </p:attrNameLst>
                                      </p:cBhvr>
                                      <p:tavLst>
                                        <p:tav tm="0">
                                          <p:val>
                                            <p:strVal val="#ppt_y-1"/>
                                          </p:val>
                                        </p:tav>
                                        <p:tav tm="100000">
                                          <p:val>
                                            <p:strVal val="#ppt_y"/>
                                          </p:val>
                                        </p:tav>
                                      </p:tavLst>
                                    </p:anim>
                                  </p:childTnLst>
                                </p:cTn>
                              </p:par>
                              <p:par>
                                <p:cTn id="24" presetID="1" presetClass="entr" presetSubtype="0" fill="hold" nodeType="withEffect">
                                  <p:stCondLst>
                                    <p:cond delay="0"/>
                                  </p:stCondLst>
                                  <p:childTnLst>
                                    <p:set>
                                      <p:cBhvr>
                                        <p:cTn id="25" dur="1" fill="hold">
                                          <p:stCondLst>
                                            <p:cond delay="0"/>
                                          </p:stCondLst>
                                        </p:cTn>
                                        <p:tgtEl>
                                          <p:spTgt spid="40"/>
                                        </p:tgtEl>
                                        <p:attrNameLst>
                                          <p:attrName>style.visibility</p:attrName>
                                        </p:attrNameLst>
                                      </p:cBhvr>
                                      <p:to>
                                        <p:strVal val="visible"/>
                                      </p:to>
                                    </p:set>
                                  </p:childTnLst>
                                </p:cTn>
                              </p:par>
                            </p:childTnLst>
                          </p:cTn>
                        </p:par>
                        <p:par>
                          <p:cTn id="26" fill="hold">
                            <p:stCondLst>
                              <p:cond delay="500"/>
                            </p:stCondLst>
                            <p:childTnLst>
                              <p:par>
                                <p:cTn id="27" presetID="23" presetClass="entr" presetSubtype="16" fill="hold" nodeType="afterEffect">
                                  <p:stCondLst>
                                    <p:cond delay="0"/>
                                  </p:stCondLst>
                                  <p:childTnLst>
                                    <p:set>
                                      <p:cBhvr>
                                        <p:cTn id="28" dur="1" fill="hold">
                                          <p:stCondLst>
                                            <p:cond delay="0"/>
                                          </p:stCondLst>
                                        </p:cTn>
                                        <p:tgtEl>
                                          <p:spTgt spid="78"/>
                                        </p:tgtEl>
                                        <p:attrNameLst>
                                          <p:attrName>style.visibility</p:attrName>
                                        </p:attrNameLst>
                                      </p:cBhvr>
                                      <p:to>
                                        <p:strVal val="visible"/>
                                      </p:to>
                                    </p:set>
                                    <p:anim calcmode="lin" valueType="num">
                                      <p:cBhvr additive="base">
                                        <p:cTn id="29" dur="500"/>
                                        <p:tgtEl>
                                          <p:spTgt spid="78"/>
                                        </p:tgtEl>
                                        <p:attrNameLst>
                                          <p:attrName>ppt_w</p:attrName>
                                        </p:attrNameLst>
                                      </p:cBhvr>
                                      <p:tavLst>
                                        <p:tav tm="0">
                                          <p:val>
                                            <p:strVal val="0"/>
                                          </p:val>
                                        </p:tav>
                                        <p:tav tm="100000">
                                          <p:val>
                                            <p:strVal val="#ppt_w"/>
                                          </p:val>
                                        </p:tav>
                                      </p:tavLst>
                                    </p:anim>
                                    <p:anim calcmode="lin" valueType="num">
                                      <p:cBhvr additive="base">
                                        <p:cTn id="30" dur="500"/>
                                        <p:tgtEl>
                                          <p:spTgt spid="78"/>
                                        </p:tgtEl>
                                        <p:attrNameLst>
                                          <p:attrName>ppt_h</p:attrName>
                                        </p:attrNameLst>
                                      </p:cBhvr>
                                      <p:tavLst>
                                        <p:tav tm="0">
                                          <p:val>
                                            <p:strVal val="0"/>
                                          </p:val>
                                        </p:tav>
                                        <p:tav tm="100000">
                                          <p:val>
                                            <p:strVal val="#ppt_h"/>
                                          </p:val>
                                        </p:tav>
                                      </p:tavLst>
                                    </p:anim>
                                  </p:childTnLst>
                                </p:cTn>
                              </p:par>
                              <p:par>
                                <p:cTn id="31" presetID="10" presetClass="entr" presetSubtype="0" fill="hold" nodeType="withEffect">
                                  <p:stCondLst>
                                    <p:cond delay="0"/>
                                  </p:stCondLst>
                                  <p:childTnLst>
                                    <p:set>
                                      <p:cBhvr>
                                        <p:cTn id="32" dur="1" fill="hold">
                                          <p:stCondLst>
                                            <p:cond delay="0"/>
                                          </p:stCondLst>
                                        </p:cTn>
                                        <p:tgtEl>
                                          <p:spTgt spid="80"/>
                                        </p:tgtEl>
                                        <p:attrNameLst>
                                          <p:attrName>style.visibility</p:attrName>
                                        </p:attrNameLst>
                                      </p:cBhvr>
                                      <p:to>
                                        <p:strVal val="visible"/>
                                      </p:to>
                                    </p:set>
                                    <p:animEffect transition="in" filter="fade">
                                      <p:cBhvr>
                                        <p:cTn id="33" dur="500"/>
                                        <p:tgtEl>
                                          <p:spTgt spid="80"/>
                                        </p:tgtEl>
                                      </p:cBhvr>
                                    </p:animEffect>
                                  </p:childTnLst>
                                </p:cTn>
                              </p:par>
                            </p:childTnLst>
                          </p:cTn>
                        </p:par>
                      </p:childTnLst>
                    </p:cTn>
                  </p:par>
                  <p:par>
                    <p:cTn id="34" fill="hold">
                      <p:stCondLst>
                        <p:cond delay="indefinite"/>
                      </p:stCondLst>
                      <p:childTnLst>
                        <p:par>
                          <p:cTn id="35" fill="hold">
                            <p:stCondLst>
                              <p:cond delay="0"/>
                            </p:stCondLst>
                            <p:childTnLst>
                              <p:par>
                                <p:cTn id="36" presetID="2" presetClass="entr" presetSubtype="2" fill="hold" nodeType="clickEffect">
                                  <p:stCondLst>
                                    <p:cond delay="0"/>
                                  </p:stCondLst>
                                  <p:childTnLst>
                                    <p:set>
                                      <p:cBhvr>
                                        <p:cTn id="37" dur="1" fill="hold">
                                          <p:stCondLst>
                                            <p:cond delay="0"/>
                                          </p:stCondLst>
                                        </p:cTn>
                                        <p:tgtEl>
                                          <p:spTgt spid="24"/>
                                        </p:tgtEl>
                                        <p:attrNameLst>
                                          <p:attrName>style.visibility</p:attrName>
                                        </p:attrNameLst>
                                      </p:cBhvr>
                                      <p:to>
                                        <p:strVal val="visible"/>
                                      </p:to>
                                    </p:set>
                                    <p:anim calcmode="lin" valueType="num">
                                      <p:cBhvr additive="base">
                                        <p:cTn id="38" dur="500"/>
                                        <p:tgtEl>
                                          <p:spTgt spid="24"/>
                                        </p:tgtEl>
                                        <p:attrNameLst>
                                          <p:attrName>ppt_x</p:attrName>
                                        </p:attrNameLst>
                                      </p:cBhvr>
                                      <p:tavLst>
                                        <p:tav tm="0">
                                          <p:val>
                                            <p:strVal val="#ppt_x+1"/>
                                          </p:val>
                                        </p:tav>
                                        <p:tav tm="100000">
                                          <p:val>
                                            <p:strVal val="#ppt_x"/>
                                          </p:val>
                                        </p:tav>
                                      </p:tavLst>
                                    </p:anim>
                                  </p:childTnLst>
                                </p:cTn>
                              </p:par>
                              <p:par>
                                <p:cTn id="39" presetID="1" presetClass="entr" presetSubtype="0" fill="hold" nodeType="withEffect">
                                  <p:stCondLst>
                                    <p:cond delay="0"/>
                                  </p:stCondLst>
                                  <p:childTnLst>
                                    <p:set>
                                      <p:cBhvr>
                                        <p:cTn id="40" dur="1" fill="hold">
                                          <p:stCondLst>
                                            <p:cond delay="0"/>
                                          </p:stCondLst>
                                        </p:cTn>
                                        <p:tgtEl>
                                          <p:spTgt spid="23"/>
                                        </p:tgtEl>
                                        <p:attrNameLst>
                                          <p:attrName>style.visibility</p:attrName>
                                        </p:attrNameLst>
                                      </p:cBhvr>
                                      <p:to>
                                        <p:strVal val="visible"/>
                                      </p:to>
                                    </p:set>
                                  </p:childTnLst>
                                </p:cTn>
                              </p:par>
                            </p:childTnLst>
                          </p:cTn>
                        </p:par>
                        <p:par>
                          <p:cTn id="41" fill="hold">
                            <p:stCondLst>
                              <p:cond delay="500"/>
                            </p:stCondLst>
                            <p:childTnLst>
                              <p:par>
                                <p:cTn id="42" presetID="23" presetClass="entr" presetSubtype="16" fill="hold" nodeType="afterEffect">
                                  <p:stCondLst>
                                    <p:cond delay="0"/>
                                  </p:stCondLst>
                                  <p:childTnLst>
                                    <p:set>
                                      <p:cBhvr>
                                        <p:cTn id="43" dur="1" fill="hold">
                                          <p:stCondLst>
                                            <p:cond delay="0"/>
                                          </p:stCondLst>
                                        </p:cTn>
                                        <p:tgtEl>
                                          <p:spTgt spid="27"/>
                                        </p:tgtEl>
                                        <p:attrNameLst>
                                          <p:attrName>style.visibility</p:attrName>
                                        </p:attrNameLst>
                                      </p:cBhvr>
                                      <p:to>
                                        <p:strVal val="visible"/>
                                      </p:to>
                                    </p:set>
                                    <p:anim calcmode="lin" valueType="num">
                                      <p:cBhvr additive="base">
                                        <p:cTn id="44" dur="500"/>
                                        <p:tgtEl>
                                          <p:spTgt spid="27"/>
                                        </p:tgtEl>
                                        <p:attrNameLst>
                                          <p:attrName>ppt_w</p:attrName>
                                        </p:attrNameLst>
                                      </p:cBhvr>
                                      <p:tavLst>
                                        <p:tav tm="0">
                                          <p:val>
                                            <p:strVal val="0"/>
                                          </p:val>
                                        </p:tav>
                                        <p:tav tm="100000">
                                          <p:val>
                                            <p:strVal val="#ppt_w"/>
                                          </p:val>
                                        </p:tav>
                                      </p:tavLst>
                                    </p:anim>
                                    <p:anim calcmode="lin" valueType="num">
                                      <p:cBhvr additive="base">
                                        <p:cTn id="45" dur="500"/>
                                        <p:tgtEl>
                                          <p:spTgt spid="27"/>
                                        </p:tgtEl>
                                        <p:attrNameLst>
                                          <p:attrName>ppt_h</p:attrName>
                                        </p:attrNameLst>
                                      </p:cBhvr>
                                      <p:tavLst>
                                        <p:tav tm="0">
                                          <p:val>
                                            <p:strVal val="0"/>
                                          </p:val>
                                        </p:tav>
                                        <p:tav tm="100000">
                                          <p:val>
                                            <p:strVal val="#ppt_h"/>
                                          </p:val>
                                        </p:tav>
                                      </p:tavLst>
                                    </p:anim>
                                  </p:childTnLst>
                                </p:cTn>
                              </p:par>
                            </p:childTnLst>
                          </p:cTn>
                        </p:par>
                        <p:par>
                          <p:cTn id="46" fill="hold">
                            <p:stCondLst>
                              <p:cond delay="1000"/>
                            </p:stCondLst>
                            <p:childTnLst>
                              <p:par>
                                <p:cTn id="47" presetID="10" presetClass="entr" presetSubtype="0" fill="hold" nodeType="afterEffect">
                                  <p:stCondLst>
                                    <p:cond delay="0"/>
                                  </p:stCondLst>
                                  <p:childTnLst>
                                    <p:set>
                                      <p:cBhvr>
                                        <p:cTn id="48" dur="1" fill="hold">
                                          <p:stCondLst>
                                            <p:cond delay="0"/>
                                          </p:stCondLst>
                                        </p:cTn>
                                        <p:tgtEl>
                                          <p:spTgt spid="28"/>
                                        </p:tgtEl>
                                        <p:attrNameLst>
                                          <p:attrName>style.visibility</p:attrName>
                                        </p:attrNameLst>
                                      </p:cBhvr>
                                      <p:to>
                                        <p:strVal val="visible"/>
                                      </p:to>
                                    </p:set>
                                    <p:animEffect transition="in" filter="fade">
                                      <p:cBhvr>
                                        <p:cTn id="49" dur="500"/>
                                        <p:tgtEl>
                                          <p:spTgt spid="28"/>
                                        </p:tgtEl>
                                      </p:cBhvr>
                                    </p:animEffect>
                                  </p:childTnLst>
                                </p:cTn>
                              </p:par>
                            </p:childTnLst>
                          </p:cTn>
                        </p:par>
                      </p:childTnLst>
                    </p:cTn>
                  </p:par>
                  <p:par>
                    <p:cTn id="50" fill="hold">
                      <p:stCondLst>
                        <p:cond delay="indefinite"/>
                      </p:stCondLst>
                      <p:childTnLst>
                        <p:par>
                          <p:cTn id="51" fill="hold">
                            <p:stCondLst>
                              <p:cond delay="0"/>
                            </p:stCondLst>
                            <p:childTnLst>
                              <p:par>
                                <p:cTn id="52" presetID="2" presetClass="entr" presetSubtype="8" fill="hold" nodeType="clickEffect">
                                  <p:stCondLst>
                                    <p:cond delay="0"/>
                                  </p:stCondLst>
                                  <p:childTnLst>
                                    <p:set>
                                      <p:cBhvr>
                                        <p:cTn id="53" dur="1" fill="hold">
                                          <p:stCondLst>
                                            <p:cond delay="0"/>
                                          </p:stCondLst>
                                        </p:cTn>
                                        <p:tgtEl>
                                          <p:spTgt spid="36"/>
                                        </p:tgtEl>
                                        <p:attrNameLst>
                                          <p:attrName>style.visibility</p:attrName>
                                        </p:attrNameLst>
                                      </p:cBhvr>
                                      <p:to>
                                        <p:strVal val="visible"/>
                                      </p:to>
                                    </p:set>
                                    <p:anim calcmode="lin" valueType="num">
                                      <p:cBhvr additive="base">
                                        <p:cTn id="54" dur="500"/>
                                        <p:tgtEl>
                                          <p:spTgt spid="36"/>
                                        </p:tgtEl>
                                        <p:attrNameLst>
                                          <p:attrName>ppt_x</p:attrName>
                                        </p:attrNameLst>
                                      </p:cBhvr>
                                      <p:tavLst>
                                        <p:tav tm="0">
                                          <p:val>
                                            <p:strVal val="#ppt_x-1"/>
                                          </p:val>
                                        </p:tav>
                                        <p:tav tm="100000">
                                          <p:val>
                                            <p:strVal val="#ppt_x"/>
                                          </p:val>
                                        </p:tav>
                                      </p:tavLst>
                                    </p:anim>
                                  </p:childTnLst>
                                </p:cTn>
                              </p:par>
                              <p:par>
                                <p:cTn id="55" presetID="1" presetClass="entr" presetSubtype="0" fill="hold" nodeType="withEffect">
                                  <p:stCondLst>
                                    <p:cond delay="0"/>
                                  </p:stCondLst>
                                  <p:childTnLst>
                                    <p:set>
                                      <p:cBhvr>
                                        <p:cTn id="56" dur="1" fill="hold">
                                          <p:stCondLst>
                                            <p:cond delay="0"/>
                                          </p:stCondLst>
                                        </p:cTn>
                                        <p:tgtEl>
                                          <p:spTgt spid="35"/>
                                        </p:tgtEl>
                                        <p:attrNameLst>
                                          <p:attrName>style.visibility</p:attrName>
                                        </p:attrNameLst>
                                      </p:cBhvr>
                                      <p:to>
                                        <p:strVal val="visible"/>
                                      </p:to>
                                    </p:set>
                                  </p:childTnLst>
                                </p:cTn>
                              </p:par>
                            </p:childTnLst>
                          </p:cTn>
                        </p:par>
                        <p:par>
                          <p:cTn id="57" fill="hold">
                            <p:stCondLst>
                              <p:cond delay="500"/>
                            </p:stCondLst>
                            <p:childTnLst>
                              <p:par>
                                <p:cTn id="58" presetID="23" presetClass="entr" presetSubtype="16" fill="hold" nodeType="afterEffect">
                                  <p:stCondLst>
                                    <p:cond delay="0"/>
                                  </p:stCondLst>
                                  <p:childTnLst>
                                    <p:set>
                                      <p:cBhvr>
                                        <p:cTn id="59" dur="1" fill="hold">
                                          <p:stCondLst>
                                            <p:cond delay="0"/>
                                          </p:stCondLst>
                                        </p:cTn>
                                        <p:tgtEl>
                                          <p:spTgt spid="39"/>
                                        </p:tgtEl>
                                        <p:attrNameLst>
                                          <p:attrName>style.visibility</p:attrName>
                                        </p:attrNameLst>
                                      </p:cBhvr>
                                      <p:to>
                                        <p:strVal val="visible"/>
                                      </p:to>
                                    </p:set>
                                    <p:anim calcmode="lin" valueType="num">
                                      <p:cBhvr additive="base">
                                        <p:cTn id="60" dur="500"/>
                                        <p:tgtEl>
                                          <p:spTgt spid="39"/>
                                        </p:tgtEl>
                                        <p:attrNameLst>
                                          <p:attrName>ppt_w</p:attrName>
                                        </p:attrNameLst>
                                      </p:cBhvr>
                                      <p:tavLst>
                                        <p:tav tm="0">
                                          <p:val>
                                            <p:strVal val="0"/>
                                          </p:val>
                                        </p:tav>
                                        <p:tav tm="100000">
                                          <p:val>
                                            <p:strVal val="#ppt_w"/>
                                          </p:val>
                                        </p:tav>
                                      </p:tavLst>
                                    </p:anim>
                                    <p:anim calcmode="lin" valueType="num">
                                      <p:cBhvr additive="base">
                                        <p:cTn id="61" dur="500"/>
                                        <p:tgtEl>
                                          <p:spTgt spid="39"/>
                                        </p:tgtEl>
                                        <p:attrNameLst>
                                          <p:attrName>ppt_h</p:attrName>
                                        </p:attrNameLst>
                                      </p:cBhvr>
                                      <p:tavLst>
                                        <p:tav tm="0">
                                          <p:val>
                                            <p:strVal val="0"/>
                                          </p:val>
                                        </p:tav>
                                        <p:tav tm="100000">
                                          <p:val>
                                            <p:strVal val="#ppt_h"/>
                                          </p:val>
                                        </p:tav>
                                      </p:tavLst>
                                    </p:anim>
                                  </p:childTnLst>
                                </p:cTn>
                              </p:par>
                            </p:childTnLst>
                          </p:cTn>
                        </p:par>
                        <p:par>
                          <p:cTn id="62" fill="hold">
                            <p:stCondLst>
                              <p:cond delay="1000"/>
                            </p:stCondLst>
                            <p:childTnLst>
                              <p:par>
                                <p:cTn id="63" presetID="10" presetClass="entr" presetSubtype="0" fill="hold" nodeType="afterEffect">
                                  <p:stCondLst>
                                    <p:cond delay="0"/>
                                  </p:stCondLst>
                                  <p:childTnLst>
                                    <p:set>
                                      <p:cBhvr>
                                        <p:cTn id="64" dur="1" fill="hold">
                                          <p:stCondLst>
                                            <p:cond delay="0"/>
                                          </p:stCondLst>
                                        </p:cTn>
                                        <p:tgtEl>
                                          <p:spTgt spid="81"/>
                                        </p:tgtEl>
                                        <p:attrNameLst>
                                          <p:attrName>style.visibility</p:attrName>
                                        </p:attrNameLst>
                                      </p:cBhvr>
                                      <p:to>
                                        <p:strVal val="visible"/>
                                      </p:to>
                                    </p:set>
                                    <p:animEffect transition="in" filter="fade">
                                      <p:cBhvr>
                                        <p:cTn id="65" dur="500"/>
                                        <p:tgtEl>
                                          <p:spTgt spid="81"/>
                                        </p:tgtEl>
                                      </p:cBhvr>
                                    </p:animEffect>
                                  </p:childTnLst>
                                </p:cTn>
                              </p:par>
                            </p:childTnLst>
                          </p:cTn>
                        </p:par>
                      </p:childTnLst>
                    </p:cTn>
                  </p:par>
                  <p:par>
                    <p:cTn id="66" fill="hold">
                      <p:stCondLst>
                        <p:cond delay="indefinite"/>
                      </p:stCondLst>
                      <p:childTnLst>
                        <p:par>
                          <p:cTn id="67" fill="hold">
                            <p:stCondLst>
                              <p:cond delay="0"/>
                            </p:stCondLst>
                            <p:childTnLst>
                              <p:par>
                                <p:cTn id="68" presetID="2" presetClass="entr" presetSubtype="8" fill="hold" nodeType="clickEffect">
                                  <p:stCondLst>
                                    <p:cond delay="0"/>
                                  </p:stCondLst>
                                  <p:childTnLst>
                                    <p:set>
                                      <p:cBhvr>
                                        <p:cTn id="69" dur="1" fill="hold">
                                          <p:stCondLst>
                                            <p:cond delay="0"/>
                                          </p:stCondLst>
                                        </p:cTn>
                                        <p:tgtEl>
                                          <p:spTgt spid="30"/>
                                        </p:tgtEl>
                                        <p:attrNameLst>
                                          <p:attrName>style.visibility</p:attrName>
                                        </p:attrNameLst>
                                      </p:cBhvr>
                                      <p:to>
                                        <p:strVal val="visible"/>
                                      </p:to>
                                    </p:set>
                                    <p:anim calcmode="lin" valueType="num">
                                      <p:cBhvr additive="base">
                                        <p:cTn id="70" dur="500"/>
                                        <p:tgtEl>
                                          <p:spTgt spid="30"/>
                                        </p:tgtEl>
                                        <p:attrNameLst>
                                          <p:attrName>ppt_x</p:attrName>
                                        </p:attrNameLst>
                                      </p:cBhvr>
                                      <p:tavLst>
                                        <p:tav tm="0">
                                          <p:val>
                                            <p:strVal val="#ppt_x-1"/>
                                          </p:val>
                                        </p:tav>
                                        <p:tav tm="100000">
                                          <p:val>
                                            <p:strVal val="#ppt_x"/>
                                          </p:val>
                                        </p:tav>
                                      </p:tavLst>
                                    </p:anim>
                                  </p:childTnLst>
                                </p:cTn>
                              </p:par>
                              <p:par>
                                <p:cTn id="71" presetID="1" presetClass="entr" presetSubtype="0" fill="hold" nodeType="withEffect">
                                  <p:stCondLst>
                                    <p:cond delay="0"/>
                                  </p:stCondLst>
                                  <p:childTnLst>
                                    <p:set>
                                      <p:cBhvr>
                                        <p:cTn id="72" dur="1" fill="hold">
                                          <p:stCondLst>
                                            <p:cond delay="0"/>
                                          </p:stCondLst>
                                        </p:cTn>
                                        <p:tgtEl>
                                          <p:spTgt spid="29"/>
                                        </p:tgtEl>
                                        <p:attrNameLst>
                                          <p:attrName>style.visibility</p:attrName>
                                        </p:attrNameLst>
                                      </p:cBhvr>
                                      <p:to>
                                        <p:strVal val="visible"/>
                                      </p:to>
                                    </p:set>
                                  </p:childTnLst>
                                </p:cTn>
                              </p:par>
                            </p:childTnLst>
                          </p:cTn>
                        </p:par>
                        <p:par>
                          <p:cTn id="73" fill="hold">
                            <p:stCondLst>
                              <p:cond delay="500"/>
                            </p:stCondLst>
                            <p:childTnLst>
                              <p:par>
                                <p:cTn id="74" presetID="23" presetClass="entr" presetSubtype="16" fill="hold" nodeType="afterEffect">
                                  <p:stCondLst>
                                    <p:cond delay="0"/>
                                  </p:stCondLst>
                                  <p:childTnLst>
                                    <p:set>
                                      <p:cBhvr>
                                        <p:cTn id="75" dur="1" fill="hold">
                                          <p:stCondLst>
                                            <p:cond delay="0"/>
                                          </p:stCondLst>
                                        </p:cTn>
                                        <p:tgtEl>
                                          <p:spTgt spid="33"/>
                                        </p:tgtEl>
                                        <p:attrNameLst>
                                          <p:attrName>style.visibility</p:attrName>
                                        </p:attrNameLst>
                                      </p:cBhvr>
                                      <p:to>
                                        <p:strVal val="visible"/>
                                      </p:to>
                                    </p:set>
                                    <p:anim calcmode="lin" valueType="num">
                                      <p:cBhvr additive="base">
                                        <p:cTn id="76" dur="500"/>
                                        <p:tgtEl>
                                          <p:spTgt spid="33"/>
                                        </p:tgtEl>
                                        <p:attrNameLst>
                                          <p:attrName>ppt_w</p:attrName>
                                        </p:attrNameLst>
                                      </p:cBhvr>
                                      <p:tavLst>
                                        <p:tav tm="0">
                                          <p:val>
                                            <p:strVal val="0"/>
                                          </p:val>
                                        </p:tav>
                                        <p:tav tm="100000">
                                          <p:val>
                                            <p:strVal val="#ppt_w"/>
                                          </p:val>
                                        </p:tav>
                                      </p:tavLst>
                                    </p:anim>
                                    <p:anim calcmode="lin" valueType="num">
                                      <p:cBhvr additive="base">
                                        <p:cTn id="77" dur="500"/>
                                        <p:tgtEl>
                                          <p:spTgt spid="33"/>
                                        </p:tgtEl>
                                        <p:attrNameLst>
                                          <p:attrName>ppt_h</p:attrName>
                                        </p:attrNameLst>
                                      </p:cBhvr>
                                      <p:tavLst>
                                        <p:tav tm="0">
                                          <p:val>
                                            <p:strVal val="0"/>
                                          </p:val>
                                        </p:tav>
                                        <p:tav tm="100000">
                                          <p:val>
                                            <p:strVal val="#ppt_h"/>
                                          </p:val>
                                        </p:tav>
                                      </p:tavLst>
                                    </p:anim>
                                  </p:childTnLst>
                                </p:cTn>
                              </p:par>
                            </p:childTnLst>
                          </p:cTn>
                        </p:par>
                        <p:par>
                          <p:cTn id="78" fill="hold">
                            <p:stCondLst>
                              <p:cond delay="1000"/>
                            </p:stCondLst>
                            <p:childTnLst>
                              <p:par>
                                <p:cTn id="79" presetID="10" presetClass="entr" presetSubtype="0" fill="hold" nodeType="afterEffect">
                                  <p:stCondLst>
                                    <p:cond delay="0"/>
                                  </p:stCondLst>
                                  <p:childTnLst>
                                    <p:set>
                                      <p:cBhvr>
                                        <p:cTn id="80" dur="1" fill="hold">
                                          <p:stCondLst>
                                            <p:cond delay="0"/>
                                          </p:stCondLst>
                                        </p:cTn>
                                        <p:tgtEl>
                                          <p:spTgt spid="34"/>
                                        </p:tgtEl>
                                        <p:attrNameLst>
                                          <p:attrName>style.visibility</p:attrName>
                                        </p:attrNameLst>
                                      </p:cBhvr>
                                      <p:to>
                                        <p:strVal val="visible"/>
                                      </p:to>
                                    </p:set>
                                    <p:animEffect transition="in" filter="fade">
                                      <p:cBhvr>
                                        <p:cTn id="81" dur="500"/>
                                        <p:tgtEl>
                                          <p:spTgt spid="34"/>
                                        </p:tgtEl>
                                      </p:cBhvr>
                                    </p:animEffect>
                                  </p:childTnLst>
                                </p:cTn>
                              </p:par>
                            </p:childTnLst>
                          </p:cTn>
                        </p:par>
                      </p:childTnLst>
                    </p:cTn>
                  </p:par>
                  <p:par>
                    <p:cTn id="82" fill="hold">
                      <p:stCondLst>
                        <p:cond delay="indefinite"/>
                      </p:stCondLst>
                      <p:childTnLst>
                        <p:par>
                          <p:cTn id="83" fill="hold">
                            <p:stCondLst>
                              <p:cond delay="0"/>
                            </p:stCondLst>
                            <p:childTnLst>
                              <p:par>
                                <p:cTn id="84" presetID="2" presetClass="entr" presetSubtype="8" fill="hold" nodeType="clickEffect">
                                  <p:stCondLst>
                                    <p:cond delay="0"/>
                                  </p:stCondLst>
                                  <p:childTnLst>
                                    <p:set>
                                      <p:cBhvr>
                                        <p:cTn id="85" dur="1" fill="hold">
                                          <p:stCondLst>
                                            <p:cond delay="0"/>
                                          </p:stCondLst>
                                        </p:cTn>
                                        <p:tgtEl>
                                          <p:spTgt spid="48"/>
                                        </p:tgtEl>
                                        <p:attrNameLst>
                                          <p:attrName>style.visibility</p:attrName>
                                        </p:attrNameLst>
                                      </p:cBhvr>
                                      <p:to>
                                        <p:strVal val="visible"/>
                                      </p:to>
                                    </p:set>
                                    <p:anim calcmode="lin" valueType="num">
                                      <p:cBhvr additive="base">
                                        <p:cTn id="86" dur="500"/>
                                        <p:tgtEl>
                                          <p:spTgt spid="48"/>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
        <p:cNvGrpSpPr/>
        <p:nvPr/>
      </p:nvGrpSpPr>
      <p:grpSpPr>
        <a:xfrm>
          <a:off x="0" y="0"/>
          <a:ext cx="0" cy="0"/>
          <a:chOff x="0" y="0"/>
          <a:chExt cx="0" cy="0"/>
        </a:xfrm>
      </p:grpSpPr>
      <p:sp>
        <p:nvSpPr>
          <p:cNvPr id="30" name="Google Shape;30;p6"/>
          <p:cNvSpPr/>
          <p:nvPr/>
        </p:nvSpPr>
        <p:spPr>
          <a:xfrm>
            <a:off x="4151966" y="1689853"/>
            <a:ext cx="2088502" cy="1066387"/>
          </a:xfrm>
          <a:custGeom>
            <a:avLst/>
            <a:gdLst/>
            <a:ahLst/>
            <a:cxnLst/>
            <a:rect l="l" t="t" r="r" b="b"/>
            <a:pathLst>
              <a:path w="2088502" h="1025597" extrusionOk="0">
                <a:moveTo>
                  <a:pt x="639511" y="6576"/>
                </a:moveTo>
                <a:lnTo>
                  <a:pt x="2088502" y="0"/>
                </a:lnTo>
                <a:lnTo>
                  <a:pt x="1458026" y="1025597"/>
                </a:lnTo>
                <a:lnTo>
                  <a:pt x="0" y="1016268"/>
                </a:lnTo>
                <a:lnTo>
                  <a:pt x="639511" y="6576"/>
                </a:lnTo>
                <a:close/>
              </a:path>
            </a:pathLst>
          </a:custGeom>
          <a:gradFill>
            <a:gsLst>
              <a:gs pos="0">
                <a:srgbClr val="484153"/>
              </a:gs>
              <a:gs pos="97000">
                <a:srgbClr val="1B1728"/>
              </a:gs>
              <a:gs pos="100000">
                <a:srgbClr val="1B1728"/>
              </a:gs>
            </a:gsLst>
            <a:lin ang="2700000" scaled="0"/>
          </a:gra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 name="Google Shape;34;p6"/>
          <p:cNvSpPr/>
          <p:nvPr/>
        </p:nvSpPr>
        <p:spPr>
          <a:xfrm>
            <a:off x="4770526" y="573189"/>
            <a:ext cx="2074989" cy="1070891"/>
          </a:xfrm>
          <a:custGeom>
            <a:avLst/>
            <a:gdLst/>
            <a:ahLst/>
            <a:cxnLst/>
            <a:rect l="l" t="t" r="r" b="b"/>
            <a:pathLst>
              <a:path w="2074989" h="1029928" extrusionOk="0">
                <a:moveTo>
                  <a:pt x="639511" y="2243"/>
                </a:moveTo>
                <a:lnTo>
                  <a:pt x="2074989" y="0"/>
                </a:lnTo>
                <a:lnTo>
                  <a:pt x="1431000" y="1029928"/>
                </a:lnTo>
                <a:lnTo>
                  <a:pt x="0" y="1011935"/>
                </a:lnTo>
                <a:lnTo>
                  <a:pt x="639511" y="2243"/>
                </a:lnTo>
                <a:close/>
              </a:path>
            </a:pathLst>
          </a:custGeom>
          <a:gradFill>
            <a:gsLst>
              <a:gs pos="0">
                <a:srgbClr val="F2885F"/>
              </a:gs>
              <a:gs pos="97000">
                <a:srgbClr val="DD4D3F"/>
              </a:gs>
              <a:gs pos="100000">
                <a:srgbClr val="DD4D3F"/>
              </a:gs>
            </a:gsLst>
            <a:lin ang="2700000" scaled="0"/>
          </a:gra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6" name="Google Shape;36;p6"/>
          <p:cNvSpPr/>
          <p:nvPr/>
        </p:nvSpPr>
        <p:spPr>
          <a:xfrm>
            <a:off x="5090061" y="1351446"/>
            <a:ext cx="944148" cy="76944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dirty="0"/>
          </a:p>
        </p:txBody>
      </p:sp>
      <p:sp>
        <p:nvSpPr>
          <p:cNvPr id="42" name="Google Shape;42;p6"/>
          <p:cNvSpPr/>
          <p:nvPr/>
        </p:nvSpPr>
        <p:spPr>
          <a:xfrm>
            <a:off x="5736568" y="3266037"/>
            <a:ext cx="1426765" cy="27699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lt1"/>
                </a:solidFill>
                <a:latin typeface="Arial"/>
                <a:ea typeface="Arial"/>
                <a:cs typeface="Arial"/>
                <a:sym typeface="Arial"/>
              </a:rPr>
              <a:t>INFOGRAPHICS</a:t>
            </a:r>
            <a:endParaRPr sz="1200" cap="none">
              <a:solidFill>
                <a:schemeClr val="lt1"/>
              </a:solidFill>
              <a:latin typeface="Arial"/>
              <a:ea typeface="Arial"/>
              <a:cs typeface="Arial"/>
              <a:sym typeface="Arial"/>
            </a:endParaRPr>
          </a:p>
        </p:txBody>
      </p:sp>
      <p:sp>
        <p:nvSpPr>
          <p:cNvPr id="43" name="Google Shape;43;p6"/>
          <p:cNvSpPr txBox="1"/>
          <p:nvPr/>
        </p:nvSpPr>
        <p:spPr>
          <a:xfrm>
            <a:off x="5724819" y="3499099"/>
            <a:ext cx="1904868" cy="400110"/>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000">
                <a:solidFill>
                  <a:srgbClr val="FAF6F3"/>
                </a:solidFill>
                <a:latin typeface="Calibri"/>
                <a:ea typeface="Calibri"/>
                <a:cs typeface="Calibri"/>
                <a:sym typeface="Calibri"/>
              </a:rPr>
              <a:t>TinyPPT designed and provided free PowerPoint Templates</a:t>
            </a:r>
            <a:endParaRPr/>
          </a:p>
        </p:txBody>
      </p:sp>
      <p:sp>
        <p:nvSpPr>
          <p:cNvPr id="44" name="Google Shape;44;p6"/>
          <p:cNvSpPr/>
          <p:nvPr/>
        </p:nvSpPr>
        <p:spPr>
          <a:xfrm>
            <a:off x="4689532" y="1638863"/>
            <a:ext cx="6954415" cy="4042566"/>
          </a:xfrm>
          <a:custGeom>
            <a:avLst/>
            <a:gdLst/>
            <a:ahLst/>
            <a:cxnLst/>
            <a:rect l="l" t="t" r="r" b="b"/>
            <a:pathLst>
              <a:path w="5809673" h="1042414" extrusionOk="0">
                <a:moveTo>
                  <a:pt x="639511" y="19468"/>
                </a:moveTo>
                <a:lnTo>
                  <a:pt x="5809673" y="0"/>
                </a:lnTo>
                <a:lnTo>
                  <a:pt x="5805380" y="1042414"/>
                </a:lnTo>
                <a:lnTo>
                  <a:pt x="0" y="1039154"/>
                </a:lnTo>
                <a:lnTo>
                  <a:pt x="639511" y="19468"/>
                </a:lnTo>
                <a:close/>
              </a:path>
            </a:pathLst>
          </a:custGeom>
          <a:gradFill>
            <a:gsLst>
              <a:gs pos="0">
                <a:srgbClr val="484153"/>
              </a:gs>
              <a:gs pos="97000">
                <a:srgbClr val="1B1728"/>
              </a:gs>
              <a:gs pos="100000">
                <a:srgbClr val="1B1728"/>
              </a:gs>
            </a:gsLst>
            <a:lin ang="2700000" scaled="0"/>
          </a:gra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5" name="Google Shape;45;p6"/>
          <p:cNvSpPr txBox="1"/>
          <p:nvPr/>
        </p:nvSpPr>
        <p:spPr>
          <a:xfrm>
            <a:off x="5575995" y="1944273"/>
            <a:ext cx="5874062" cy="3485485"/>
          </a:xfrm>
          <a:prstGeom prst="rect">
            <a:avLst/>
          </a:prstGeom>
          <a:noFill/>
          <a:ln>
            <a:noFill/>
          </a:ln>
        </p:spPr>
        <p:txBody>
          <a:bodyPr spcFirstLastPara="1" wrap="square" lIns="91425" tIns="45700" rIns="91425" bIns="45700" anchor="t" anchorCtr="0">
            <a:noAutofit/>
          </a:bodyPr>
          <a:lstStyle/>
          <a:p>
            <a:pPr lvl="0" algn="ctr"/>
            <a:r>
              <a:rPr lang="ms-MY" sz="2800" dirty="0">
                <a:solidFill>
                  <a:schemeClr val="bg1"/>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Setiap Jabatan bertanggungjawab untuk menentukan penerima rahsia rasmi sama ada dalam sektor awam atau sektor swasta yang berkaitan mempunyai persediaan yang secukupnya bagi menjaga keselamatan dan kerahsiaan rahsia rasmi berkenaan.</a:t>
            </a:r>
            <a:endParaRPr lang="en-MY" sz="2800" dirty="0">
              <a:solidFill>
                <a:schemeClr val="bg1"/>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endParaRPr>
          </a:p>
        </p:txBody>
      </p:sp>
      <p:sp>
        <p:nvSpPr>
          <p:cNvPr id="46" name="Google Shape;46;p6"/>
          <p:cNvSpPr/>
          <p:nvPr/>
        </p:nvSpPr>
        <p:spPr>
          <a:xfrm>
            <a:off x="6157793" y="573189"/>
            <a:ext cx="5476497" cy="1075541"/>
          </a:xfrm>
          <a:custGeom>
            <a:avLst/>
            <a:gdLst/>
            <a:ahLst/>
            <a:cxnLst/>
            <a:rect l="l" t="t" r="r" b="b"/>
            <a:pathLst>
              <a:path w="5162867" h="1034400" extrusionOk="0">
                <a:moveTo>
                  <a:pt x="626752" y="18804"/>
                </a:moveTo>
                <a:lnTo>
                  <a:pt x="5162867" y="0"/>
                </a:lnTo>
                <a:lnTo>
                  <a:pt x="5162867" y="1029403"/>
                </a:lnTo>
                <a:lnTo>
                  <a:pt x="0" y="1034400"/>
                </a:lnTo>
                <a:lnTo>
                  <a:pt x="626752" y="18804"/>
                </a:lnTo>
                <a:close/>
              </a:path>
            </a:pathLst>
          </a:custGeom>
          <a:gradFill>
            <a:gsLst>
              <a:gs pos="0">
                <a:srgbClr val="F2885F"/>
              </a:gs>
              <a:gs pos="97000">
                <a:srgbClr val="DD4D3F"/>
              </a:gs>
              <a:gs pos="100000">
                <a:srgbClr val="DD4D3F"/>
              </a:gs>
            </a:gsLst>
            <a:lin ang="2700000" scaled="0"/>
          </a:gra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lvl="0" algn="ctr"/>
            <a:r>
              <a:rPr lang="ms-MY" sz="2800" b="1" dirty="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TANGGUNGJAWAB JABATAN </a:t>
            </a:r>
            <a:endParaRPr sz="2800" dirty="0">
              <a:solidFill>
                <a:schemeClr val="lt1"/>
              </a:solidFill>
              <a:latin typeface="Calibri"/>
              <a:ea typeface="Calibri"/>
              <a:cs typeface="Calibri"/>
              <a:sym typeface="Calibri"/>
            </a:endParaRPr>
          </a:p>
        </p:txBody>
      </p:sp>
      <p:pic>
        <p:nvPicPr>
          <p:cNvPr id="51" name="Google Shape;51;p6"/>
          <p:cNvPicPr preferRelativeResize="0"/>
          <p:nvPr/>
        </p:nvPicPr>
        <p:blipFill rotWithShape="1">
          <a:blip r:embed="rId3">
            <a:alphaModFix/>
          </a:blip>
          <a:srcRect/>
          <a:stretch/>
        </p:blipFill>
        <p:spPr>
          <a:xfrm rot="-8952891" flipH="1">
            <a:off x="5246816" y="-920062"/>
            <a:ext cx="176849" cy="8105584"/>
          </a:xfrm>
          <a:prstGeom prst="rect">
            <a:avLst/>
          </a:prstGeom>
          <a:noFill/>
          <a:ln>
            <a:noFill/>
          </a:ln>
        </p:spPr>
      </p:pic>
      <p:pic>
        <p:nvPicPr>
          <p:cNvPr id="52" name="Google Shape;52;p6"/>
          <p:cNvPicPr preferRelativeResize="0"/>
          <p:nvPr/>
        </p:nvPicPr>
        <p:blipFill rotWithShape="1">
          <a:blip r:embed="rId3">
            <a:alphaModFix/>
          </a:blip>
          <a:srcRect/>
          <a:stretch/>
        </p:blipFill>
        <p:spPr>
          <a:xfrm rot="-8916092" flipH="1">
            <a:off x="3650857" y="-31004"/>
            <a:ext cx="149629" cy="6858000"/>
          </a:xfrm>
          <a:prstGeom prst="rect">
            <a:avLst/>
          </a:prstGeom>
          <a:noFill/>
          <a:ln>
            <a:noFill/>
          </a:ln>
        </p:spPr>
      </p:pic>
      <p:pic>
        <p:nvPicPr>
          <p:cNvPr id="53" name="Picture 52">
            <a:extLst>
              <a:ext uri="{FF2B5EF4-FFF2-40B4-BE49-F238E27FC236}">
                <a16:creationId xmlns="" xmlns:a16="http://schemas.microsoft.com/office/drawing/2014/main" id="{FAB27064-8B59-4B56-BB1D-E39871BE6EF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30509" y="5617543"/>
            <a:ext cx="1300637" cy="1042168"/>
          </a:xfrm>
          <a:prstGeom prst="rect">
            <a:avLst/>
          </a:prstGeom>
        </p:spPr>
      </p:pic>
      <p:sp>
        <p:nvSpPr>
          <p:cNvPr id="54" name="TextBox 53">
            <a:extLst>
              <a:ext uri="{FF2B5EF4-FFF2-40B4-BE49-F238E27FC236}">
                <a16:creationId xmlns="" xmlns:a16="http://schemas.microsoft.com/office/drawing/2014/main" id="{4878113E-8F68-4F32-B919-57AFFE80F21D}"/>
              </a:ext>
            </a:extLst>
          </p:cNvPr>
          <p:cNvSpPr txBox="1"/>
          <p:nvPr/>
        </p:nvSpPr>
        <p:spPr>
          <a:xfrm>
            <a:off x="1875348" y="6024505"/>
            <a:ext cx="6954415" cy="430887"/>
          </a:xfrm>
          <a:prstGeom prst="rect">
            <a:avLst/>
          </a:prstGeom>
          <a:noFill/>
        </p:spPr>
        <p:txBody>
          <a:bodyPr wrap="square">
            <a:spAutoFit/>
          </a:bodyPr>
          <a:lstStyle/>
          <a:p>
            <a:pPr>
              <a:defRPr/>
            </a:pPr>
            <a:r>
              <a:rPr lang="en-US" sz="1100" spc="280" dirty="0"/>
              <a:t>PEJABAT KETUA PEGAWAI KESELAMATAN KERAJAAN MALAYSIA</a:t>
            </a:r>
          </a:p>
          <a:p>
            <a:pPr>
              <a:defRPr/>
            </a:pPr>
            <a:r>
              <a:rPr lang="en-US" sz="1100" spc="280" dirty="0"/>
              <a:t>JABATAN PERDANA MENTERI</a:t>
            </a:r>
          </a:p>
        </p:txBody>
      </p:sp>
      <p:sp>
        <p:nvSpPr>
          <p:cNvPr id="55" name="Google Shape;26;p6">
            <a:extLst>
              <a:ext uri="{FF2B5EF4-FFF2-40B4-BE49-F238E27FC236}">
                <a16:creationId xmlns="" xmlns:a16="http://schemas.microsoft.com/office/drawing/2014/main" id="{4499858F-8BBA-40D4-9532-6C51F55DEADF}"/>
              </a:ext>
            </a:extLst>
          </p:cNvPr>
          <p:cNvSpPr/>
          <p:nvPr/>
        </p:nvSpPr>
        <p:spPr>
          <a:xfrm>
            <a:off x="3513860" y="2759404"/>
            <a:ext cx="2088502" cy="1066388"/>
          </a:xfrm>
          <a:custGeom>
            <a:avLst/>
            <a:gdLst/>
            <a:ahLst/>
            <a:cxnLst/>
            <a:rect l="l" t="t" r="r" b="b"/>
            <a:pathLst>
              <a:path w="2088502" h="1025598" extrusionOk="0">
                <a:moveTo>
                  <a:pt x="639511" y="6576"/>
                </a:moveTo>
                <a:lnTo>
                  <a:pt x="2088502" y="0"/>
                </a:lnTo>
                <a:lnTo>
                  <a:pt x="1476044" y="1025598"/>
                </a:lnTo>
                <a:lnTo>
                  <a:pt x="0" y="1016268"/>
                </a:lnTo>
                <a:lnTo>
                  <a:pt x="639511" y="6576"/>
                </a:lnTo>
                <a:close/>
              </a:path>
            </a:pathLst>
          </a:custGeom>
          <a:gradFill>
            <a:gsLst>
              <a:gs pos="0">
                <a:srgbClr val="83D1DB"/>
              </a:gs>
              <a:gs pos="97000">
                <a:srgbClr val="4699AA"/>
              </a:gs>
              <a:gs pos="100000">
                <a:srgbClr val="4699AA"/>
              </a:gs>
            </a:gsLst>
            <a:lin ang="2700000" scaled="0"/>
          </a:gra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6" name="Google Shape;22;p6">
            <a:extLst>
              <a:ext uri="{FF2B5EF4-FFF2-40B4-BE49-F238E27FC236}">
                <a16:creationId xmlns="" xmlns:a16="http://schemas.microsoft.com/office/drawing/2014/main" id="{2A5CCBFE-AF52-4FD7-AF72-7AC39D688009}"/>
              </a:ext>
            </a:extLst>
          </p:cNvPr>
          <p:cNvSpPr/>
          <p:nvPr/>
        </p:nvSpPr>
        <p:spPr>
          <a:xfrm>
            <a:off x="2875029" y="3865598"/>
            <a:ext cx="2097511" cy="1059550"/>
          </a:xfrm>
          <a:custGeom>
            <a:avLst/>
            <a:gdLst/>
            <a:ahLst/>
            <a:cxnLst/>
            <a:rect l="l" t="t" r="r" b="b"/>
            <a:pathLst>
              <a:path w="2097511" h="1019022" extrusionOk="0">
                <a:moveTo>
                  <a:pt x="639511" y="0"/>
                </a:moveTo>
                <a:lnTo>
                  <a:pt x="2097511" y="10752"/>
                </a:lnTo>
                <a:lnTo>
                  <a:pt x="1480548" y="1019022"/>
                </a:lnTo>
                <a:lnTo>
                  <a:pt x="0" y="1009692"/>
                </a:lnTo>
                <a:lnTo>
                  <a:pt x="639511" y="0"/>
                </a:lnTo>
                <a:close/>
              </a:path>
            </a:pathLst>
          </a:custGeom>
          <a:gradFill>
            <a:gsLst>
              <a:gs pos="0">
                <a:srgbClr val="B6C3B8"/>
              </a:gs>
              <a:gs pos="97000">
                <a:srgbClr val="B6C3B8"/>
              </a:gs>
              <a:gs pos="100000">
                <a:srgbClr val="B6C3B8"/>
              </a:gs>
            </a:gsLst>
            <a:lin ang="2700000" scaled="0"/>
          </a:gradFill>
          <a:ln>
            <a:noFill/>
          </a:ln>
          <a:effectLst>
            <a:outerShdw blurRad="88900" dist="114300" dir="4440000" sx="96000" sy="96000" algn="t"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57" name="Google Shape;27;p6">
            <a:extLst>
              <a:ext uri="{FF2B5EF4-FFF2-40B4-BE49-F238E27FC236}">
                <a16:creationId xmlns="" xmlns:a16="http://schemas.microsoft.com/office/drawing/2014/main" id="{71CCF480-28B7-4007-A829-26088FBF7374}"/>
              </a:ext>
            </a:extLst>
          </p:cNvPr>
          <p:cNvPicPr preferRelativeResize="0"/>
          <p:nvPr/>
        </p:nvPicPr>
        <p:blipFill rotWithShape="1">
          <a:blip r:embed="rId5">
            <a:alphaModFix/>
          </a:blip>
          <a:srcRect b="13664"/>
          <a:stretch/>
        </p:blipFill>
        <p:spPr>
          <a:xfrm>
            <a:off x="4176207" y="612988"/>
            <a:ext cx="790873" cy="682799"/>
          </a:xfrm>
          <a:prstGeom prst="rect">
            <a:avLst/>
          </a:prstGeom>
          <a:noFill/>
          <a:ln>
            <a:noFill/>
          </a:ln>
          <a:effectLst>
            <a:reflection stA="50000" endA="300" endPos="55000" sy="-100000" algn="bl" rotWithShape="0"/>
          </a:effectLst>
        </p:spPr>
      </p:pic>
      <p:pic>
        <p:nvPicPr>
          <p:cNvPr id="58" name="Google Shape;23;p6">
            <a:extLst>
              <a:ext uri="{FF2B5EF4-FFF2-40B4-BE49-F238E27FC236}">
                <a16:creationId xmlns="" xmlns:a16="http://schemas.microsoft.com/office/drawing/2014/main" id="{E11AE4F1-11B9-4B9C-9EA7-D20B0DEF39BA}"/>
              </a:ext>
            </a:extLst>
          </p:cNvPr>
          <p:cNvPicPr preferRelativeResize="0"/>
          <p:nvPr/>
        </p:nvPicPr>
        <p:blipFill rotWithShape="1">
          <a:blip r:embed="rId6">
            <a:alphaModFix/>
          </a:blip>
          <a:srcRect t="1" b="1366"/>
          <a:stretch/>
        </p:blipFill>
        <p:spPr>
          <a:xfrm>
            <a:off x="2501117" y="3209320"/>
            <a:ext cx="783725" cy="773019"/>
          </a:xfrm>
          <a:prstGeom prst="rect">
            <a:avLst/>
          </a:prstGeom>
          <a:noFill/>
          <a:ln>
            <a:noFill/>
          </a:ln>
          <a:effectLst>
            <a:reflection stA="50000" endA="300" endPos="55000" sy="-100000" algn="bl" rotWithShape="0"/>
          </a:effectLst>
        </p:spPr>
      </p:pic>
      <p:sp>
        <p:nvSpPr>
          <p:cNvPr id="59" name="Google Shape;24;p6">
            <a:extLst>
              <a:ext uri="{FF2B5EF4-FFF2-40B4-BE49-F238E27FC236}">
                <a16:creationId xmlns="" xmlns:a16="http://schemas.microsoft.com/office/drawing/2014/main" id="{CE81A171-1E80-45A6-9D01-8E3140A91581}"/>
              </a:ext>
            </a:extLst>
          </p:cNvPr>
          <p:cNvSpPr/>
          <p:nvPr/>
        </p:nvSpPr>
        <p:spPr>
          <a:xfrm>
            <a:off x="2416994" y="4540386"/>
            <a:ext cx="805132" cy="805132"/>
          </a:xfrm>
          <a:prstGeom prst="ellipse">
            <a:avLst/>
          </a:prstGeom>
          <a:solidFill>
            <a:srgbClr val="EC465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60" name="Google Shape;36;p6">
            <a:extLst>
              <a:ext uri="{FF2B5EF4-FFF2-40B4-BE49-F238E27FC236}">
                <a16:creationId xmlns="" xmlns:a16="http://schemas.microsoft.com/office/drawing/2014/main" id="{7EF9903C-F7FD-4291-B8A8-A4FC4219E6A0}"/>
              </a:ext>
            </a:extLst>
          </p:cNvPr>
          <p:cNvSpPr/>
          <p:nvPr/>
        </p:nvSpPr>
        <p:spPr>
          <a:xfrm>
            <a:off x="11197219" y="5171840"/>
            <a:ext cx="805132" cy="805132"/>
          </a:xfrm>
          <a:prstGeom prst="ellipse">
            <a:avLst/>
          </a:prstGeom>
          <a:solidFill>
            <a:srgbClr val="F4B55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sp>
        <p:nvSpPr>
          <p:cNvPr id="61" name="Google Shape;44;p3">
            <a:extLst>
              <a:ext uri="{FF2B5EF4-FFF2-40B4-BE49-F238E27FC236}">
                <a16:creationId xmlns="" xmlns:a16="http://schemas.microsoft.com/office/drawing/2014/main" id="{0139C6A2-8C1D-4D8C-B9F9-0C3499AD252D}"/>
              </a:ext>
            </a:extLst>
          </p:cNvPr>
          <p:cNvSpPr/>
          <p:nvPr/>
        </p:nvSpPr>
        <p:spPr>
          <a:xfrm>
            <a:off x="3340660" y="1893786"/>
            <a:ext cx="639205" cy="948089"/>
          </a:xfrm>
          <a:custGeom>
            <a:avLst/>
            <a:gdLst/>
            <a:ahLst/>
            <a:cxnLst/>
            <a:rect l="l" t="t" r="r" b="b"/>
            <a:pathLst>
              <a:path w="21483" h="21600" extrusionOk="0">
                <a:moveTo>
                  <a:pt x="10250" y="0"/>
                </a:moveTo>
                <a:cubicBezTo>
                  <a:pt x="9814" y="0"/>
                  <a:pt x="9433" y="155"/>
                  <a:pt x="9220" y="385"/>
                </a:cubicBezTo>
                <a:cubicBezTo>
                  <a:pt x="9223" y="388"/>
                  <a:pt x="9226" y="391"/>
                  <a:pt x="9230" y="394"/>
                </a:cubicBezTo>
                <a:cubicBezTo>
                  <a:pt x="9058" y="411"/>
                  <a:pt x="8887" y="431"/>
                  <a:pt x="8717" y="453"/>
                </a:cubicBezTo>
                <a:cubicBezTo>
                  <a:pt x="8396" y="278"/>
                  <a:pt x="7949" y="215"/>
                  <a:pt x="7531" y="316"/>
                </a:cubicBezTo>
                <a:lnTo>
                  <a:pt x="6587" y="545"/>
                </a:lnTo>
                <a:cubicBezTo>
                  <a:pt x="6177" y="644"/>
                  <a:pt x="5899" y="876"/>
                  <a:pt x="5817" y="1141"/>
                </a:cubicBezTo>
                <a:cubicBezTo>
                  <a:pt x="5823" y="1143"/>
                  <a:pt x="5828" y="1147"/>
                  <a:pt x="5835" y="1149"/>
                </a:cubicBezTo>
                <a:cubicBezTo>
                  <a:pt x="5683" y="1204"/>
                  <a:pt x="5533" y="1261"/>
                  <a:pt x="5386" y="1321"/>
                </a:cubicBezTo>
                <a:cubicBezTo>
                  <a:pt x="4992" y="1227"/>
                  <a:pt x="4537" y="1270"/>
                  <a:pt x="4194" y="1462"/>
                </a:cubicBezTo>
                <a:lnTo>
                  <a:pt x="3426" y="1891"/>
                </a:lnTo>
                <a:cubicBezTo>
                  <a:pt x="3092" y="2078"/>
                  <a:pt x="2949" y="2358"/>
                  <a:pt x="3008" y="2627"/>
                </a:cubicBezTo>
                <a:cubicBezTo>
                  <a:pt x="3018" y="2628"/>
                  <a:pt x="3026" y="2630"/>
                  <a:pt x="3036" y="2632"/>
                </a:cubicBezTo>
                <a:cubicBezTo>
                  <a:pt x="2922" y="2717"/>
                  <a:pt x="2810" y="2805"/>
                  <a:pt x="2702" y="2895"/>
                </a:cubicBezTo>
                <a:cubicBezTo>
                  <a:pt x="2281" y="2894"/>
                  <a:pt x="1873" y="3038"/>
                  <a:pt x="1648" y="3297"/>
                </a:cubicBezTo>
                <a:lnTo>
                  <a:pt x="1146" y="3876"/>
                </a:lnTo>
                <a:cubicBezTo>
                  <a:pt x="928" y="4128"/>
                  <a:pt x="937" y="4424"/>
                  <a:pt x="1130" y="4662"/>
                </a:cubicBezTo>
                <a:cubicBezTo>
                  <a:pt x="1140" y="4661"/>
                  <a:pt x="1149" y="4662"/>
                  <a:pt x="1159" y="4661"/>
                </a:cubicBezTo>
                <a:cubicBezTo>
                  <a:pt x="1095" y="4767"/>
                  <a:pt x="1035" y="4874"/>
                  <a:pt x="980" y="4983"/>
                </a:cubicBezTo>
                <a:cubicBezTo>
                  <a:pt x="585" y="5078"/>
                  <a:pt x="275" y="5307"/>
                  <a:pt x="197" y="5601"/>
                </a:cubicBezTo>
                <a:lnTo>
                  <a:pt x="23" y="6260"/>
                </a:lnTo>
                <a:cubicBezTo>
                  <a:pt x="-52" y="6546"/>
                  <a:pt x="109" y="6822"/>
                  <a:pt x="414" y="7002"/>
                </a:cubicBezTo>
                <a:cubicBezTo>
                  <a:pt x="423" y="6998"/>
                  <a:pt x="432" y="6997"/>
                  <a:pt x="442" y="6993"/>
                </a:cubicBezTo>
                <a:cubicBezTo>
                  <a:pt x="439" y="7058"/>
                  <a:pt x="437" y="7123"/>
                  <a:pt x="437" y="7189"/>
                </a:cubicBezTo>
                <a:cubicBezTo>
                  <a:pt x="437" y="7238"/>
                  <a:pt x="440" y="7287"/>
                  <a:pt x="442" y="7336"/>
                </a:cubicBezTo>
                <a:cubicBezTo>
                  <a:pt x="118" y="7516"/>
                  <a:pt x="-60" y="7802"/>
                  <a:pt x="18" y="8097"/>
                </a:cubicBezTo>
                <a:lnTo>
                  <a:pt x="194" y="8756"/>
                </a:lnTo>
                <a:cubicBezTo>
                  <a:pt x="270" y="9042"/>
                  <a:pt x="563" y="9265"/>
                  <a:pt x="942" y="9365"/>
                </a:cubicBezTo>
                <a:cubicBezTo>
                  <a:pt x="947" y="9361"/>
                  <a:pt x="954" y="9356"/>
                  <a:pt x="960" y="9352"/>
                </a:cubicBezTo>
                <a:cubicBezTo>
                  <a:pt x="1014" y="9461"/>
                  <a:pt x="1073" y="9569"/>
                  <a:pt x="1136" y="9676"/>
                </a:cubicBezTo>
                <a:cubicBezTo>
                  <a:pt x="927" y="9918"/>
                  <a:pt x="912" y="10224"/>
                  <a:pt x="1136" y="10483"/>
                </a:cubicBezTo>
                <a:lnTo>
                  <a:pt x="1636" y="11061"/>
                </a:lnTo>
                <a:cubicBezTo>
                  <a:pt x="1854" y="11313"/>
                  <a:pt x="2246" y="11456"/>
                  <a:pt x="2653" y="11464"/>
                </a:cubicBezTo>
                <a:cubicBezTo>
                  <a:pt x="2656" y="11459"/>
                  <a:pt x="2661" y="11454"/>
                  <a:pt x="2664" y="11449"/>
                </a:cubicBezTo>
                <a:cubicBezTo>
                  <a:pt x="2771" y="11539"/>
                  <a:pt x="2881" y="11629"/>
                  <a:pt x="2995" y="11715"/>
                </a:cubicBezTo>
                <a:cubicBezTo>
                  <a:pt x="2924" y="11989"/>
                  <a:pt x="3066" y="12279"/>
                  <a:pt x="3409" y="12471"/>
                </a:cubicBezTo>
                <a:lnTo>
                  <a:pt x="4176" y="12900"/>
                </a:lnTo>
                <a:cubicBezTo>
                  <a:pt x="4511" y="13087"/>
                  <a:pt x="4953" y="13131"/>
                  <a:pt x="5340" y="13046"/>
                </a:cubicBezTo>
                <a:cubicBezTo>
                  <a:pt x="5340" y="13043"/>
                  <a:pt x="5340" y="13040"/>
                  <a:pt x="5340" y="13036"/>
                </a:cubicBezTo>
                <a:cubicBezTo>
                  <a:pt x="5487" y="13097"/>
                  <a:pt x="5639" y="13155"/>
                  <a:pt x="5791" y="13211"/>
                </a:cubicBezTo>
                <a:cubicBezTo>
                  <a:pt x="5868" y="13482"/>
                  <a:pt x="6150" y="13721"/>
                  <a:pt x="6567" y="13822"/>
                </a:cubicBezTo>
                <a:lnTo>
                  <a:pt x="7511" y="14050"/>
                </a:lnTo>
                <a:cubicBezTo>
                  <a:pt x="7920" y="14149"/>
                  <a:pt x="8357" y="14090"/>
                  <a:pt x="8676" y="13922"/>
                </a:cubicBezTo>
                <a:cubicBezTo>
                  <a:pt x="8676" y="13921"/>
                  <a:pt x="8675" y="13921"/>
                  <a:pt x="8674" y="13919"/>
                </a:cubicBezTo>
                <a:cubicBezTo>
                  <a:pt x="8844" y="13942"/>
                  <a:pt x="9016" y="13962"/>
                  <a:pt x="9189" y="13980"/>
                </a:cubicBezTo>
                <a:cubicBezTo>
                  <a:pt x="9402" y="14215"/>
                  <a:pt x="9789" y="14372"/>
                  <a:pt x="10230" y="14372"/>
                </a:cubicBezTo>
                <a:lnTo>
                  <a:pt x="11233" y="14372"/>
                </a:lnTo>
                <a:cubicBezTo>
                  <a:pt x="11669" y="14372"/>
                  <a:pt x="12049" y="14217"/>
                  <a:pt x="12263" y="13987"/>
                </a:cubicBezTo>
                <a:cubicBezTo>
                  <a:pt x="12263" y="13987"/>
                  <a:pt x="12263" y="13985"/>
                  <a:pt x="12263" y="13985"/>
                </a:cubicBezTo>
                <a:cubicBezTo>
                  <a:pt x="12437" y="13968"/>
                  <a:pt x="12610" y="13948"/>
                  <a:pt x="12781" y="13926"/>
                </a:cubicBezTo>
                <a:cubicBezTo>
                  <a:pt x="13101" y="14095"/>
                  <a:pt x="13541" y="14154"/>
                  <a:pt x="13952" y="14055"/>
                </a:cubicBezTo>
                <a:lnTo>
                  <a:pt x="14896" y="13827"/>
                </a:lnTo>
                <a:cubicBezTo>
                  <a:pt x="15303" y="13729"/>
                  <a:pt x="15582" y="13498"/>
                  <a:pt x="15666" y="13235"/>
                </a:cubicBezTo>
                <a:cubicBezTo>
                  <a:pt x="15823" y="13178"/>
                  <a:pt x="15979" y="13118"/>
                  <a:pt x="16131" y="13056"/>
                </a:cubicBezTo>
                <a:cubicBezTo>
                  <a:pt x="16516" y="13141"/>
                  <a:pt x="16955" y="13097"/>
                  <a:pt x="17289" y="12910"/>
                </a:cubicBezTo>
                <a:lnTo>
                  <a:pt x="18059" y="12481"/>
                </a:lnTo>
                <a:cubicBezTo>
                  <a:pt x="18391" y="12296"/>
                  <a:pt x="18533" y="12017"/>
                  <a:pt x="18477" y="11751"/>
                </a:cubicBezTo>
                <a:cubicBezTo>
                  <a:pt x="18597" y="11662"/>
                  <a:pt x="18712" y="11569"/>
                  <a:pt x="18824" y="11476"/>
                </a:cubicBezTo>
                <a:cubicBezTo>
                  <a:pt x="19229" y="11467"/>
                  <a:pt x="19620" y="11325"/>
                  <a:pt x="19837" y="11075"/>
                </a:cubicBezTo>
                <a:lnTo>
                  <a:pt x="20337" y="10496"/>
                </a:lnTo>
                <a:cubicBezTo>
                  <a:pt x="20552" y="10248"/>
                  <a:pt x="20546" y="9955"/>
                  <a:pt x="20360" y="9718"/>
                </a:cubicBezTo>
                <a:cubicBezTo>
                  <a:pt x="20427" y="9606"/>
                  <a:pt x="20491" y="9493"/>
                  <a:pt x="20549" y="9377"/>
                </a:cubicBezTo>
                <a:cubicBezTo>
                  <a:pt x="20922" y="9276"/>
                  <a:pt x="21211" y="9052"/>
                  <a:pt x="21286" y="8769"/>
                </a:cubicBezTo>
                <a:lnTo>
                  <a:pt x="21460" y="8112"/>
                </a:lnTo>
                <a:cubicBezTo>
                  <a:pt x="21534" y="7829"/>
                  <a:pt x="21377" y="7554"/>
                  <a:pt x="21080" y="7374"/>
                </a:cubicBezTo>
                <a:cubicBezTo>
                  <a:pt x="21082" y="7312"/>
                  <a:pt x="21082" y="7251"/>
                  <a:pt x="21082" y="7189"/>
                </a:cubicBezTo>
                <a:cubicBezTo>
                  <a:pt x="21082" y="7130"/>
                  <a:pt x="21082" y="7072"/>
                  <a:pt x="21080" y="7014"/>
                </a:cubicBezTo>
                <a:cubicBezTo>
                  <a:pt x="21380" y="6834"/>
                  <a:pt x="21540" y="6557"/>
                  <a:pt x="21465" y="6274"/>
                </a:cubicBezTo>
                <a:lnTo>
                  <a:pt x="21289" y="5616"/>
                </a:lnTo>
                <a:cubicBezTo>
                  <a:pt x="21214" y="5334"/>
                  <a:pt x="20924" y="5112"/>
                  <a:pt x="20551" y="5010"/>
                </a:cubicBezTo>
                <a:cubicBezTo>
                  <a:pt x="20494" y="4896"/>
                  <a:pt x="20434" y="4783"/>
                  <a:pt x="20368" y="4671"/>
                </a:cubicBezTo>
                <a:cubicBezTo>
                  <a:pt x="20557" y="4433"/>
                  <a:pt x="20567" y="4138"/>
                  <a:pt x="20350" y="3888"/>
                </a:cubicBezTo>
                <a:lnTo>
                  <a:pt x="19847" y="3309"/>
                </a:lnTo>
                <a:cubicBezTo>
                  <a:pt x="19630" y="3059"/>
                  <a:pt x="19240" y="2917"/>
                  <a:pt x="18835" y="2908"/>
                </a:cubicBezTo>
                <a:cubicBezTo>
                  <a:pt x="18725" y="2816"/>
                  <a:pt x="18610" y="2726"/>
                  <a:pt x="18493" y="2638"/>
                </a:cubicBezTo>
                <a:cubicBezTo>
                  <a:pt x="18553" y="2370"/>
                  <a:pt x="18409" y="2087"/>
                  <a:pt x="18074" y="1900"/>
                </a:cubicBezTo>
                <a:lnTo>
                  <a:pt x="17307" y="1470"/>
                </a:lnTo>
                <a:cubicBezTo>
                  <a:pt x="16972" y="1284"/>
                  <a:pt x="16530" y="1239"/>
                  <a:pt x="16143" y="1324"/>
                </a:cubicBezTo>
                <a:cubicBezTo>
                  <a:pt x="16143" y="1325"/>
                  <a:pt x="16143" y="1326"/>
                  <a:pt x="16143" y="1326"/>
                </a:cubicBezTo>
                <a:cubicBezTo>
                  <a:pt x="15994" y="1265"/>
                  <a:pt x="15843" y="1207"/>
                  <a:pt x="15689" y="1151"/>
                </a:cubicBezTo>
                <a:cubicBezTo>
                  <a:pt x="15609" y="884"/>
                  <a:pt x="15328" y="650"/>
                  <a:pt x="14916" y="550"/>
                </a:cubicBezTo>
                <a:lnTo>
                  <a:pt x="13972" y="321"/>
                </a:lnTo>
                <a:cubicBezTo>
                  <a:pt x="13562" y="222"/>
                  <a:pt x="13126" y="280"/>
                  <a:pt x="12807" y="448"/>
                </a:cubicBezTo>
                <a:cubicBezTo>
                  <a:pt x="12808" y="450"/>
                  <a:pt x="12808" y="452"/>
                  <a:pt x="12809" y="453"/>
                </a:cubicBezTo>
                <a:cubicBezTo>
                  <a:pt x="12639" y="431"/>
                  <a:pt x="12466" y="411"/>
                  <a:pt x="12294" y="394"/>
                </a:cubicBezTo>
                <a:cubicBezTo>
                  <a:pt x="12082" y="158"/>
                  <a:pt x="11697" y="0"/>
                  <a:pt x="11256" y="0"/>
                </a:cubicBezTo>
                <a:lnTo>
                  <a:pt x="10250" y="0"/>
                </a:lnTo>
                <a:close/>
                <a:moveTo>
                  <a:pt x="10761" y="2494"/>
                </a:moveTo>
                <a:cubicBezTo>
                  <a:pt x="14153" y="2494"/>
                  <a:pt x="16984" y="4085"/>
                  <a:pt x="17666" y="6207"/>
                </a:cubicBezTo>
                <a:cubicBezTo>
                  <a:pt x="17678" y="6243"/>
                  <a:pt x="17689" y="6280"/>
                  <a:pt x="17699" y="6316"/>
                </a:cubicBezTo>
                <a:cubicBezTo>
                  <a:pt x="17710" y="6352"/>
                  <a:pt x="17718" y="6388"/>
                  <a:pt x="17727" y="6425"/>
                </a:cubicBezTo>
                <a:cubicBezTo>
                  <a:pt x="17735" y="6454"/>
                  <a:pt x="17744" y="6482"/>
                  <a:pt x="17750" y="6511"/>
                </a:cubicBezTo>
                <a:cubicBezTo>
                  <a:pt x="17762" y="6564"/>
                  <a:pt x="17770" y="6616"/>
                  <a:pt x="17778" y="6669"/>
                </a:cubicBezTo>
                <a:cubicBezTo>
                  <a:pt x="17785" y="6707"/>
                  <a:pt x="17791" y="6744"/>
                  <a:pt x="17796" y="6781"/>
                </a:cubicBezTo>
                <a:cubicBezTo>
                  <a:pt x="17800" y="6805"/>
                  <a:pt x="17801" y="6830"/>
                  <a:pt x="17804" y="6854"/>
                </a:cubicBezTo>
                <a:cubicBezTo>
                  <a:pt x="17812" y="6927"/>
                  <a:pt x="17817" y="6999"/>
                  <a:pt x="17819" y="7072"/>
                </a:cubicBezTo>
                <a:cubicBezTo>
                  <a:pt x="17820" y="7082"/>
                  <a:pt x="17822" y="7093"/>
                  <a:pt x="17822" y="7104"/>
                </a:cubicBezTo>
                <a:cubicBezTo>
                  <a:pt x="17826" y="7244"/>
                  <a:pt x="17819" y="7385"/>
                  <a:pt x="17804" y="7523"/>
                </a:cubicBezTo>
                <a:lnTo>
                  <a:pt x="17807" y="7523"/>
                </a:lnTo>
                <a:cubicBezTo>
                  <a:pt x="17796" y="7624"/>
                  <a:pt x="17780" y="7723"/>
                  <a:pt x="17761" y="7822"/>
                </a:cubicBezTo>
                <a:lnTo>
                  <a:pt x="17756" y="7822"/>
                </a:lnTo>
                <a:cubicBezTo>
                  <a:pt x="17743" y="7882"/>
                  <a:pt x="17731" y="7943"/>
                  <a:pt x="17715" y="8004"/>
                </a:cubicBezTo>
                <a:cubicBezTo>
                  <a:pt x="17611" y="8394"/>
                  <a:pt x="17437" y="8765"/>
                  <a:pt x="17205" y="9111"/>
                </a:cubicBezTo>
                <a:lnTo>
                  <a:pt x="17212" y="9111"/>
                </a:lnTo>
                <a:cubicBezTo>
                  <a:pt x="17151" y="9202"/>
                  <a:pt x="17086" y="9294"/>
                  <a:pt x="17016" y="9382"/>
                </a:cubicBezTo>
                <a:lnTo>
                  <a:pt x="17006" y="9381"/>
                </a:lnTo>
                <a:cubicBezTo>
                  <a:pt x="16963" y="9435"/>
                  <a:pt x="16919" y="9489"/>
                  <a:pt x="16873" y="9542"/>
                </a:cubicBezTo>
                <a:cubicBezTo>
                  <a:pt x="16575" y="9885"/>
                  <a:pt x="16224" y="10193"/>
                  <a:pt x="15827" y="10466"/>
                </a:cubicBezTo>
                <a:lnTo>
                  <a:pt x="15832" y="10467"/>
                </a:lnTo>
                <a:cubicBezTo>
                  <a:pt x="15727" y="10539"/>
                  <a:pt x="15620" y="10610"/>
                  <a:pt x="15508" y="10678"/>
                </a:cubicBezTo>
                <a:lnTo>
                  <a:pt x="15500" y="10674"/>
                </a:lnTo>
                <a:cubicBezTo>
                  <a:pt x="15433" y="10715"/>
                  <a:pt x="15365" y="10755"/>
                  <a:pt x="15294" y="10795"/>
                </a:cubicBezTo>
                <a:cubicBezTo>
                  <a:pt x="14838" y="11049"/>
                  <a:pt x="14347" y="11259"/>
                  <a:pt x="13835" y="11425"/>
                </a:cubicBezTo>
                <a:lnTo>
                  <a:pt x="13840" y="11430"/>
                </a:lnTo>
                <a:cubicBezTo>
                  <a:pt x="13704" y="11474"/>
                  <a:pt x="13564" y="11512"/>
                  <a:pt x="13424" y="11550"/>
                </a:cubicBezTo>
                <a:lnTo>
                  <a:pt x="13421" y="11547"/>
                </a:lnTo>
                <a:cubicBezTo>
                  <a:pt x="13337" y="11570"/>
                  <a:pt x="13251" y="11592"/>
                  <a:pt x="13164" y="11613"/>
                </a:cubicBezTo>
                <a:cubicBezTo>
                  <a:pt x="12604" y="11749"/>
                  <a:pt x="12037" y="11834"/>
                  <a:pt x="11470" y="11873"/>
                </a:cubicBezTo>
                <a:lnTo>
                  <a:pt x="11470" y="11875"/>
                </a:lnTo>
                <a:cubicBezTo>
                  <a:pt x="11269" y="11888"/>
                  <a:pt x="11066" y="11895"/>
                  <a:pt x="10860" y="11897"/>
                </a:cubicBezTo>
                <a:cubicBezTo>
                  <a:pt x="10824" y="11897"/>
                  <a:pt x="10786" y="11898"/>
                  <a:pt x="10750" y="11899"/>
                </a:cubicBezTo>
                <a:cubicBezTo>
                  <a:pt x="6853" y="11895"/>
                  <a:pt x="3697" y="9792"/>
                  <a:pt x="3697" y="7197"/>
                </a:cubicBezTo>
                <a:cubicBezTo>
                  <a:pt x="3697" y="4600"/>
                  <a:pt x="6859" y="2494"/>
                  <a:pt x="10761" y="2494"/>
                </a:cubicBezTo>
                <a:close/>
                <a:moveTo>
                  <a:pt x="10740" y="2745"/>
                </a:moveTo>
                <a:cubicBezTo>
                  <a:pt x="7061" y="2745"/>
                  <a:pt x="4069" y="4737"/>
                  <a:pt x="4069" y="7185"/>
                </a:cubicBezTo>
                <a:cubicBezTo>
                  <a:pt x="4069" y="9634"/>
                  <a:pt x="7061" y="11625"/>
                  <a:pt x="10740" y="11625"/>
                </a:cubicBezTo>
                <a:cubicBezTo>
                  <a:pt x="14419" y="11625"/>
                  <a:pt x="17414" y="9634"/>
                  <a:pt x="17414" y="7185"/>
                </a:cubicBezTo>
                <a:cubicBezTo>
                  <a:pt x="17414" y="4737"/>
                  <a:pt x="14419" y="2745"/>
                  <a:pt x="10740" y="2745"/>
                </a:cubicBezTo>
                <a:close/>
                <a:moveTo>
                  <a:pt x="16115" y="13233"/>
                </a:moveTo>
                <a:lnTo>
                  <a:pt x="16100" y="13289"/>
                </a:lnTo>
                <a:cubicBezTo>
                  <a:pt x="15983" y="13667"/>
                  <a:pt x="15588" y="13971"/>
                  <a:pt x="15046" y="14102"/>
                </a:cubicBezTo>
                <a:lnTo>
                  <a:pt x="14102" y="14332"/>
                </a:lnTo>
                <a:cubicBezTo>
                  <a:pt x="13920" y="14376"/>
                  <a:pt x="13731" y="14398"/>
                  <a:pt x="13539" y="14398"/>
                </a:cubicBezTo>
                <a:cubicBezTo>
                  <a:pt x="13190" y="14398"/>
                  <a:pt x="12858" y="14324"/>
                  <a:pt x="12585" y="14196"/>
                </a:cubicBezTo>
                <a:cubicBezTo>
                  <a:pt x="12381" y="14389"/>
                  <a:pt x="12098" y="14530"/>
                  <a:pt x="11773" y="14605"/>
                </a:cubicBezTo>
                <a:lnTo>
                  <a:pt x="10965" y="16610"/>
                </a:lnTo>
                <a:lnTo>
                  <a:pt x="12975" y="21600"/>
                </a:lnTo>
                <a:lnTo>
                  <a:pt x="15587" y="20004"/>
                </a:lnTo>
                <a:lnTo>
                  <a:pt x="19049" y="20517"/>
                </a:lnTo>
                <a:lnTo>
                  <a:pt x="16115" y="13233"/>
                </a:lnTo>
                <a:close/>
                <a:moveTo>
                  <a:pt x="5365" y="13294"/>
                </a:moveTo>
                <a:lnTo>
                  <a:pt x="2457" y="20517"/>
                </a:lnTo>
                <a:lnTo>
                  <a:pt x="5921" y="20004"/>
                </a:lnTo>
                <a:lnTo>
                  <a:pt x="8534" y="21600"/>
                </a:lnTo>
                <a:lnTo>
                  <a:pt x="11327" y="14663"/>
                </a:lnTo>
                <a:cubicBezTo>
                  <a:pt x="11296" y="14664"/>
                  <a:pt x="11264" y="14664"/>
                  <a:pt x="11233" y="14664"/>
                </a:cubicBezTo>
                <a:lnTo>
                  <a:pt x="10227" y="14664"/>
                </a:lnTo>
                <a:cubicBezTo>
                  <a:pt x="9666" y="14664"/>
                  <a:pt x="9169" y="14476"/>
                  <a:pt x="8870" y="14191"/>
                </a:cubicBezTo>
                <a:cubicBezTo>
                  <a:pt x="8592" y="14320"/>
                  <a:pt x="8260" y="14393"/>
                  <a:pt x="7921" y="14393"/>
                </a:cubicBezTo>
                <a:cubicBezTo>
                  <a:pt x="7729" y="14393"/>
                  <a:pt x="7541" y="14370"/>
                  <a:pt x="7360" y="14326"/>
                </a:cubicBezTo>
                <a:lnTo>
                  <a:pt x="6416" y="14097"/>
                </a:lnTo>
                <a:cubicBezTo>
                  <a:pt x="6002" y="13997"/>
                  <a:pt x="5669" y="13795"/>
                  <a:pt x="5483" y="13528"/>
                </a:cubicBezTo>
                <a:cubicBezTo>
                  <a:pt x="5429" y="13452"/>
                  <a:pt x="5391" y="13374"/>
                  <a:pt x="5365" y="13294"/>
                </a:cubicBezTo>
                <a:close/>
              </a:path>
            </a:pathLst>
          </a:custGeom>
          <a:solidFill>
            <a:srgbClr val="EB4D3F"/>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fade">
                                      <p:cBhvr>
                                        <p:cTn id="7" dur="500"/>
                                        <p:tgtEl>
                                          <p:spTgt spid="51"/>
                                        </p:tgtEl>
                                      </p:cBhvr>
                                    </p:animEffect>
                                  </p:childTnLst>
                                </p:cTn>
                              </p:par>
                              <p:par>
                                <p:cTn id="8" presetID="10" presetClass="entr" presetSubtype="0" fill="hold" nodeType="withEffect">
                                  <p:stCondLst>
                                    <p:cond delay="0"/>
                                  </p:stCondLst>
                                  <p:childTnLst>
                                    <p:set>
                                      <p:cBhvr>
                                        <p:cTn id="9" dur="1" fill="hold">
                                          <p:stCondLst>
                                            <p:cond delay="0"/>
                                          </p:stCondLst>
                                        </p:cTn>
                                        <p:tgtEl>
                                          <p:spTgt spid="52"/>
                                        </p:tgtEl>
                                        <p:attrNameLst>
                                          <p:attrName>style.visibility</p:attrName>
                                        </p:attrNameLst>
                                      </p:cBhvr>
                                      <p:to>
                                        <p:strVal val="visible"/>
                                      </p:to>
                                    </p:set>
                                    <p:animEffect transition="in" filter="fade">
                                      <p:cBhvr>
                                        <p:cTn id="10" dur="500"/>
                                        <p:tgtEl>
                                          <p:spTgt spid="5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4"/>
                                        </p:tgtEl>
                                        <p:attrNameLst>
                                          <p:attrName>style.visibility</p:attrName>
                                        </p:attrNameLst>
                                      </p:cBhvr>
                                      <p:to>
                                        <p:strVal val="visible"/>
                                      </p:to>
                                    </p:set>
                                    <p:animEffect transition="in" filter="fade">
                                      <p:cBhvr>
                                        <p:cTn id="15" dur="500"/>
                                        <p:tgtEl>
                                          <p:spTgt spid="34"/>
                                        </p:tgtEl>
                                      </p:cBhvr>
                                    </p:animEffect>
                                  </p:childTnLst>
                                </p:cTn>
                              </p:par>
                            </p:childTnLst>
                          </p:cTn>
                        </p:par>
                        <p:par>
                          <p:cTn id="16" fill="hold">
                            <p:stCondLst>
                              <p:cond delay="500"/>
                            </p:stCondLst>
                            <p:childTnLst>
                              <p:par>
                                <p:cTn id="17" presetID="10" presetClass="entr" presetSubtype="0" fill="hold" nodeType="afterEffect">
                                  <p:stCondLst>
                                    <p:cond delay="0"/>
                                  </p:stCondLst>
                                  <p:childTnLst>
                                    <p:set>
                                      <p:cBhvr>
                                        <p:cTn id="18" dur="1" fill="hold">
                                          <p:stCondLst>
                                            <p:cond delay="0"/>
                                          </p:stCondLst>
                                        </p:cTn>
                                        <p:tgtEl>
                                          <p:spTgt spid="46"/>
                                        </p:tgtEl>
                                        <p:attrNameLst>
                                          <p:attrName>style.visibility</p:attrName>
                                        </p:attrNameLst>
                                      </p:cBhvr>
                                      <p:to>
                                        <p:strVal val="visible"/>
                                      </p:to>
                                    </p:set>
                                    <p:animEffect transition="in" filter="fade">
                                      <p:cBhvr>
                                        <p:cTn id="19" dur="500"/>
                                        <p:tgtEl>
                                          <p:spTgt spid="46"/>
                                        </p:tgtEl>
                                      </p:cBhvr>
                                    </p:animEffect>
                                  </p:childTnLst>
                                </p:cTn>
                              </p:par>
                            </p:childTnLst>
                          </p:cTn>
                        </p:par>
                        <p:par>
                          <p:cTn id="20" fill="hold">
                            <p:stCondLst>
                              <p:cond delay="1000"/>
                            </p:stCondLst>
                            <p:childTnLst>
                              <p:par>
                                <p:cTn id="21" presetID="10" presetClass="entr" presetSubtype="0" fill="hold" nodeType="afterEffect">
                                  <p:stCondLst>
                                    <p:cond delay="0"/>
                                  </p:stCondLst>
                                  <p:childTnLst>
                                    <p:set>
                                      <p:cBhvr>
                                        <p:cTn id="22" dur="1" fill="hold">
                                          <p:stCondLst>
                                            <p:cond delay="0"/>
                                          </p:stCondLst>
                                        </p:cTn>
                                        <p:tgtEl>
                                          <p:spTgt spid="36"/>
                                        </p:tgtEl>
                                        <p:attrNameLst>
                                          <p:attrName>style.visibility</p:attrName>
                                        </p:attrNameLst>
                                      </p:cBhvr>
                                      <p:to>
                                        <p:strVal val="visible"/>
                                      </p:to>
                                    </p:set>
                                    <p:animEffect transition="in" filter="fade">
                                      <p:cBhvr>
                                        <p:cTn id="23" dur="300"/>
                                        <p:tgtEl>
                                          <p:spTgt spid="36"/>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0"/>
                                        </p:tgtEl>
                                        <p:attrNameLst>
                                          <p:attrName>style.visibility</p:attrName>
                                        </p:attrNameLst>
                                      </p:cBhvr>
                                      <p:to>
                                        <p:strVal val="visible"/>
                                      </p:to>
                                    </p:set>
                                    <p:animEffect transition="in" filter="fade">
                                      <p:cBhvr>
                                        <p:cTn id="28" dur="500"/>
                                        <p:tgtEl>
                                          <p:spTgt spid="30"/>
                                        </p:tgtEl>
                                      </p:cBhvr>
                                    </p:animEffect>
                                  </p:childTnLst>
                                </p:cTn>
                              </p:par>
                            </p:childTnLst>
                          </p:cTn>
                        </p:par>
                        <p:par>
                          <p:cTn id="29" fill="hold">
                            <p:stCondLst>
                              <p:cond delay="500"/>
                            </p:stCondLst>
                            <p:childTnLst>
                              <p:par>
                                <p:cTn id="30" presetID="10" presetClass="entr" presetSubtype="0" fill="hold" nodeType="afterEffect">
                                  <p:stCondLst>
                                    <p:cond delay="0"/>
                                  </p:stCondLst>
                                  <p:childTnLst>
                                    <p:set>
                                      <p:cBhvr>
                                        <p:cTn id="31" dur="1" fill="hold">
                                          <p:stCondLst>
                                            <p:cond delay="0"/>
                                          </p:stCondLst>
                                        </p:cTn>
                                        <p:tgtEl>
                                          <p:spTgt spid="44"/>
                                        </p:tgtEl>
                                        <p:attrNameLst>
                                          <p:attrName>style.visibility</p:attrName>
                                        </p:attrNameLst>
                                      </p:cBhvr>
                                      <p:to>
                                        <p:strVal val="visible"/>
                                      </p:to>
                                    </p:set>
                                    <p:animEffect transition="in" filter="fade">
                                      <p:cBhvr>
                                        <p:cTn id="32" dur="500"/>
                                        <p:tgtEl>
                                          <p:spTgt spid="44"/>
                                        </p:tgtEl>
                                      </p:cBhvr>
                                    </p:animEffect>
                                  </p:childTnLst>
                                </p:cTn>
                              </p:par>
                            </p:childTnLst>
                          </p:cTn>
                        </p:par>
                        <p:par>
                          <p:cTn id="33" fill="hold">
                            <p:stCondLst>
                              <p:cond delay="1000"/>
                            </p:stCondLst>
                            <p:childTnLst>
                              <p:par>
                                <p:cTn id="34" presetID="10" presetClass="entr" presetSubtype="0" fill="hold" nodeType="afterEffect">
                                  <p:stCondLst>
                                    <p:cond delay="0"/>
                                  </p:stCondLst>
                                  <p:childTnLst>
                                    <p:set>
                                      <p:cBhvr>
                                        <p:cTn id="35" dur="1" fill="hold">
                                          <p:stCondLst>
                                            <p:cond delay="0"/>
                                          </p:stCondLst>
                                        </p:cTn>
                                        <p:tgtEl>
                                          <p:spTgt spid="45"/>
                                        </p:tgtEl>
                                        <p:attrNameLst>
                                          <p:attrName>style.visibility</p:attrName>
                                        </p:attrNameLst>
                                      </p:cBhvr>
                                      <p:to>
                                        <p:strVal val="visible"/>
                                      </p:to>
                                    </p:set>
                                    <p:animEffect transition="in" filter="fade">
                                      <p:cBhvr>
                                        <p:cTn id="36" dur="300"/>
                                        <p:tgtEl>
                                          <p:spTgt spid="45"/>
                                        </p:tgtEl>
                                      </p:cBhvr>
                                    </p:animEffect>
                                  </p:childTnLst>
                                </p:cTn>
                              </p:par>
                            </p:childTnLst>
                          </p:cTn>
                        </p:par>
                        <p:par>
                          <p:cTn id="37" fill="hold">
                            <p:stCondLst>
                              <p:cond delay="1300"/>
                            </p:stCondLst>
                            <p:childTnLst>
                              <p:par>
                                <p:cTn id="38" presetID="10" presetClass="entr" presetSubtype="0" fill="hold" nodeType="afterEffect">
                                  <p:stCondLst>
                                    <p:cond delay="0"/>
                                  </p:stCondLst>
                                  <p:childTnLst>
                                    <p:set>
                                      <p:cBhvr>
                                        <p:cTn id="39" dur="1" fill="hold">
                                          <p:stCondLst>
                                            <p:cond delay="0"/>
                                          </p:stCondLst>
                                        </p:cTn>
                                        <p:tgtEl>
                                          <p:spTgt spid="42"/>
                                        </p:tgtEl>
                                        <p:attrNameLst>
                                          <p:attrName>style.visibility</p:attrName>
                                        </p:attrNameLst>
                                      </p:cBhvr>
                                      <p:to>
                                        <p:strVal val="visible"/>
                                      </p:to>
                                    </p:set>
                                    <p:animEffect transition="in" filter="fade">
                                      <p:cBhvr>
                                        <p:cTn id="40" dur="300"/>
                                        <p:tgtEl>
                                          <p:spTgt spid="42"/>
                                        </p:tgtEl>
                                      </p:cBhvr>
                                    </p:animEffect>
                                  </p:childTnLst>
                                </p:cTn>
                              </p:par>
                            </p:childTnLst>
                          </p:cTn>
                        </p:par>
                        <p:par>
                          <p:cTn id="41" fill="hold">
                            <p:stCondLst>
                              <p:cond delay="1600"/>
                            </p:stCondLst>
                            <p:childTnLst>
                              <p:par>
                                <p:cTn id="42" presetID="10" presetClass="entr" presetSubtype="0" fill="hold" nodeType="afterEffect">
                                  <p:stCondLst>
                                    <p:cond delay="0"/>
                                  </p:stCondLst>
                                  <p:childTnLst>
                                    <p:set>
                                      <p:cBhvr>
                                        <p:cTn id="43" dur="1" fill="hold">
                                          <p:stCondLst>
                                            <p:cond delay="0"/>
                                          </p:stCondLst>
                                        </p:cTn>
                                        <p:tgtEl>
                                          <p:spTgt spid="43"/>
                                        </p:tgtEl>
                                        <p:attrNameLst>
                                          <p:attrName>style.visibility</p:attrName>
                                        </p:attrNameLst>
                                      </p:cBhvr>
                                      <p:to>
                                        <p:strVal val="visible"/>
                                      </p:to>
                                    </p:set>
                                    <p:animEffect transition="in" filter="fade">
                                      <p:cBhvr>
                                        <p:cTn id="44" dur="300"/>
                                        <p:tgtEl>
                                          <p:spTgt spid="43"/>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55"/>
                                        </p:tgtEl>
                                        <p:attrNameLst>
                                          <p:attrName>style.visibility</p:attrName>
                                        </p:attrNameLst>
                                      </p:cBhvr>
                                      <p:to>
                                        <p:strVal val="visible"/>
                                      </p:to>
                                    </p:set>
                                    <p:animEffect transition="in" filter="fade">
                                      <p:cBhvr>
                                        <p:cTn id="49" dur="500"/>
                                        <p:tgtEl>
                                          <p:spTgt spid="55"/>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56"/>
                                        </p:tgtEl>
                                        <p:attrNameLst>
                                          <p:attrName>style.visibility</p:attrName>
                                        </p:attrNameLst>
                                      </p:cBhvr>
                                      <p:to>
                                        <p:strVal val="visible"/>
                                      </p:to>
                                    </p:set>
                                    <p:animEffect transition="in" filter="fade">
                                      <p:cBhvr>
                                        <p:cTn id="54" dur="500"/>
                                        <p:tgtEl>
                                          <p:spTgt spid="56"/>
                                        </p:tgtEl>
                                      </p:cBhvr>
                                    </p:animEffect>
                                  </p:childTnLst>
                                </p:cTn>
                              </p:par>
                            </p:childTnLst>
                          </p:cTn>
                        </p:par>
                        <p:par>
                          <p:cTn id="55" fill="hold">
                            <p:stCondLst>
                              <p:cond delay="500"/>
                            </p:stCondLst>
                            <p:childTnLst>
                              <p:par>
                                <p:cTn id="56" presetID="2" presetClass="entr" presetSubtype="8" fill="hold" nodeType="afterEffect">
                                  <p:stCondLst>
                                    <p:cond delay="0"/>
                                  </p:stCondLst>
                                  <p:childTnLst>
                                    <p:set>
                                      <p:cBhvr>
                                        <p:cTn id="57" dur="1" fill="hold">
                                          <p:stCondLst>
                                            <p:cond delay="0"/>
                                          </p:stCondLst>
                                        </p:cTn>
                                        <p:tgtEl>
                                          <p:spTgt spid="57"/>
                                        </p:tgtEl>
                                        <p:attrNameLst>
                                          <p:attrName>style.visibility</p:attrName>
                                        </p:attrNameLst>
                                      </p:cBhvr>
                                      <p:to>
                                        <p:strVal val="visible"/>
                                      </p:to>
                                    </p:set>
                                    <p:anim calcmode="lin" valueType="num">
                                      <p:cBhvr additive="base">
                                        <p:cTn id="58" dur="300"/>
                                        <p:tgtEl>
                                          <p:spTgt spid="57"/>
                                        </p:tgtEl>
                                        <p:attrNameLst>
                                          <p:attrName>ppt_x</p:attrName>
                                        </p:attrNameLst>
                                      </p:cBhvr>
                                      <p:tavLst>
                                        <p:tav tm="0">
                                          <p:val>
                                            <p:strVal val="#ppt_x-1"/>
                                          </p:val>
                                        </p:tav>
                                        <p:tav tm="100000">
                                          <p:val>
                                            <p:strVal val="#ppt_x"/>
                                          </p:val>
                                        </p:tav>
                                      </p:tavLst>
                                    </p:anim>
                                  </p:childTnLst>
                                </p:cTn>
                              </p:par>
                            </p:childTnLst>
                          </p:cTn>
                        </p:par>
                        <p:par>
                          <p:cTn id="59" fill="hold">
                            <p:stCondLst>
                              <p:cond delay="800"/>
                            </p:stCondLst>
                            <p:childTnLst>
                              <p:par>
                                <p:cTn id="60" presetID="2" presetClass="entr" presetSubtype="8" fill="hold" nodeType="afterEffect">
                                  <p:stCondLst>
                                    <p:cond delay="0"/>
                                  </p:stCondLst>
                                  <p:childTnLst>
                                    <p:set>
                                      <p:cBhvr>
                                        <p:cTn id="61" dur="1" fill="hold">
                                          <p:stCondLst>
                                            <p:cond delay="0"/>
                                          </p:stCondLst>
                                        </p:cTn>
                                        <p:tgtEl>
                                          <p:spTgt spid="58"/>
                                        </p:tgtEl>
                                        <p:attrNameLst>
                                          <p:attrName>style.visibility</p:attrName>
                                        </p:attrNameLst>
                                      </p:cBhvr>
                                      <p:to>
                                        <p:strVal val="visible"/>
                                      </p:to>
                                    </p:set>
                                    <p:anim calcmode="lin" valueType="num">
                                      <p:cBhvr additive="base">
                                        <p:cTn id="62" dur="300"/>
                                        <p:tgtEl>
                                          <p:spTgt spid="58"/>
                                        </p:tgtEl>
                                        <p:attrNameLst>
                                          <p:attrName>ppt_x</p:attrName>
                                        </p:attrNameLst>
                                      </p:cBhvr>
                                      <p:tavLst>
                                        <p:tav tm="0">
                                          <p:val>
                                            <p:strVal val="#ppt_x-1"/>
                                          </p:val>
                                        </p:tav>
                                        <p:tav tm="100000">
                                          <p:val>
                                            <p:strVal val="#ppt_x"/>
                                          </p:val>
                                        </p:tav>
                                      </p:tavLst>
                                    </p:anim>
                                  </p:childTnLst>
                                </p:cTn>
                              </p:par>
                            </p:childTnLst>
                          </p:cTn>
                        </p:par>
                        <p:par>
                          <p:cTn id="63" fill="hold">
                            <p:stCondLst>
                              <p:cond delay="1100"/>
                            </p:stCondLst>
                            <p:childTnLst>
                              <p:par>
                                <p:cTn id="64" presetID="10" presetClass="entr" presetSubtype="0" fill="hold" nodeType="afterEffect">
                                  <p:stCondLst>
                                    <p:cond delay="0"/>
                                  </p:stCondLst>
                                  <p:childTnLst>
                                    <p:set>
                                      <p:cBhvr>
                                        <p:cTn id="65" dur="1" fill="hold">
                                          <p:stCondLst>
                                            <p:cond delay="0"/>
                                          </p:stCondLst>
                                        </p:cTn>
                                        <p:tgtEl>
                                          <p:spTgt spid="59"/>
                                        </p:tgtEl>
                                        <p:attrNameLst>
                                          <p:attrName>style.visibility</p:attrName>
                                        </p:attrNameLst>
                                      </p:cBhvr>
                                      <p:to>
                                        <p:strVal val="visible"/>
                                      </p:to>
                                    </p:set>
                                    <p:animEffect transition="in" filter="fade">
                                      <p:cBhvr>
                                        <p:cTn id="66" dur="500"/>
                                        <p:tgtEl>
                                          <p:spTgt spid="59"/>
                                        </p:tgtEl>
                                      </p:cBhvr>
                                    </p:animEffect>
                                  </p:childTnLst>
                                </p:cTn>
                              </p:par>
                            </p:childTnLst>
                          </p:cTn>
                        </p:par>
                        <p:par>
                          <p:cTn id="67" fill="hold">
                            <p:stCondLst>
                              <p:cond delay="1600"/>
                            </p:stCondLst>
                            <p:childTnLst>
                              <p:par>
                                <p:cTn id="68" presetID="10" presetClass="entr" presetSubtype="0" fill="hold" nodeType="afterEffect">
                                  <p:stCondLst>
                                    <p:cond delay="0"/>
                                  </p:stCondLst>
                                  <p:childTnLst>
                                    <p:set>
                                      <p:cBhvr>
                                        <p:cTn id="69" dur="1" fill="hold">
                                          <p:stCondLst>
                                            <p:cond delay="0"/>
                                          </p:stCondLst>
                                        </p:cTn>
                                        <p:tgtEl>
                                          <p:spTgt spid="60"/>
                                        </p:tgtEl>
                                        <p:attrNameLst>
                                          <p:attrName>style.visibility</p:attrName>
                                        </p:attrNameLst>
                                      </p:cBhvr>
                                      <p:to>
                                        <p:strVal val="visible"/>
                                      </p:to>
                                    </p:set>
                                    <p:animEffect transition="in" filter="fade">
                                      <p:cBhvr>
                                        <p:cTn id="70" dur="500"/>
                                        <p:tgtEl>
                                          <p:spTgt spid="60"/>
                                        </p:tgtEl>
                                      </p:cBhvr>
                                    </p:animEffect>
                                  </p:childTnLst>
                                </p:cTn>
                              </p:par>
                            </p:childTnLst>
                          </p:cTn>
                        </p:par>
                        <p:par>
                          <p:cTn id="71" fill="hold">
                            <p:stCondLst>
                              <p:cond delay="2100"/>
                            </p:stCondLst>
                            <p:childTnLst>
                              <p:par>
                                <p:cTn id="72" presetID="23" presetClass="entr" presetSubtype="16" fill="hold" nodeType="afterEffect">
                                  <p:stCondLst>
                                    <p:cond delay="0"/>
                                  </p:stCondLst>
                                  <p:childTnLst>
                                    <p:set>
                                      <p:cBhvr>
                                        <p:cTn id="73" dur="1" fill="hold">
                                          <p:stCondLst>
                                            <p:cond delay="0"/>
                                          </p:stCondLst>
                                        </p:cTn>
                                        <p:tgtEl>
                                          <p:spTgt spid="61"/>
                                        </p:tgtEl>
                                        <p:attrNameLst>
                                          <p:attrName>style.visibility</p:attrName>
                                        </p:attrNameLst>
                                      </p:cBhvr>
                                      <p:to>
                                        <p:strVal val="visible"/>
                                      </p:to>
                                    </p:set>
                                    <p:anim calcmode="lin" valueType="num">
                                      <p:cBhvr additive="base">
                                        <p:cTn id="74" dur="500"/>
                                        <p:tgtEl>
                                          <p:spTgt spid="61"/>
                                        </p:tgtEl>
                                        <p:attrNameLst>
                                          <p:attrName>ppt_w</p:attrName>
                                        </p:attrNameLst>
                                      </p:cBhvr>
                                      <p:tavLst>
                                        <p:tav tm="0">
                                          <p:val>
                                            <p:strVal val="0"/>
                                          </p:val>
                                        </p:tav>
                                        <p:tav tm="100000">
                                          <p:val>
                                            <p:strVal val="#ppt_w"/>
                                          </p:val>
                                        </p:tav>
                                      </p:tavLst>
                                    </p:anim>
                                    <p:anim calcmode="lin" valueType="num">
                                      <p:cBhvr additive="base">
                                        <p:cTn id="75" dur="500"/>
                                        <p:tgtEl>
                                          <p:spTgt spid="61"/>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
        <p:cNvGrpSpPr/>
        <p:nvPr/>
      </p:nvGrpSpPr>
      <p:grpSpPr>
        <a:xfrm>
          <a:off x="0" y="0"/>
          <a:ext cx="0" cy="0"/>
          <a:chOff x="0" y="0"/>
          <a:chExt cx="0" cy="0"/>
        </a:xfrm>
      </p:grpSpPr>
      <p:sp>
        <p:nvSpPr>
          <p:cNvPr id="22" name="Google Shape;22;p6"/>
          <p:cNvSpPr/>
          <p:nvPr/>
        </p:nvSpPr>
        <p:spPr>
          <a:xfrm rot="2666803">
            <a:off x="2138708" y="1216670"/>
            <a:ext cx="2362010" cy="2362010"/>
          </a:xfrm>
          <a:prstGeom prst="roundRect">
            <a:avLst>
              <a:gd name="adj" fmla="val 25358"/>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3" name="Google Shape;23;p6"/>
          <p:cNvSpPr/>
          <p:nvPr/>
        </p:nvSpPr>
        <p:spPr>
          <a:xfrm rot="2666803">
            <a:off x="2177164" y="1261588"/>
            <a:ext cx="2295902" cy="2295902"/>
          </a:xfrm>
          <a:prstGeom prst="roundRect">
            <a:avLst>
              <a:gd name="adj" fmla="val 25358"/>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b="0" i="0" u="none" strike="noStrike" cap="none">
              <a:solidFill>
                <a:schemeClr val="lt1"/>
              </a:solidFill>
              <a:latin typeface="Calibri"/>
              <a:ea typeface="Calibri"/>
              <a:cs typeface="Calibri"/>
              <a:sym typeface="Calibri"/>
            </a:endParaRPr>
          </a:p>
        </p:txBody>
      </p:sp>
      <p:sp>
        <p:nvSpPr>
          <p:cNvPr id="24" name="Google Shape;24;p6"/>
          <p:cNvSpPr/>
          <p:nvPr/>
        </p:nvSpPr>
        <p:spPr>
          <a:xfrm>
            <a:off x="2232872" y="3004396"/>
            <a:ext cx="720223" cy="590898"/>
          </a:xfrm>
          <a:custGeom>
            <a:avLst/>
            <a:gdLst/>
            <a:ahLst/>
            <a:cxnLst/>
            <a:rect l="l" t="t" r="r" b="b"/>
            <a:pathLst>
              <a:path w="720223" h="590898" extrusionOk="0">
                <a:moveTo>
                  <a:pt x="0" y="0"/>
                </a:moveTo>
                <a:cubicBezTo>
                  <a:pt x="74221" y="294904"/>
                  <a:pt x="206829" y="484909"/>
                  <a:pt x="356260" y="558140"/>
                </a:cubicBezTo>
                <a:cubicBezTo>
                  <a:pt x="476297" y="644150"/>
                  <a:pt x="630168" y="535854"/>
                  <a:pt x="720223" y="516062"/>
                </a:cubicBezTo>
              </a:path>
            </a:pathLst>
          </a:custGeom>
          <a:noFill/>
          <a:ln w="38100" cap="rnd" cmpd="sng">
            <a:solidFill>
              <a:srgbClr val="A7591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5" name="Google Shape;25;p6"/>
          <p:cNvSpPr/>
          <p:nvPr/>
        </p:nvSpPr>
        <p:spPr>
          <a:xfrm>
            <a:off x="2136220" y="1153429"/>
            <a:ext cx="1852778" cy="740453"/>
          </a:xfrm>
          <a:custGeom>
            <a:avLst/>
            <a:gdLst/>
            <a:ahLst/>
            <a:cxnLst/>
            <a:rect l="l" t="t" r="r" b="b"/>
            <a:pathLst>
              <a:path w="1852778" h="740453" extrusionOk="0">
                <a:moveTo>
                  <a:pt x="1626182" y="8225"/>
                </a:moveTo>
                <a:cubicBezTo>
                  <a:pt x="1835485" y="-10578"/>
                  <a:pt x="1916138" y="308"/>
                  <a:pt x="1798374" y="67601"/>
                </a:cubicBezTo>
                <a:cubicBezTo>
                  <a:pt x="1680610" y="134894"/>
                  <a:pt x="1201639" y="332817"/>
                  <a:pt x="919600" y="411986"/>
                </a:cubicBezTo>
                <a:cubicBezTo>
                  <a:pt x="637561" y="491155"/>
                  <a:pt x="236611" y="462471"/>
                  <a:pt x="106139" y="542615"/>
                </a:cubicBezTo>
                <a:cubicBezTo>
                  <a:pt x="-24333" y="622759"/>
                  <a:pt x="1273" y="721032"/>
                  <a:pt x="3417" y="740453"/>
                </a:cubicBezTo>
              </a:path>
            </a:pathLst>
          </a:custGeom>
          <a:noFill/>
          <a:ln w="38100" cap="rnd" cmpd="sng">
            <a:solidFill>
              <a:srgbClr val="A7591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6" name="Google Shape;26;p6"/>
          <p:cNvSpPr/>
          <p:nvPr/>
        </p:nvSpPr>
        <p:spPr>
          <a:xfrm>
            <a:off x="2232872" y="1149033"/>
            <a:ext cx="878136" cy="878136"/>
          </a:xfrm>
          <a:prstGeom prst="ellipse">
            <a:avLst/>
          </a:prstGeom>
          <a:gradFill>
            <a:gsLst>
              <a:gs pos="0">
                <a:srgbClr val="F98223"/>
              </a:gs>
              <a:gs pos="35000">
                <a:srgbClr val="F98223"/>
              </a:gs>
              <a:gs pos="100000">
                <a:srgbClr val="B15F13"/>
              </a:gs>
            </a:gsLst>
            <a:path path="circle">
              <a:fillToRect r="100000" b="100000"/>
            </a:path>
            <a:tileRect l="-100000" t="-100000"/>
          </a:gradFill>
          <a:ln>
            <a:noFill/>
          </a:ln>
          <a:effectLst>
            <a:outerShdw blurRad="190500" dist="177800" dir="2640000" sx="97000" sy="97000" algn="tl" rotWithShape="0">
              <a:srgbClr val="000000">
                <a:alpha val="37647"/>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7" name="Google Shape;27;p6"/>
          <p:cNvSpPr/>
          <p:nvPr/>
        </p:nvSpPr>
        <p:spPr>
          <a:xfrm>
            <a:off x="2853271" y="3260594"/>
            <a:ext cx="328762" cy="328762"/>
          </a:xfrm>
          <a:prstGeom prst="ellipse">
            <a:avLst/>
          </a:prstGeom>
          <a:gradFill>
            <a:gsLst>
              <a:gs pos="0">
                <a:srgbClr val="F98223"/>
              </a:gs>
              <a:gs pos="35000">
                <a:srgbClr val="F98223"/>
              </a:gs>
              <a:gs pos="100000">
                <a:srgbClr val="B15F13"/>
              </a:gs>
            </a:gsLst>
            <a:path path="circle">
              <a:fillToRect r="100000" b="100000"/>
            </a:path>
            <a:tileRect l="-100000" t="-100000"/>
          </a:gradFill>
          <a:ln>
            <a:noFill/>
          </a:ln>
          <a:effectLst>
            <a:outerShdw blurRad="190500" dist="177800" dir="2640000" sx="97000" sy="97000" algn="tl" rotWithShape="0">
              <a:srgbClr val="000000">
                <a:alpha val="37647"/>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8" name="Google Shape;28;p6"/>
          <p:cNvSpPr/>
          <p:nvPr/>
        </p:nvSpPr>
        <p:spPr>
          <a:xfrm>
            <a:off x="2315036" y="1131009"/>
            <a:ext cx="742135" cy="914183"/>
          </a:xfrm>
          <a:prstGeom prst="rect">
            <a:avLst/>
          </a:prstGeom>
          <a:noFill/>
          <a:ln>
            <a:noFill/>
          </a:ln>
        </p:spPr>
        <p:txBody>
          <a:bodyPr spcFirstLastPara="1" wrap="square" lIns="82375" tIns="41175" rIns="82375" bIns="41175" anchor="t" anchorCtr="0">
            <a:noAutofit/>
          </a:bodyPr>
          <a:lstStyle/>
          <a:p>
            <a:pPr marL="0" marR="0" lvl="0" indent="0" algn="ctr" rtl="0">
              <a:spcBef>
                <a:spcPts val="0"/>
              </a:spcBef>
              <a:spcAft>
                <a:spcPts val="0"/>
              </a:spcAft>
              <a:buNone/>
            </a:pPr>
            <a:endParaRPr dirty="0"/>
          </a:p>
        </p:txBody>
      </p:sp>
      <p:pic>
        <p:nvPicPr>
          <p:cNvPr id="29" name="Google Shape;29;p6"/>
          <p:cNvPicPr preferRelativeResize="0"/>
          <p:nvPr/>
        </p:nvPicPr>
        <p:blipFill rotWithShape="1">
          <a:blip r:embed="rId3">
            <a:alphaModFix/>
          </a:blip>
          <a:srcRect/>
          <a:stretch/>
        </p:blipFill>
        <p:spPr>
          <a:xfrm>
            <a:off x="4182702" y="2045192"/>
            <a:ext cx="541190" cy="541190"/>
          </a:xfrm>
          <a:prstGeom prst="rect">
            <a:avLst/>
          </a:prstGeom>
          <a:noFill/>
          <a:ln>
            <a:noFill/>
          </a:ln>
        </p:spPr>
      </p:pic>
      <p:sp>
        <p:nvSpPr>
          <p:cNvPr id="30" name="Google Shape;30;p6"/>
          <p:cNvSpPr/>
          <p:nvPr/>
        </p:nvSpPr>
        <p:spPr>
          <a:xfrm>
            <a:off x="1264209" y="2045193"/>
            <a:ext cx="2903657" cy="1016900"/>
          </a:xfrm>
          <a:prstGeom prst="rect">
            <a:avLst/>
          </a:prstGeom>
          <a:noFill/>
          <a:ln>
            <a:noFill/>
          </a:ln>
        </p:spPr>
        <p:txBody>
          <a:bodyPr spcFirstLastPara="1" wrap="square" lIns="82375" tIns="41175" rIns="82375" bIns="41175" anchor="t" anchorCtr="0">
            <a:noAutofit/>
          </a:bodyPr>
          <a:lstStyle/>
          <a:p>
            <a:pPr lvl="0" algn="ctr"/>
            <a:r>
              <a:rPr lang="en-US" sz="2800" b="1" dirty="0">
                <a:solidFill>
                  <a:srgbClr val="262626"/>
                </a:solidFill>
                <a:latin typeface="Tahoma" panose="020B0604030504040204" pitchFamily="34" charset="0"/>
                <a:ea typeface="Tahoma" panose="020B0604030504040204" pitchFamily="34" charset="0"/>
                <a:cs typeface="Tahoma" panose="020B0604030504040204" pitchFamily="34" charset="0"/>
                <a:sym typeface="Calibri"/>
              </a:rPr>
              <a:t>PENDAFTARAN RAHSIA</a:t>
            </a:r>
            <a:endParaRPr lang="en-US" sz="2800" b="1" dirty="0">
              <a:latin typeface="Tahoma" panose="020B0604030504040204" pitchFamily="34" charset="0"/>
              <a:ea typeface="Tahoma" panose="020B0604030504040204" pitchFamily="34" charset="0"/>
              <a:cs typeface="Tahoma" panose="020B0604030504040204" pitchFamily="34" charset="0"/>
            </a:endParaRPr>
          </a:p>
        </p:txBody>
      </p:sp>
      <p:sp>
        <p:nvSpPr>
          <p:cNvPr id="32" name="Google Shape;32;p6"/>
          <p:cNvSpPr/>
          <p:nvPr/>
        </p:nvSpPr>
        <p:spPr>
          <a:xfrm>
            <a:off x="2949920" y="3345940"/>
            <a:ext cx="142504" cy="142504"/>
          </a:xfrm>
          <a:prstGeom prst="star5">
            <a:avLst>
              <a:gd name="adj" fmla="val 30404"/>
              <a:gd name="hf" fmla="val 105146"/>
              <a:gd name="vf" fmla="val 11055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44" name="Google Shape;44;p6"/>
          <p:cNvSpPr/>
          <p:nvPr/>
        </p:nvSpPr>
        <p:spPr>
          <a:xfrm rot="2666803">
            <a:off x="5423435" y="331207"/>
            <a:ext cx="2362010" cy="2362010"/>
          </a:xfrm>
          <a:prstGeom prst="roundRect">
            <a:avLst>
              <a:gd name="adj" fmla="val 25358"/>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45" name="Google Shape;45;p6"/>
          <p:cNvSpPr/>
          <p:nvPr/>
        </p:nvSpPr>
        <p:spPr>
          <a:xfrm rot="2666803">
            <a:off x="5459881" y="277760"/>
            <a:ext cx="2295902" cy="2295902"/>
          </a:xfrm>
          <a:prstGeom prst="roundRect">
            <a:avLst>
              <a:gd name="adj" fmla="val 25358"/>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lt1"/>
              </a:solidFill>
              <a:latin typeface="Calibri"/>
              <a:ea typeface="Calibri"/>
              <a:cs typeface="Calibri"/>
              <a:sym typeface="Calibri"/>
            </a:endParaRPr>
          </a:p>
        </p:txBody>
      </p:sp>
      <p:sp>
        <p:nvSpPr>
          <p:cNvPr id="46" name="Google Shape;46;p6"/>
          <p:cNvSpPr/>
          <p:nvPr/>
        </p:nvSpPr>
        <p:spPr>
          <a:xfrm>
            <a:off x="5517599" y="2118933"/>
            <a:ext cx="720223" cy="590898"/>
          </a:xfrm>
          <a:custGeom>
            <a:avLst/>
            <a:gdLst/>
            <a:ahLst/>
            <a:cxnLst/>
            <a:rect l="l" t="t" r="r" b="b"/>
            <a:pathLst>
              <a:path w="720223" h="590898" extrusionOk="0">
                <a:moveTo>
                  <a:pt x="0" y="0"/>
                </a:moveTo>
                <a:cubicBezTo>
                  <a:pt x="74221" y="294904"/>
                  <a:pt x="206829" y="484909"/>
                  <a:pt x="356260" y="558140"/>
                </a:cubicBezTo>
                <a:cubicBezTo>
                  <a:pt x="476297" y="644150"/>
                  <a:pt x="630168" y="535854"/>
                  <a:pt x="720223" y="516062"/>
                </a:cubicBezTo>
              </a:path>
            </a:pathLst>
          </a:custGeom>
          <a:noFill/>
          <a:ln w="38100" cap="rnd" cmpd="sng">
            <a:solidFill>
              <a:srgbClr val="01D4A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47" name="Google Shape;47;p6"/>
          <p:cNvSpPr/>
          <p:nvPr/>
        </p:nvSpPr>
        <p:spPr>
          <a:xfrm>
            <a:off x="5420947" y="267966"/>
            <a:ext cx="1852778" cy="740453"/>
          </a:xfrm>
          <a:custGeom>
            <a:avLst/>
            <a:gdLst/>
            <a:ahLst/>
            <a:cxnLst/>
            <a:rect l="l" t="t" r="r" b="b"/>
            <a:pathLst>
              <a:path w="1852778" h="740453" extrusionOk="0">
                <a:moveTo>
                  <a:pt x="1626182" y="8225"/>
                </a:moveTo>
                <a:cubicBezTo>
                  <a:pt x="1835485" y="-10578"/>
                  <a:pt x="1916138" y="308"/>
                  <a:pt x="1798374" y="67601"/>
                </a:cubicBezTo>
                <a:cubicBezTo>
                  <a:pt x="1680610" y="134894"/>
                  <a:pt x="1201639" y="332817"/>
                  <a:pt x="919600" y="411986"/>
                </a:cubicBezTo>
                <a:cubicBezTo>
                  <a:pt x="637561" y="491155"/>
                  <a:pt x="236611" y="462471"/>
                  <a:pt x="106139" y="542615"/>
                </a:cubicBezTo>
                <a:cubicBezTo>
                  <a:pt x="-24333" y="622759"/>
                  <a:pt x="1273" y="721032"/>
                  <a:pt x="3417" y="740453"/>
                </a:cubicBezTo>
              </a:path>
            </a:pathLst>
          </a:custGeom>
          <a:noFill/>
          <a:ln w="38100" cap="rnd" cmpd="sng">
            <a:solidFill>
              <a:srgbClr val="01D4A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48" name="Google Shape;48;p6"/>
          <p:cNvSpPr/>
          <p:nvPr/>
        </p:nvSpPr>
        <p:spPr>
          <a:xfrm>
            <a:off x="5315972" y="195005"/>
            <a:ext cx="878136" cy="878136"/>
          </a:xfrm>
          <a:prstGeom prst="ellipse">
            <a:avLst/>
          </a:prstGeom>
          <a:gradFill>
            <a:gsLst>
              <a:gs pos="0">
                <a:srgbClr val="147FCD"/>
              </a:gs>
              <a:gs pos="35000">
                <a:srgbClr val="147FCD"/>
              </a:gs>
              <a:gs pos="100000">
                <a:srgbClr val="01D4A2"/>
              </a:gs>
            </a:gsLst>
            <a:path path="circle">
              <a:fillToRect r="100000" b="100000"/>
            </a:path>
            <a:tileRect l="-100000" t="-100000"/>
          </a:gradFill>
          <a:ln>
            <a:noFill/>
          </a:ln>
          <a:effectLst>
            <a:outerShdw blurRad="190500" dist="177800" dir="2640000" sx="97000" sy="97000" algn="tl" rotWithShape="0">
              <a:srgbClr val="000000">
                <a:alpha val="37647"/>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49" name="Google Shape;49;p6"/>
          <p:cNvSpPr/>
          <p:nvPr/>
        </p:nvSpPr>
        <p:spPr>
          <a:xfrm>
            <a:off x="6137998" y="2375131"/>
            <a:ext cx="328762" cy="328762"/>
          </a:xfrm>
          <a:prstGeom prst="ellipse">
            <a:avLst/>
          </a:prstGeom>
          <a:gradFill>
            <a:gsLst>
              <a:gs pos="0">
                <a:srgbClr val="147FCD"/>
              </a:gs>
              <a:gs pos="35000">
                <a:srgbClr val="147FCD"/>
              </a:gs>
              <a:gs pos="100000">
                <a:srgbClr val="01D4A2"/>
              </a:gs>
            </a:gsLst>
            <a:path path="circle">
              <a:fillToRect r="100000" b="100000"/>
            </a:path>
            <a:tileRect l="-100000" t="-100000"/>
          </a:gradFill>
          <a:ln>
            <a:noFill/>
          </a:ln>
          <a:effectLst>
            <a:outerShdw blurRad="190500" dist="177800" dir="2640000" sx="97000" sy="97000" algn="tl" rotWithShape="0">
              <a:srgbClr val="000000">
                <a:alpha val="37647"/>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50" name="Google Shape;50;p6"/>
          <p:cNvSpPr/>
          <p:nvPr/>
        </p:nvSpPr>
        <p:spPr>
          <a:xfrm>
            <a:off x="5599763" y="245546"/>
            <a:ext cx="742135" cy="914183"/>
          </a:xfrm>
          <a:prstGeom prst="rect">
            <a:avLst/>
          </a:prstGeom>
          <a:noFill/>
          <a:ln>
            <a:noFill/>
          </a:ln>
        </p:spPr>
        <p:txBody>
          <a:bodyPr spcFirstLastPara="1" wrap="square" lIns="82375" tIns="41175" rIns="82375" bIns="41175" anchor="t" anchorCtr="0">
            <a:noAutofit/>
          </a:bodyPr>
          <a:lstStyle/>
          <a:p>
            <a:pPr marL="0" marR="0" lvl="0" indent="0" algn="ctr" rtl="0">
              <a:spcBef>
                <a:spcPts val="0"/>
              </a:spcBef>
              <a:spcAft>
                <a:spcPts val="0"/>
              </a:spcAft>
              <a:buNone/>
            </a:pPr>
            <a:endParaRPr dirty="0"/>
          </a:p>
        </p:txBody>
      </p:sp>
      <p:pic>
        <p:nvPicPr>
          <p:cNvPr id="51" name="Google Shape;51;p6"/>
          <p:cNvPicPr preferRelativeResize="0"/>
          <p:nvPr/>
        </p:nvPicPr>
        <p:blipFill rotWithShape="1">
          <a:blip r:embed="rId4">
            <a:alphaModFix/>
          </a:blip>
          <a:srcRect/>
          <a:stretch/>
        </p:blipFill>
        <p:spPr>
          <a:xfrm>
            <a:off x="7198448" y="306423"/>
            <a:ext cx="541190" cy="541190"/>
          </a:xfrm>
          <a:prstGeom prst="rect">
            <a:avLst/>
          </a:prstGeom>
          <a:noFill/>
          <a:ln>
            <a:noFill/>
          </a:ln>
        </p:spPr>
      </p:pic>
      <p:sp>
        <p:nvSpPr>
          <p:cNvPr id="52" name="Google Shape;52;p6"/>
          <p:cNvSpPr/>
          <p:nvPr/>
        </p:nvSpPr>
        <p:spPr>
          <a:xfrm>
            <a:off x="5086481" y="701452"/>
            <a:ext cx="6779704" cy="1953765"/>
          </a:xfrm>
          <a:prstGeom prst="rect">
            <a:avLst/>
          </a:prstGeom>
          <a:noFill/>
          <a:ln>
            <a:noFill/>
          </a:ln>
        </p:spPr>
        <p:txBody>
          <a:bodyPr spcFirstLastPara="1" wrap="square" lIns="82375" tIns="41175" rIns="82375" bIns="41175" anchor="t" anchorCtr="0">
            <a:noAutofit/>
          </a:bodyPr>
          <a:lstStyle/>
          <a:p>
            <a:pPr algn="ctr"/>
            <a:r>
              <a:rPr lang="ms-MY" sz="2400" dirty="0">
                <a:latin typeface="Tahoma" panose="020B0604030504040204" pitchFamily="34" charset="0"/>
                <a:ea typeface="Tahoma" panose="020B0604030504040204" pitchFamily="34" charset="0"/>
                <a:cs typeface="Tahoma" panose="020B0604030504040204" pitchFamily="34" charset="0"/>
              </a:rPr>
              <a:t>Rahsia rasmi hendaklah diuruskan dengan mewujudkan satu sistem bagi </a:t>
            </a:r>
            <a:r>
              <a:rPr lang="ms-MY" sz="2400" b="1" dirty="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menerima, memproses, menyimpan dan menghantar </a:t>
            </a:r>
            <a:r>
              <a:rPr lang="ms-MY" sz="2400" dirty="0">
                <a:latin typeface="Tahoma" panose="020B0604030504040204" pitchFamily="34" charset="0"/>
                <a:ea typeface="Tahoma" panose="020B0604030504040204" pitchFamily="34" charset="0"/>
                <a:cs typeface="Tahoma" panose="020B0604030504040204" pitchFamily="34" charset="0"/>
              </a:rPr>
              <a:t>rahsia rasmi tersebut secara berasingan daripada dokumen bukan rahsia rasmi. </a:t>
            </a:r>
          </a:p>
          <a:p>
            <a:pPr marL="0" marR="0" lvl="0" indent="0" algn="ctr" rtl="0">
              <a:spcBef>
                <a:spcPts val="0"/>
              </a:spcBef>
              <a:spcAft>
                <a:spcPts val="0"/>
              </a:spcAft>
              <a:buNone/>
            </a:pPr>
            <a:endParaRPr dirty="0"/>
          </a:p>
        </p:txBody>
      </p:sp>
      <p:sp>
        <p:nvSpPr>
          <p:cNvPr id="54" name="Google Shape;54;p6"/>
          <p:cNvSpPr/>
          <p:nvPr/>
        </p:nvSpPr>
        <p:spPr>
          <a:xfrm>
            <a:off x="6234647" y="2460477"/>
            <a:ext cx="142504" cy="142504"/>
          </a:xfrm>
          <a:prstGeom prst="star5">
            <a:avLst>
              <a:gd name="adj" fmla="val 30404"/>
              <a:gd name="hf" fmla="val 105146"/>
              <a:gd name="vf" fmla="val 11055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55" name="Google Shape;55;p6"/>
          <p:cNvSpPr/>
          <p:nvPr/>
        </p:nvSpPr>
        <p:spPr>
          <a:xfrm rot="2666803">
            <a:off x="6450814" y="3121689"/>
            <a:ext cx="2362010" cy="2362010"/>
          </a:xfrm>
          <a:prstGeom prst="roundRect">
            <a:avLst>
              <a:gd name="adj" fmla="val 25358"/>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56" name="Google Shape;56;p6"/>
          <p:cNvSpPr/>
          <p:nvPr/>
        </p:nvSpPr>
        <p:spPr>
          <a:xfrm rot="2666803">
            <a:off x="6433958" y="3201485"/>
            <a:ext cx="2295902" cy="2295902"/>
          </a:xfrm>
          <a:prstGeom prst="roundRect">
            <a:avLst>
              <a:gd name="adj" fmla="val 25358"/>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57" name="Google Shape;57;p6"/>
          <p:cNvSpPr/>
          <p:nvPr/>
        </p:nvSpPr>
        <p:spPr>
          <a:xfrm>
            <a:off x="6748820" y="5157239"/>
            <a:ext cx="720223" cy="590898"/>
          </a:xfrm>
          <a:custGeom>
            <a:avLst/>
            <a:gdLst/>
            <a:ahLst/>
            <a:cxnLst/>
            <a:rect l="l" t="t" r="r" b="b"/>
            <a:pathLst>
              <a:path w="720223" h="590898" extrusionOk="0">
                <a:moveTo>
                  <a:pt x="0" y="0"/>
                </a:moveTo>
                <a:cubicBezTo>
                  <a:pt x="74221" y="294904"/>
                  <a:pt x="206829" y="484909"/>
                  <a:pt x="356260" y="558140"/>
                </a:cubicBezTo>
                <a:cubicBezTo>
                  <a:pt x="476297" y="644150"/>
                  <a:pt x="630168" y="535854"/>
                  <a:pt x="720223" y="516062"/>
                </a:cubicBezTo>
              </a:path>
            </a:pathLst>
          </a:custGeom>
          <a:noFill/>
          <a:ln w="38100" cap="rnd" cmpd="sng">
            <a:solidFill>
              <a:srgbClr val="8D155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58" name="Google Shape;58;p6"/>
          <p:cNvSpPr/>
          <p:nvPr/>
        </p:nvSpPr>
        <p:spPr>
          <a:xfrm>
            <a:off x="6474442" y="3137672"/>
            <a:ext cx="1852778" cy="740453"/>
          </a:xfrm>
          <a:custGeom>
            <a:avLst/>
            <a:gdLst/>
            <a:ahLst/>
            <a:cxnLst/>
            <a:rect l="l" t="t" r="r" b="b"/>
            <a:pathLst>
              <a:path w="1852778" h="740453" extrusionOk="0">
                <a:moveTo>
                  <a:pt x="1626182" y="8225"/>
                </a:moveTo>
                <a:cubicBezTo>
                  <a:pt x="1835485" y="-10578"/>
                  <a:pt x="1916138" y="308"/>
                  <a:pt x="1798374" y="67601"/>
                </a:cubicBezTo>
                <a:cubicBezTo>
                  <a:pt x="1680610" y="134894"/>
                  <a:pt x="1201639" y="332817"/>
                  <a:pt x="919600" y="411986"/>
                </a:cubicBezTo>
                <a:cubicBezTo>
                  <a:pt x="637561" y="491155"/>
                  <a:pt x="236611" y="462471"/>
                  <a:pt x="106139" y="542615"/>
                </a:cubicBezTo>
                <a:cubicBezTo>
                  <a:pt x="-24333" y="622759"/>
                  <a:pt x="1273" y="721032"/>
                  <a:pt x="3417" y="740453"/>
                </a:cubicBezTo>
              </a:path>
            </a:pathLst>
          </a:custGeom>
          <a:noFill/>
          <a:ln w="38100" cap="rnd" cmpd="sng">
            <a:solidFill>
              <a:srgbClr val="8D155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59" name="Google Shape;59;p6"/>
          <p:cNvSpPr/>
          <p:nvPr/>
        </p:nvSpPr>
        <p:spPr>
          <a:xfrm>
            <a:off x="6442649" y="3049145"/>
            <a:ext cx="878136" cy="878136"/>
          </a:xfrm>
          <a:prstGeom prst="ellipse">
            <a:avLst/>
          </a:prstGeom>
          <a:gradFill>
            <a:gsLst>
              <a:gs pos="0">
                <a:srgbClr val="C53617"/>
              </a:gs>
              <a:gs pos="35000">
                <a:srgbClr val="C53617"/>
              </a:gs>
              <a:gs pos="100000">
                <a:srgbClr val="8D155D"/>
              </a:gs>
            </a:gsLst>
            <a:path path="circle">
              <a:fillToRect r="100000" b="100000"/>
            </a:path>
            <a:tileRect l="-100000" t="-100000"/>
          </a:gradFill>
          <a:ln>
            <a:noFill/>
          </a:ln>
          <a:effectLst>
            <a:outerShdw blurRad="190500" dist="177800" dir="2640000" sx="97000" sy="97000" algn="tl" rotWithShape="0">
              <a:srgbClr val="000000">
                <a:alpha val="37647"/>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60" name="Google Shape;60;p6"/>
          <p:cNvSpPr/>
          <p:nvPr/>
        </p:nvSpPr>
        <p:spPr>
          <a:xfrm>
            <a:off x="7473670" y="5385338"/>
            <a:ext cx="328762" cy="328762"/>
          </a:xfrm>
          <a:prstGeom prst="ellipse">
            <a:avLst/>
          </a:prstGeom>
          <a:gradFill>
            <a:gsLst>
              <a:gs pos="0">
                <a:srgbClr val="C53617"/>
              </a:gs>
              <a:gs pos="35000">
                <a:srgbClr val="C53617"/>
              </a:gs>
              <a:gs pos="100000">
                <a:srgbClr val="8D155D"/>
              </a:gs>
            </a:gsLst>
            <a:path path="circle">
              <a:fillToRect r="100000" b="100000"/>
            </a:path>
            <a:tileRect l="-100000" t="-100000"/>
          </a:gradFill>
          <a:ln>
            <a:noFill/>
          </a:ln>
          <a:effectLst>
            <a:outerShdw blurRad="190500" dist="177800" dir="2640000" sx="97000" sy="97000" algn="tl" rotWithShape="0">
              <a:srgbClr val="000000">
                <a:alpha val="37647"/>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61" name="Google Shape;61;p6"/>
          <p:cNvSpPr/>
          <p:nvPr/>
        </p:nvSpPr>
        <p:spPr>
          <a:xfrm>
            <a:off x="7517586" y="2968708"/>
            <a:ext cx="742135" cy="914183"/>
          </a:xfrm>
          <a:prstGeom prst="rect">
            <a:avLst/>
          </a:prstGeom>
          <a:noFill/>
          <a:ln>
            <a:noFill/>
          </a:ln>
        </p:spPr>
        <p:txBody>
          <a:bodyPr spcFirstLastPara="1" wrap="square" lIns="82375" tIns="41175" rIns="82375" bIns="41175" anchor="t" anchorCtr="0">
            <a:noAutofit/>
          </a:bodyPr>
          <a:lstStyle/>
          <a:p>
            <a:pPr marL="0" marR="0" lvl="0" indent="0" algn="ctr" rtl="0">
              <a:spcBef>
                <a:spcPts val="0"/>
              </a:spcBef>
              <a:spcAft>
                <a:spcPts val="0"/>
              </a:spcAft>
              <a:buNone/>
            </a:pPr>
            <a:endParaRPr dirty="0"/>
          </a:p>
        </p:txBody>
      </p:sp>
      <p:pic>
        <p:nvPicPr>
          <p:cNvPr id="62" name="Google Shape;62;p6"/>
          <p:cNvPicPr preferRelativeResize="0"/>
          <p:nvPr/>
        </p:nvPicPr>
        <p:blipFill rotWithShape="1">
          <a:blip r:embed="rId5">
            <a:alphaModFix/>
          </a:blip>
          <a:srcRect/>
          <a:stretch/>
        </p:blipFill>
        <p:spPr>
          <a:xfrm>
            <a:off x="8306349" y="2804750"/>
            <a:ext cx="541190" cy="541190"/>
          </a:xfrm>
          <a:prstGeom prst="rect">
            <a:avLst/>
          </a:prstGeom>
          <a:noFill/>
          <a:ln>
            <a:noFill/>
          </a:ln>
        </p:spPr>
      </p:pic>
      <p:sp>
        <p:nvSpPr>
          <p:cNvPr id="63" name="Google Shape;63;p6"/>
          <p:cNvSpPr/>
          <p:nvPr/>
        </p:nvSpPr>
        <p:spPr>
          <a:xfrm>
            <a:off x="6442649" y="4007041"/>
            <a:ext cx="5482731" cy="1344260"/>
          </a:xfrm>
          <a:prstGeom prst="rect">
            <a:avLst/>
          </a:prstGeom>
          <a:noFill/>
          <a:ln>
            <a:noFill/>
          </a:ln>
        </p:spPr>
        <p:txBody>
          <a:bodyPr spcFirstLastPara="1" wrap="square" lIns="82375" tIns="41175" rIns="82375" bIns="41175" anchor="t" anchorCtr="0">
            <a:noAutofit/>
          </a:bodyPr>
          <a:lstStyle/>
          <a:p>
            <a:pPr algn="ctr"/>
            <a:r>
              <a:rPr lang="ms-MY" sz="2400" dirty="0">
                <a:latin typeface="Tahoma" panose="020B0604030504040204" pitchFamily="34" charset="0"/>
                <a:ea typeface="Tahoma" panose="020B0604030504040204" pitchFamily="34" charset="0"/>
                <a:cs typeface="Tahoma" panose="020B0604030504040204" pitchFamily="34" charset="0"/>
              </a:rPr>
              <a:t>Sistem itu hendaklah dilaksanakan oleh satu bahagian terasing yang dinamakan Pendaftaran Rahsia.</a:t>
            </a:r>
            <a:endParaRPr lang="en-MY" sz="2400" dirty="0">
              <a:latin typeface="Tahoma" panose="020B0604030504040204" pitchFamily="34" charset="0"/>
              <a:ea typeface="Tahoma" panose="020B0604030504040204" pitchFamily="34" charset="0"/>
              <a:cs typeface="Tahoma" panose="020B0604030504040204" pitchFamily="34" charset="0"/>
            </a:endParaRPr>
          </a:p>
          <a:p>
            <a:pPr marL="0" marR="0" lvl="0" indent="0" algn="ctr" rtl="0">
              <a:spcBef>
                <a:spcPts val="0"/>
              </a:spcBef>
              <a:spcAft>
                <a:spcPts val="0"/>
              </a:spcAft>
              <a:buNone/>
            </a:pPr>
            <a:endParaRPr dirty="0"/>
          </a:p>
        </p:txBody>
      </p:sp>
      <p:sp>
        <p:nvSpPr>
          <p:cNvPr id="65" name="Google Shape;65;p6"/>
          <p:cNvSpPr/>
          <p:nvPr/>
        </p:nvSpPr>
        <p:spPr>
          <a:xfrm>
            <a:off x="7605486" y="5497403"/>
            <a:ext cx="142504" cy="142504"/>
          </a:xfrm>
          <a:prstGeom prst="star5">
            <a:avLst>
              <a:gd name="adj" fmla="val 30404"/>
              <a:gd name="hf" fmla="val 105146"/>
              <a:gd name="vf" fmla="val 11055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67" name="Picture 66">
            <a:extLst>
              <a:ext uri="{FF2B5EF4-FFF2-40B4-BE49-F238E27FC236}">
                <a16:creationId xmlns="" xmlns:a16="http://schemas.microsoft.com/office/drawing/2014/main" id="{4F4C0FFA-79EB-4CC3-A8A2-D113CD695713}"/>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03582" y="5807615"/>
            <a:ext cx="835393" cy="669380"/>
          </a:xfrm>
          <a:prstGeom prst="rect">
            <a:avLst/>
          </a:prstGeom>
        </p:spPr>
      </p:pic>
      <p:sp>
        <p:nvSpPr>
          <p:cNvPr id="68" name="TextBox 67">
            <a:extLst>
              <a:ext uri="{FF2B5EF4-FFF2-40B4-BE49-F238E27FC236}">
                <a16:creationId xmlns="" xmlns:a16="http://schemas.microsoft.com/office/drawing/2014/main" id="{99667544-95DA-4129-816D-B1C71E85F9C4}"/>
              </a:ext>
            </a:extLst>
          </p:cNvPr>
          <p:cNvSpPr txBox="1"/>
          <p:nvPr/>
        </p:nvSpPr>
        <p:spPr>
          <a:xfrm>
            <a:off x="2044213" y="5977632"/>
            <a:ext cx="6106049" cy="400110"/>
          </a:xfrm>
          <a:prstGeom prst="rect">
            <a:avLst/>
          </a:prstGeom>
          <a:noFill/>
        </p:spPr>
        <p:txBody>
          <a:bodyPr wrap="square">
            <a:spAutoFit/>
          </a:bodyPr>
          <a:lstStyle/>
          <a:p>
            <a:pPr>
              <a:defRPr/>
            </a:pPr>
            <a:r>
              <a:rPr lang="en-US" sz="1000" spc="280" dirty="0"/>
              <a:t>PEJABAT KETUA PEGAWAI KESELAMATAN KERAJAAN MALAYSIA</a:t>
            </a:r>
          </a:p>
          <a:p>
            <a:pPr>
              <a:defRPr/>
            </a:pPr>
            <a:r>
              <a:rPr lang="en-US" sz="1000" spc="280" dirty="0"/>
              <a:t>JABATAN PERDANA MENTERI</a:t>
            </a:r>
          </a:p>
        </p:txBody>
      </p:sp>
    </p:spTree>
    <p:extLst>
      <p:ext uri="{BB962C8B-B14F-4D97-AF65-F5344CB8AC3E}">
        <p14:creationId xmlns:p14="http://schemas.microsoft.com/office/powerpoint/2010/main" val="3898203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1000"/>
                                        <p:tgtEl>
                                          <p:spTgt spid="22"/>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fade">
                                      <p:cBhvr>
                                        <p:cTn id="11" dur="1000"/>
                                        <p:tgtEl>
                                          <p:spTgt spid="23"/>
                                        </p:tgtEl>
                                      </p:cBhvr>
                                    </p:animEffect>
                                  </p:childTnLst>
                                </p:cTn>
                              </p:par>
                            </p:childTnLst>
                          </p:cTn>
                        </p:par>
                        <p:par>
                          <p:cTn id="12" fill="hold">
                            <p:stCondLst>
                              <p:cond delay="2000"/>
                            </p:stCondLst>
                            <p:childTnLst>
                              <p:par>
                                <p:cTn id="13" presetID="10" presetClass="entr" presetSubtype="0" fill="hold" nodeType="after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fade">
                                      <p:cBhvr>
                                        <p:cTn id="15" dur="500"/>
                                        <p:tgtEl>
                                          <p:spTgt spid="25"/>
                                        </p:tgtEl>
                                      </p:cBhvr>
                                    </p:animEffect>
                                  </p:childTnLst>
                                </p:cTn>
                              </p:par>
                              <p:par>
                                <p:cTn id="16" presetID="10" presetClass="entr" presetSubtype="0" fill="hold" nodeType="withEffect">
                                  <p:stCondLst>
                                    <p:cond delay="0"/>
                                  </p:stCondLst>
                                  <p:childTnLst>
                                    <p:set>
                                      <p:cBhvr>
                                        <p:cTn id="17" dur="1" fill="hold">
                                          <p:stCondLst>
                                            <p:cond delay="0"/>
                                          </p:stCondLst>
                                        </p:cTn>
                                        <p:tgtEl>
                                          <p:spTgt spid="26"/>
                                        </p:tgtEl>
                                        <p:attrNameLst>
                                          <p:attrName>style.visibility</p:attrName>
                                        </p:attrNameLst>
                                      </p:cBhvr>
                                      <p:to>
                                        <p:strVal val="visible"/>
                                      </p:to>
                                    </p:set>
                                    <p:animEffect transition="in" filter="fade">
                                      <p:cBhvr>
                                        <p:cTn id="18" dur="500"/>
                                        <p:tgtEl>
                                          <p:spTgt spid="26"/>
                                        </p:tgtEl>
                                      </p:cBhvr>
                                    </p:animEffect>
                                  </p:childTnLst>
                                </p:cTn>
                              </p:par>
                            </p:childTnLst>
                          </p:cTn>
                        </p:par>
                        <p:par>
                          <p:cTn id="19" fill="hold">
                            <p:stCondLst>
                              <p:cond delay="2500"/>
                            </p:stCondLst>
                            <p:childTnLst>
                              <p:par>
                                <p:cTn id="20" presetID="10" presetClass="entr" presetSubtype="0" fill="hold" nodeType="after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250"/>
                                        <p:tgtEl>
                                          <p:spTgt spid="28"/>
                                        </p:tgtEl>
                                      </p:cBhvr>
                                    </p:animEffect>
                                  </p:childTnLst>
                                </p:cTn>
                              </p:par>
                              <p:par>
                                <p:cTn id="23" presetID="10" presetClass="entr" presetSubtype="0" fill="hold" nodeType="with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fade">
                                      <p:cBhvr>
                                        <p:cTn id="25" dur="500"/>
                                        <p:tgtEl>
                                          <p:spTgt spid="24"/>
                                        </p:tgtEl>
                                      </p:cBhvr>
                                    </p:animEffect>
                                  </p:childTnLst>
                                </p:cTn>
                              </p:par>
                            </p:childTnLst>
                          </p:cTn>
                        </p:par>
                        <p:par>
                          <p:cTn id="26" fill="hold">
                            <p:stCondLst>
                              <p:cond delay="3000"/>
                            </p:stCondLst>
                            <p:childTnLst>
                              <p:par>
                                <p:cTn id="27" presetID="10" presetClass="entr" presetSubtype="0" fill="hold" nodeType="afterEffect">
                                  <p:stCondLst>
                                    <p:cond delay="0"/>
                                  </p:stCondLst>
                                  <p:childTnLst>
                                    <p:set>
                                      <p:cBhvr>
                                        <p:cTn id="28" dur="1" fill="hold">
                                          <p:stCondLst>
                                            <p:cond delay="0"/>
                                          </p:stCondLst>
                                        </p:cTn>
                                        <p:tgtEl>
                                          <p:spTgt spid="27"/>
                                        </p:tgtEl>
                                        <p:attrNameLst>
                                          <p:attrName>style.visibility</p:attrName>
                                        </p:attrNameLst>
                                      </p:cBhvr>
                                      <p:to>
                                        <p:strVal val="visible"/>
                                      </p:to>
                                    </p:set>
                                    <p:animEffect transition="in" filter="fade">
                                      <p:cBhvr>
                                        <p:cTn id="29" dur="500"/>
                                        <p:tgtEl>
                                          <p:spTgt spid="27"/>
                                        </p:tgtEl>
                                      </p:cBhvr>
                                    </p:animEffect>
                                  </p:childTnLst>
                                </p:cTn>
                              </p:par>
                              <p:par>
                                <p:cTn id="30" presetID="10" presetClass="entr" presetSubtype="0" fill="hold" nodeType="withEffect">
                                  <p:stCondLst>
                                    <p:cond delay="0"/>
                                  </p:stCondLst>
                                  <p:childTnLst>
                                    <p:set>
                                      <p:cBhvr>
                                        <p:cTn id="31" dur="1" fill="hold">
                                          <p:stCondLst>
                                            <p:cond delay="0"/>
                                          </p:stCondLst>
                                        </p:cTn>
                                        <p:tgtEl>
                                          <p:spTgt spid="32"/>
                                        </p:tgtEl>
                                        <p:attrNameLst>
                                          <p:attrName>style.visibility</p:attrName>
                                        </p:attrNameLst>
                                      </p:cBhvr>
                                      <p:to>
                                        <p:strVal val="visible"/>
                                      </p:to>
                                    </p:set>
                                    <p:animEffect transition="in" filter="fade">
                                      <p:cBhvr>
                                        <p:cTn id="32" dur="500"/>
                                        <p:tgtEl>
                                          <p:spTgt spid="32"/>
                                        </p:tgtEl>
                                      </p:cBhvr>
                                    </p:animEffect>
                                  </p:childTnLst>
                                </p:cTn>
                              </p:par>
                            </p:childTnLst>
                          </p:cTn>
                        </p:par>
                        <p:par>
                          <p:cTn id="33" fill="hold">
                            <p:stCondLst>
                              <p:cond delay="3500"/>
                            </p:stCondLst>
                            <p:childTnLst>
                              <p:par>
                                <p:cTn id="34" presetID="10" presetClass="entr" presetSubtype="0" fill="hold" nodeType="afterEffect">
                                  <p:stCondLst>
                                    <p:cond delay="0"/>
                                  </p:stCondLst>
                                  <p:childTnLst>
                                    <p:set>
                                      <p:cBhvr>
                                        <p:cTn id="35" dur="1" fill="hold">
                                          <p:stCondLst>
                                            <p:cond delay="0"/>
                                          </p:stCondLst>
                                        </p:cTn>
                                        <p:tgtEl>
                                          <p:spTgt spid="29"/>
                                        </p:tgtEl>
                                        <p:attrNameLst>
                                          <p:attrName>style.visibility</p:attrName>
                                        </p:attrNameLst>
                                      </p:cBhvr>
                                      <p:to>
                                        <p:strVal val="visible"/>
                                      </p:to>
                                    </p:set>
                                    <p:animEffect transition="in" filter="fade">
                                      <p:cBhvr>
                                        <p:cTn id="36" dur="250"/>
                                        <p:tgtEl>
                                          <p:spTgt spid="29"/>
                                        </p:tgtEl>
                                      </p:cBhvr>
                                    </p:animEffect>
                                  </p:childTnLst>
                                </p:cTn>
                              </p:par>
                            </p:childTnLst>
                          </p:cTn>
                        </p:par>
                        <p:par>
                          <p:cTn id="37" fill="hold">
                            <p:stCondLst>
                              <p:cond delay="3750"/>
                            </p:stCondLst>
                            <p:childTnLst>
                              <p:par>
                                <p:cTn id="38" presetID="2" presetClass="entr" presetSubtype="8" fill="hold" nodeType="afterEffect">
                                  <p:stCondLst>
                                    <p:cond delay="0"/>
                                  </p:stCondLst>
                                  <p:childTnLst>
                                    <p:set>
                                      <p:cBhvr>
                                        <p:cTn id="39" dur="1" fill="hold">
                                          <p:stCondLst>
                                            <p:cond delay="0"/>
                                          </p:stCondLst>
                                        </p:cTn>
                                        <p:tgtEl>
                                          <p:spTgt spid="30"/>
                                        </p:tgtEl>
                                        <p:attrNameLst>
                                          <p:attrName>style.visibility</p:attrName>
                                        </p:attrNameLst>
                                      </p:cBhvr>
                                      <p:to>
                                        <p:strVal val="visible"/>
                                      </p:to>
                                    </p:set>
                                    <p:anim calcmode="lin" valueType="num">
                                      <p:cBhvr additive="base">
                                        <p:cTn id="40" dur="500"/>
                                        <p:tgtEl>
                                          <p:spTgt spid="30"/>
                                        </p:tgtEl>
                                        <p:attrNameLst>
                                          <p:attrName>ppt_x</p:attrName>
                                        </p:attrNameLst>
                                      </p:cBhvr>
                                      <p:tavLst>
                                        <p:tav tm="0">
                                          <p:val>
                                            <p:strVal val="#ppt_x-1"/>
                                          </p:val>
                                        </p:tav>
                                        <p:tav tm="100000">
                                          <p:val>
                                            <p:strVal val="#ppt_x"/>
                                          </p:val>
                                        </p:tav>
                                      </p:tavLst>
                                    </p:anim>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44"/>
                                        </p:tgtEl>
                                        <p:attrNameLst>
                                          <p:attrName>style.visibility</p:attrName>
                                        </p:attrNameLst>
                                      </p:cBhvr>
                                      <p:to>
                                        <p:strVal val="visible"/>
                                      </p:to>
                                    </p:set>
                                    <p:animEffect transition="in" filter="fade">
                                      <p:cBhvr>
                                        <p:cTn id="45" dur="1000"/>
                                        <p:tgtEl>
                                          <p:spTgt spid="44"/>
                                        </p:tgtEl>
                                      </p:cBhvr>
                                    </p:animEffect>
                                  </p:childTnLst>
                                </p:cTn>
                              </p:par>
                            </p:childTnLst>
                          </p:cTn>
                        </p:par>
                        <p:par>
                          <p:cTn id="46" fill="hold">
                            <p:stCondLst>
                              <p:cond delay="1000"/>
                            </p:stCondLst>
                            <p:childTnLst>
                              <p:par>
                                <p:cTn id="47" presetID="10" presetClass="entr" presetSubtype="0" fill="hold" nodeType="afterEffect">
                                  <p:stCondLst>
                                    <p:cond delay="0"/>
                                  </p:stCondLst>
                                  <p:childTnLst>
                                    <p:set>
                                      <p:cBhvr>
                                        <p:cTn id="48" dur="1" fill="hold">
                                          <p:stCondLst>
                                            <p:cond delay="0"/>
                                          </p:stCondLst>
                                        </p:cTn>
                                        <p:tgtEl>
                                          <p:spTgt spid="45"/>
                                        </p:tgtEl>
                                        <p:attrNameLst>
                                          <p:attrName>style.visibility</p:attrName>
                                        </p:attrNameLst>
                                      </p:cBhvr>
                                      <p:to>
                                        <p:strVal val="visible"/>
                                      </p:to>
                                    </p:set>
                                    <p:animEffect transition="in" filter="fade">
                                      <p:cBhvr>
                                        <p:cTn id="49" dur="1000"/>
                                        <p:tgtEl>
                                          <p:spTgt spid="45"/>
                                        </p:tgtEl>
                                      </p:cBhvr>
                                    </p:animEffect>
                                  </p:childTnLst>
                                </p:cTn>
                              </p:par>
                            </p:childTnLst>
                          </p:cTn>
                        </p:par>
                        <p:par>
                          <p:cTn id="50" fill="hold">
                            <p:stCondLst>
                              <p:cond delay="2000"/>
                            </p:stCondLst>
                            <p:childTnLst>
                              <p:par>
                                <p:cTn id="51" presetID="10" presetClass="entr" presetSubtype="0" fill="hold" nodeType="afterEffect">
                                  <p:stCondLst>
                                    <p:cond delay="0"/>
                                  </p:stCondLst>
                                  <p:childTnLst>
                                    <p:set>
                                      <p:cBhvr>
                                        <p:cTn id="52" dur="1" fill="hold">
                                          <p:stCondLst>
                                            <p:cond delay="0"/>
                                          </p:stCondLst>
                                        </p:cTn>
                                        <p:tgtEl>
                                          <p:spTgt spid="47"/>
                                        </p:tgtEl>
                                        <p:attrNameLst>
                                          <p:attrName>style.visibility</p:attrName>
                                        </p:attrNameLst>
                                      </p:cBhvr>
                                      <p:to>
                                        <p:strVal val="visible"/>
                                      </p:to>
                                    </p:set>
                                    <p:animEffect transition="in" filter="fade">
                                      <p:cBhvr>
                                        <p:cTn id="53" dur="500"/>
                                        <p:tgtEl>
                                          <p:spTgt spid="47"/>
                                        </p:tgtEl>
                                      </p:cBhvr>
                                    </p:animEffect>
                                  </p:childTnLst>
                                </p:cTn>
                              </p:par>
                              <p:par>
                                <p:cTn id="54" presetID="10" presetClass="entr" presetSubtype="0" fill="hold" nodeType="withEffect">
                                  <p:stCondLst>
                                    <p:cond delay="0"/>
                                  </p:stCondLst>
                                  <p:childTnLst>
                                    <p:set>
                                      <p:cBhvr>
                                        <p:cTn id="55" dur="1" fill="hold">
                                          <p:stCondLst>
                                            <p:cond delay="0"/>
                                          </p:stCondLst>
                                        </p:cTn>
                                        <p:tgtEl>
                                          <p:spTgt spid="48"/>
                                        </p:tgtEl>
                                        <p:attrNameLst>
                                          <p:attrName>style.visibility</p:attrName>
                                        </p:attrNameLst>
                                      </p:cBhvr>
                                      <p:to>
                                        <p:strVal val="visible"/>
                                      </p:to>
                                    </p:set>
                                    <p:animEffect transition="in" filter="fade">
                                      <p:cBhvr>
                                        <p:cTn id="56" dur="500"/>
                                        <p:tgtEl>
                                          <p:spTgt spid="48"/>
                                        </p:tgtEl>
                                      </p:cBhvr>
                                    </p:animEffect>
                                  </p:childTnLst>
                                </p:cTn>
                              </p:par>
                            </p:childTnLst>
                          </p:cTn>
                        </p:par>
                        <p:par>
                          <p:cTn id="57" fill="hold">
                            <p:stCondLst>
                              <p:cond delay="2500"/>
                            </p:stCondLst>
                            <p:childTnLst>
                              <p:par>
                                <p:cTn id="58" presetID="10" presetClass="entr" presetSubtype="0" fill="hold" nodeType="afterEffect">
                                  <p:stCondLst>
                                    <p:cond delay="0"/>
                                  </p:stCondLst>
                                  <p:childTnLst>
                                    <p:set>
                                      <p:cBhvr>
                                        <p:cTn id="59" dur="1" fill="hold">
                                          <p:stCondLst>
                                            <p:cond delay="0"/>
                                          </p:stCondLst>
                                        </p:cTn>
                                        <p:tgtEl>
                                          <p:spTgt spid="50"/>
                                        </p:tgtEl>
                                        <p:attrNameLst>
                                          <p:attrName>style.visibility</p:attrName>
                                        </p:attrNameLst>
                                      </p:cBhvr>
                                      <p:to>
                                        <p:strVal val="visible"/>
                                      </p:to>
                                    </p:set>
                                    <p:animEffect transition="in" filter="fade">
                                      <p:cBhvr>
                                        <p:cTn id="60" dur="250"/>
                                        <p:tgtEl>
                                          <p:spTgt spid="50"/>
                                        </p:tgtEl>
                                      </p:cBhvr>
                                    </p:animEffect>
                                  </p:childTnLst>
                                </p:cTn>
                              </p:par>
                              <p:par>
                                <p:cTn id="61" presetID="10" presetClass="entr" presetSubtype="0" fill="hold" nodeType="withEffect">
                                  <p:stCondLst>
                                    <p:cond delay="0"/>
                                  </p:stCondLst>
                                  <p:childTnLst>
                                    <p:set>
                                      <p:cBhvr>
                                        <p:cTn id="62" dur="1" fill="hold">
                                          <p:stCondLst>
                                            <p:cond delay="0"/>
                                          </p:stCondLst>
                                        </p:cTn>
                                        <p:tgtEl>
                                          <p:spTgt spid="46"/>
                                        </p:tgtEl>
                                        <p:attrNameLst>
                                          <p:attrName>style.visibility</p:attrName>
                                        </p:attrNameLst>
                                      </p:cBhvr>
                                      <p:to>
                                        <p:strVal val="visible"/>
                                      </p:to>
                                    </p:set>
                                    <p:animEffect transition="in" filter="fade">
                                      <p:cBhvr>
                                        <p:cTn id="63" dur="500"/>
                                        <p:tgtEl>
                                          <p:spTgt spid="46"/>
                                        </p:tgtEl>
                                      </p:cBhvr>
                                    </p:animEffect>
                                  </p:childTnLst>
                                </p:cTn>
                              </p:par>
                            </p:childTnLst>
                          </p:cTn>
                        </p:par>
                        <p:par>
                          <p:cTn id="64" fill="hold">
                            <p:stCondLst>
                              <p:cond delay="3000"/>
                            </p:stCondLst>
                            <p:childTnLst>
                              <p:par>
                                <p:cTn id="65" presetID="10" presetClass="entr" presetSubtype="0" fill="hold" nodeType="afterEffect">
                                  <p:stCondLst>
                                    <p:cond delay="0"/>
                                  </p:stCondLst>
                                  <p:childTnLst>
                                    <p:set>
                                      <p:cBhvr>
                                        <p:cTn id="66" dur="1" fill="hold">
                                          <p:stCondLst>
                                            <p:cond delay="0"/>
                                          </p:stCondLst>
                                        </p:cTn>
                                        <p:tgtEl>
                                          <p:spTgt spid="49"/>
                                        </p:tgtEl>
                                        <p:attrNameLst>
                                          <p:attrName>style.visibility</p:attrName>
                                        </p:attrNameLst>
                                      </p:cBhvr>
                                      <p:to>
                                        <p:strVal val="visible"/>
                                      </p:to>
                                    </p:set>
                                    <p:animEffect transition="in" filter="fade">
                                      <p:cBhvr>
                                        <p:cTn id="67" dur="500"/>
                                        <p:tgtEl>
                                          <p:spTgt spid="49"/>
                                        </p:tgtEl>
                                      </p:cBhvr>
                                    </p:animEffect>
                                  </p:childTnLst>
                                </p:cTn>
                              </p:par>
                              <p:par>
                                <p:cTn id="68" presetID="10" presetClass="entr" presetSubtype="0" fill="hold" nodeType="withEffect">
                                  <p:stCondLst>
                                    <p:cond delay="0"/>
                                  </p:stCondLst>
                                  <p:childTnLst>
                                    <p:set>
                                      <p:cBhvr>
                                        <p:cTn id="69" dur="1" fill="hold">
                                          <p:stCondLst>
                                            <p:cond delay="0"/>
                                          </p:stCondLst>
                                        </p:cTn>
                                        <p:tgtEl>
                                          <p:spTgt spid="54"/>
                                        </p:tgtEl>
                                        <p:attrNameLst>
                                          <p:attrName>style.visibility</p:attrName>
                                        </p:attrNameLst>
                                      </p:cBhvr>
                                      <p:to>
                                        <p:strVal val="visible"/>
                                      </p:to>
                                    </p:set>
                                    <p:animEffect transition="in" filter="fade">
                                      <p:cBhvr>
                                        <p:cTn id="70" dur="500"/>
                                        <p:tgtEl>
                                          <p:spTgt spid="54"/>
                                        </p:tgtEl>
                                      </p:cBhvr>
                                    </p:animEffect>
                                  </p:childTnLst>
                                </p:cTn>
                              </p:par>
                            </p:childTnLst>
                          </p:cTn>
                        </p:par>
                        <p:par>
                          <p:cTn id="71" fill="hold">
                            <p:stCondLst>
                              <p:cond delay="3500"/>
                            </p:stCondLst>
                            <p:childTnLst>
                              <p:par>
                                <p:cTn id="72" presetID="10" presetClass="entr" presetSubtype="0" fill="hold" nodeType="afterEffect">
                                  <p:stCondLst>
                                    <p:cond delay="0"/>
                                  </p:stCondLst>
                                  <p:childTnLst>
                                    <p:set>
                                      <p:cBhvr>
                                        <p:cTn id="73" dur="1" fill="hold">
                                          <p:stCondLst>
                                            <p:cond delay="0"/>
                                          </p:stCondLst>
                                        </p:cTn>
                                        <p:tgtEl>
                                          <p:spTgt spid="51"/>
                                        </p:tgtEl>
                                        <p:attrNameLst>
                                          <p:attrName>style.visibility</p:attrName>
                                        </p:attrNameLst>
                                      </p:cBhvr>
                                      <p:to>
                                        <p:strVal val="visible"/>
                                      </p:to>
                                    </p:set>
                                    <p:animEffect transition="in" filter="fade">
                                      <p:cBhvr>
                                        <p:cTn id="74" dur="250"/>
                                        <p:tgtEl>
                                          <p:spTgt spid="51"/>
                                        </p:tgtEl>
                                      </p:cBhvr>
                                    </p:animEffect>
                                  </p:childTnLst>
                                </p:cTn>
                              </p:par>
                            </p:childTnLst>
                          </p:cTn>
                        </p:par>
                        <p:par>
                          <p:cTn id="75" fill="hold">
                            <p:stCondLst>
                              <p:cond delay="3750"/>
                            </p:stCondLst>
                            <p:childTnLst>
                              <p:par>
                                <p:cTn id="76" presetID="2" presetClass="entr" presetSubtype="8" fill="hold" nodeType="afterEffect">
                                  <p:stCondLst>
                                    <p:cond delay="0"/>
                                  </p:stCondLst>
                                  <p:childTnLst>
                                    <p:set>
                                      <p:cBhvr>
                                        <p:cTn id="77" dur="1" fill="hold">
                                          <p:stCondLst>
                                            <p:cond delay="0"/>
                                          </p:stCondLst>
                                        </p:cTn>
                                        <p:tgtEl>
                                          <p:spTgt spid="52"/>
                                        </p:tgtEl>
                                        <p:attrNameLst>
                                          <p:attrName>style.visibility</p:attrName>
                                        </p:attrNameLst>
                                      </p:cBhvr>
                                      <p:to>
                                        <p:strVal val="visible"/>
                                      </p:to>
                                    </p:set>
                                    <p:anim calcmode="lin" valueType="num">
                                      <p:cBhvr additive="base">
                                        <p:cTn id="78" dur="500"/>
                                        <p:tgtEl>
                                          <p:spTgt spid="52"/>
                                        </p:tgtEl>
                                        <p:attrNameLst>
                                          <p:attrName>ppt_x</p:attrName>
                                        </p:attrNameLst>
                                      </p:cBhvr>
                                      <p:tavLst>
                                        <p:tav tm="0">
                                          <p:val>
                                            <p:strVal val="#ppt_x-1"/>
                                          </p:val>
                                        </p:tav>
                                        <p:tav tm="100000">
                                          <p:val>
                                            <p:strVal val="#ppt_x"/>
                                          </p:val>
                                        </p:tav>
                                      </p:tavLst>
                                    </p:anim>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nodeType="clickEffect">
                                  <p:stCondLst>
                                    <p:cond delay="0"/>
                                  </p:stCondLst>
                                  <p:childTnLst>
                                    <p:set>
                                      <p:cBhvr>
                                        <p:cTn id="82" dur="1" fill="hold">
                                          <p:stCondLst>
                                            <p:cond delay="0"/>
                                          </p:stCondLst>
                                        </p:cTn>
                                        <p:tgtEl>
                                          <p:spTgt spid="55"/>
                                        </p:tgtEl>
                                        <p:attrNameLst>
                                          <p:attrName>style.visibility</p:attrName>
                                        </p:attrNameLst>
                                      </p:cBhvr>
                                      <p:to>
                                        <p:strVal val="visible"/>
                                      </p:to>
                                    </p:set>
                                    <p:animEffect transition="in" filter="fade">
                                      <p:cBhvr>
                                        <p:cTn id="83" dur="1000"/>
                                        <p:tgtEl>
                                          <p:spTgt spid="55"/>
                                        </p:tgtEl>
                                      </p:cBhvr>
                                    </p:animEffect>
                                  </p:childTnLst>
                                </p:cTn>
                              </p:par>
                            </p:childTnLst>
                          </p:cTn>
                        </p:par>
                        <p:par>
                          <p:cTn id="84" fill="hold">
                            <p:stCondLst>
                              <p:cond delay="1000"/>
                            </p:stCondLst>
                            <p:childTnLst>
                              <p:par>
                                <p:cTn id="85" presetID="10" presetClass="entr" presetSubtype="0" fill="hold" nodeType="afterEffect">
                                  <p:stCondLst>
                                    <p:cond delay="0"/>
                                  </p:stCondLst>
                                  <p:childTnLst>
                                    <p:set>
                                      <p:cBhvr>
                                        <p:cTn id="86" dur="1" fill="hold">
                                          <p:stCondLst>
                                            <p:cond delay="0"/>
                                          </p:stCondLst>
                                        </p:cTn>
                                        <p:tgtEl>
                                          <p:spTgt spid="56"/>
                                        </p:tgtEl>
                                        <p:attrNameLst>
                                          <p:attrName>style.visibility</p:attrName>
                                        </p:attrNameLst>
                                      </p:cBhvr>
                                      <p:to>
                                        <p:strVal val="visible"/>
                                      </p:to>
                                    </p:set>
                                    <p:animEffect transition="in" filter="fade">
                                      <p:cBhvr>
                                        <p:cTn id="87" dur="1000"/>
                                        <p:tgtEl>
                                          <p:spTgt spid="56"/>
                                        </p:tgtEl>
                                      </p:cBhvr>
                                    </p:animEffect>
                                  </p:childTnLst>
                                </p:cTn>
                              </p:par>
                            </p:childTnLst>
                          </p:cTn>
                        </p:par>
                        <p:par>
                          <p:cTn id="88" fill="hold">
                            <p:stCondLst>
                              <p:cond delay="2000"/>
                            </p:stCondLst>
                            <p:childTnLst>
                              <p:par>
                                <p:cTn id="89" presetID="10" presetClass="entr" presetSubtype="0" fill="hold" nodeType="afterEffect">
                                  <p:stCondLst>
                                    <p:cond delay="0"/>
                                  </p:stCondLst>
                                  <p:childTnLst>
                                    <p:set>
                                      <p:cBhvr>
                                        <p:cTn id="90" dur="1" fill="hold">
                                          <p:stCondLst>
                                            <p:cond delay="0"/>
                                          </p:stCondLst>
                                        </p:cTn>
                                        <p:tgtEl>
                                          <p:spTgt spid="58"/>
                                        </p:tgtEl>
                                        <p:attrNameLst>
                                          <p:attrName>style.visibility</p:attrName>
                                        </p:attrNameLst>
                                      </p:cBhvr>
                                      <p:to>
                                        <p:strVal val="visible"/>
                                      </p:to>
                                    </p:set>
                                    <p:animEffect transition="in" filter="fade">
                                      <p:cBhvr>
                                        <p:cTn id="91" dur="500"/>
                                        <p:tgtEl>
                                          <p:spTgt spid="58"/>
                                        </p:tgtEl>
                                      </p:cBhvr>
                                    </p:animEffect>
                                  </p:childTnLst>
                                </p:cTn>
                              </p:par>
                              <p:par>
                                <p:cTn id="92" presetID="10" presetClass="entr" presetSubtype="0" fill="hold" nodeType="withEffect">
                                  <p:stCondLst>
                                    <p:cond delay="0"/>
                                  </p:stCondLst>
                                  <p:childTnLst>
                                    <p:set>
                                      <p:cBhvr>
                                        <p:cTn id="93" dur="1" fill="hold">
                                          <p:stCondLst>
                                            <p:cond delay="0"/>
                                          </p:stCondLst>
                                        </p:cTn>
                                        <p:tgtEl>
                                          <p:spTgt spid="59"/>
                                        </p:tgtEl>
                                        <p:attrNameLst>
                                          <p:attrName>style.visibility</p:attrName>
                                        </p:attrNameLst>
                                      </p:cBhvr>
                                      <p:to>
                                        <p:strVal val="visible"/>
                                      </p:to>
                                    </p:set>
                                    <p:animEffect transition="in" filter="fade">
                                      <p:cBhvr>
                                        <p:cTn id="94" dur="500"/>
                                        <p:tgtEl>
                                          <p:spTgt spid="59"/>
                                        </p:tgtEl>
                                      </p:cBhvr>
                                    </p:animEffect>
                                  </p:childTnLst>
                                </p:cTn>
                              </p:par>
                            </p:childTnLst>
                          </p:cTn>
                        </p:par>
                        <p:par>
                          <p:cTn id="95" fill="hold">
                            <p:stCondLst>
                              <p:cond delay="2500"/>
                            </p:stCondLst>
                            <p:childTnLst>
                              <p:par>
                                <p:cTn id="96" presetID="10" presetClass="entr" presetSubtype="0" fill="hold" nodeType="afterEffect">
                                  <p:stCondLst>
                                    <p:cond delay="0"/>
                                  </p:stCondLst>
                                  <p:childTnLst>
                                    <p:set>
                                      <p:cBhvr>
                                        <p:cTn id="97" dur="1" fill="hold">
                                          <p:stCondLst>
                                            <p:cond delay="0"/>
                                          </p:stCondLst>
                                        </p:cTn>
                                        <p:tgtEl>
                                          <p:spTgt spid="61"/>
                                        </p:tgtEl>
                                        <p:attrNameLst>
                                          <p:attrName>style.visibility</p:attrName>
                                        </p:attrNameLst>
                                      </p:cBhvr>
                                      <p:to>
                                        <p:strVal val="visible"/>
                                      </p:to>
                                    </p:set>
                                    <p:animEffect transition="in" filter="fade">
                                      <p:cBhvr>
                                        <p:cTn id="98" dur="250"/>
                                        <p:tgtEl>
                                          <p:spTgt spid="61"/>
                                        </p:tgtEl>
                                      </p:cBhvr>
                                    </p:animEffect>
                                  </p:childTnLst>
                                </p:cTn>
                              </p:par>
                              <p:par>
                                <p:cTn id="99" presetID="10" presetClass="entr" presetSubtype="0" fill="hold" nodeType="withEffect">
                                  <p:stCondLst>
                                    <p:cond delay="0"/>
                                  </p:stCondLst>
                                  <p:childTnLst>
                                    <p:set>
                                      <p:cBhvr>
                                        <p:cTn id="100" dur="1" fill="hold">
                                          <p:stCondLst>
                                            <p:cond delay="0"/>
                                          </p:stCondLst>
                                        </p:cTn>
                                        <p:tgtEl>
                                          <p:spTgt spid="57"/>
                                        </p:tgtEl>
                                        <p:attrNameLst>
                                          <p:attrName>style.visibility</p:attrName>
                                        </p:attrNameLst>
                                      </p:cBhvr>
                                      <p:to>
                                        <p:strVal val="visible"/>
                                      </p:to>
                                    </p:set>
                                    <p:animEffect transition="in" filter="fade">
                                      <p:cBhvr>
                                        <p:cTn id="101" dur="500"/>
                                        <p:tgtEl>
                                          <p:spTgt spid="57"/>
                                        </p:tgtEl>
                                      </p:cBhvr>
                                    </p:animEffect>
                                  </p:childTnLst>
                                </p:cTn>
                              </p:par>
                            </p:childTnLst>
                          </p:cTn>
                        </p:par>
                        <p:par>
                          <p:cTn id="102" fill="hold">
                            <p:stCondLst>
                              <p:cond delay="3000"/>
                            </p:stCondLst>
                            <p:childTnLst>
                              <p:par>
                                <p:cTn id="103" presetID="10" presetClass="entr" presetSubtype="0" fill="hold" nodeType="afterEffect">
                                  <p:stCondLst>
                                    <p:cond delay="0"/>
                                  </p:stCondLst>
                                  <p:childTnLst>
                                    <p:set>
                                      <p:cBhvr>
                                        <p:cTn id="104" dur="1" fill="hold">
                                          <p:stCondLst>
                                            <p:cond delay="0"/>
                                          </p:stCondLst>
                                        </p:cTn>
                                        <p:tgtEl>
                                          <p:spTgt spid="60"/>
                                        </p:tgtEl>
                                        <p:attrNameLst>
                                          <p:attrName>style.visibility</p:attrName>
                                        </p:attrNameLst>
                                      </p:cBhvr>
                                      <p:to>
                                        <p:strVal val="visible"/>
                                      </p:to>
                                    </p:set>
                                    <p:animEffect transition="in" filter="fade">
                                      <p:cBhvr>
                                        <p:cTn id="105" dur="500"/>
                                        <p:tgtEl>
                                          <p:spTgt spid="60"/>
                                        </p:tgtEl>
                                      </p:cBhvr>
                                    </p:animEffect>
                                  </p:childTnLst>
                                </p:cTn>
                              </p:par>
                              <p:par>
                                <p:cTn id="106" presetID="10" presetClass="entr" presetSubtype="0" fill="hold" nodeType="withEffect">
                                  <p:stCondLst>
                                    <p:cond delay="0"/>
                                  </p:stCondLst>
                                  <p:childTnLst>
                                    <p:set>
                                      <p:cBhvr>
                                        <p:cTn id="107" dur="1" fill="hold">
                                          <p:stCondLst>
                                            <p:cond delay="0"/>
                                          </p:stCondLst>
                                        </p:cTn>
                                        <p:tgtEl>
                                          <p:spTgt spid="65"/>
                                        </p:tgtEl>
                                        <p:attrNameLst>
                                          <p:attrName>style.visibility</p:attrName>
                                        </p:attrNameLst>
                                      </p:cBhvr>
                                      <p:to>
                                        <p:strVal val="visible"/>
                                      </p:to>
                                    </p:set>
                                    <p:animEffect transition="in" filter="fade">
                                      <p:cBhvr>
                                        <p:cTn id="108" dur="500"/>
                                        <p:tgtEl>
                                          <p:spTgt spid="65"/>
                                        </p:tgtEl>
                                      </p:cBhvr>
                                    </p:animEffect>
                                  </p:childTnLst>
                                </p:cTn>
                              </p:par>
                            </p:childTnLst>
                          </p:cTn>
                        </p:par>
                        <p:par>
                          <p:cTn id="109" fill="hold">
                            <p:stCondLst>
                              <p:cond delay="3500"/>
                            </p:stCondLst>
                            <p:childTnLst>
                              <p:par>
                                <p:cTn id="110" presetID="10" presetClass="entr" presetSubtype="0" fill="hold" nodeType="afterEffect">
                                  <p:stCondLst>
                                    <p:cond delay="0"/>
                                  </p:stCondLst>
                                  <p:childTnLst>
                                    <p:set>
                                      <p:cBhvr>
                                        <p:cTn id="111" dur="1" fill="hold">
                                          <p:stCondLst>
                                            <p:cond delay="0"/>
                                          </p:stCondLst>
                                        </p:cTn>
                                        <p:tgtEl>
                                          <p:spTgt spid="62"/>
                                        </p:tgtEl>
                                        <p:attrNameLst>
                                          <p:attrName>style.visibility</p:attrName>
                                        </p:attrNameLst>
                                      </p:cBhvr>
                                      <p:to>
                                        <p:strVal val="visible"/>
                                      </p:to>
                                    </p:set>
                                    <p:animEffect transition="in" filter="fade">
                                      <p:cBhvr>
                                        <p:cTn id="112" dur="250"/>
                                        <p:tgtEl>
                                          <p:spTgt spid="62"/>
                                        </p:tgtEl>
                                      </p:cBhvr>
                                    </p:animEffect>
                                  </p:childTnLst>
                                </p:cTn>
                              </p:par>
                            </p:childTnLst>
                          </p:cTn>
                        </p:par>
                        <p:par>
                          <p:cTn id="113" fill="hold">
                            <p:stCondLst>
                              <p:cond delay="3750"/>
                            </p:stCondLst>
                            <p:childTnLst>
                              <p:par>
                                <p:cTn id="114" presetID="2" presetClass="entr" presetSubtype="8" fill="hold" nodeType="afterEffect">
                                  <p:stCondLst>
                                    <p:cond delay="0"/>
                                  </p:stCondLst>
                                  <p:childTnLst>
                                    <p:set>
                                      <p:cBhvr>
                                        <p:cTn id="115" dur="1" fill="hold">
                                          <p:stCondLst>
                                            <p:cond delay="0"/>
                                          </p:stCondLst>
                                        </p:cTn>
                                        <p:tgtEl>
                                          <p:spTgt spid="63"/>
                                        </p:tgtEl>
                                        <p:attrNameLst>
                                          <p:attrName>style.visibility</p:attrName>
                                        </p:attrNameLst>
                                      </p:cBhvr>
                                      <p:to>
                                        <p:strVal val="visible"/>
                                      </p:to>
                                    </p:set>
                                    <p:anim calcmode="lin" valueType="num">
                                      <p:cBhvr additive="base">
                                        <p:cTn id="116" dur="500"/>
                                        <p:tgtEl>
                                          <p:spTgt spid="63"/>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
        <p:cNvGrpSpPr/>
        <p:nvPr/>
      </p:nvGrpSpPr>
      <p:grpSpPr>
        <a:xfrm>
          <a:off x="0" y="0"/>
          <a:ext cx="0" cy="0"/>
          <a:chOff x="0" y="0"/>
          <a:chExt cx="0" cy="0"/>
        </a:xfrm>
      </p:grpSpPr>
      <p:sp>
        <p:nvSpPr>
          <p:cNvPr id="22" name="Google Shape;22;p6"/>
          <p:cNvSpPr/>
          <p:nvPr/>
        </p:nvSpPr>
        <p:spPr>
          <a:xfrm rot="2666803">
            <a:off x="2138708" y="1216670"/>
            <a:ext cx="2362010" cy="2362010"/>
          </a:xfrm>
          <a:prstGeom prst="roundRect">
            <a:avLst>
              <a:gd name="adj" fmla="val 25358"/>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3" name="Google Shape;23;p6"/>
          <p:cNvSpPr/>
          <p:nvPr/>
        </p:nvSpPr>
        <p:spPr>
          <a:xfrm rot="2666803">
            <a:off x="2177164" y="1261588"/>
            <a:ext cx="2295902" cy="2295902"/>
          </a:xfrm>
          <a:prstGeom prst="roundRect">
            <a:avLst>
              <a:gd name="adj" fmla="val 25358"/>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b="0" i="0" u="none" strike="noStrike" cap="none">
              <a:solidFill>
                <a:schemeClr val="lt1"/>
              </a:solidFill>
              <a:latin typeface="Calibri"/>
              <a:ea typeface="Calibri"/>
              <a:cs typeface="Calibri"/>
              <a:sym typeface="Calibri"/>
            </a:endParaRPr>
          </a:p>
        </p:txBody>
      </p:sp>
      <p:sp>
        <p:nvSpPr>
          <p:cNvPr id="24" name="Google Shape;24;p6"/>
          <p:cNvSpPr/>
          <p:nvPr/>
        </p:nvSpPr>
        <p:spPr>
          <a:xfrm>
            <a:off x="2232872" y="3004396"/>
            <a:ext cx="720223" cy="590898"/>
          </a:xfrm>
          <a:custGeom>
            <a:avLst/>
            <a:gdLst/>
            <a:ahLst/>
            <a:cxnLst/>
            <a:rect l="l" t="t" r="r" b="b"/>
            <a:pathLst>
              <a:path w="720223" h="590898" extrusionOk="0">
                <a:moveTo>
                  <a:pt x="0" y="0"/>
                </a:moveTo>
                <a:cubicBezTo>
                  <a:pt x="74221" y="294904"/>
                  <a:pt x="206829" y="484909"/>
                  <a:pt x="356260" y="558140"/>
                </a:cubicBezTo>
                <a:cubicBezTo>
                  <a:pt x="476297" y="644150"/>
                  <a:pt x="630168" y="535854"/>
                  <a:pt x="720223" y="516062"/>
                </a:cubicBezTo>
              </a:path>
            </a:pathLst>
          </a:custGeom>
          <a:noFill/>
          <a:ln w="38100" cap="rnd" cmpd="sng">
            <a:solidFill>
              <a:srgbClr val="A7591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5" name="Google Shape;25;p6"/>
          <p:cNvSpPr/>
          <p:nvPr/>
        </p:nvSpPr>
        <p:spPr>
          <a:xfrm>
            <a:off x="2136220" y="1153429"/>
            <a:ext cx="1852778" cy="740453"/>
          </a:xfrm>
          <a:custGeom>
            <a:avLst/>
            <a:gdLst/>
            <a:ahLst/>
            <a:cxnLst/>
            <a:rect l="l" t="t" r="r" b="b"/>
            <a:pathLst>
              <a:path w="1852778" h="740453" extrusionOk="0">
                <a:moveTo>
                  <a:pt x="1626182" y="8225"/>
                </a:moveTo>
                <a:cubicBezTo>
                  <a:pt x="1835485" y="-10578"/>
                  <a:pt x="1916138" y="308"/>
                  <a:pt x="1798374" y="67601"/>
                </a:cubicBezTo>
                <a:cubicBezTo>
                  <a:pt x="1680610" y="134894"/>
                  <a:pt x="1201639" y="332817"/>
                  <a:pt x="919600" y="411986"/>
                </a:cubicBezTo>
                <a:cubicBezTo>
                  <a:pt x="637561" y="491155"/>
                  <a:pt x="236611" y="462471"/>
                  <a:pt x="106139" y="542615"/>
                </a:cubicBezTo>
                <a:cubicBezTo>
                  <a:pt x="-24333" y="622759"/>
                  <a:pt x="1273" y="721032"/>
                  <a:pt x="3417" y="740453"/>
                </a:cubicBezTo>
              </a:path>
            </a:pathLst>
          </a:custGeom>
          <a:noFill/>
          <a:ln w="38100" cap="rnd" cmpd="sng">
            <a:solidFill>
              <a:srgbClr val="A7591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6" name="Google Shape;26;p6"/>
          <p:cNvSpPr/>
          <p:nvPr/>
        </p:nvSpPr>
        <p:spPr>
          <a:xfrm>
            <a:off x="2232872" y="1149033"/>
            <a:ext cx="878136" cy="878136"/>
          </a:xfrm>
          <a:prstGeom prst="ellipse">
            <a:avLst/>
          </a:prstGeom>
          <a:gradFill>
            <a:gsLst>
              <a:gs pos="0">
                <a:srgbClr val="F98223"/>
              </a:gs>
              <a:gs pos="35000">
                <a:srgbClr val="F98223"/>
              </a:gs>
              <a:gs pos="100000">
                <a:srgbClr val="B15F13"/>
              </a:gs>
            </a:gsLst>
            <a:path path="circle">
              <a:fillToRect r="100000" b="100000"/>
            </a:path>
            <a:tileRect l="-100000" t="-100000"/>
          </a:gradFill>
          <a:ln>
            <a:noFill/>
          </a:ln>
          <a:effectLst>
            <a:outerShdw blurRad="190500" dist="177800" dir="2640000" sx="97000" sy="97000" algn="tl" rotWithShape="0">
              <a:srgbClr val="000000">
                <a:alpha val="37647"/>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7" name="Google Shape;27;p6"/>
          <p:cNvSpPr/>
          <p:nvPr/>
        </p:nvSpPr>
        <p:spPr>
          <a:xfrm>
            <a:off x="2853271" y="3260594"/>
            <a:ext cx="328762" cy="328762"/>
          </a:xfrm>
          <a:prstGeom prst="ellipse">
            <a:avLst/>
          </a:prstGeom>
          <a:gradFill>
            <a:gsLst>
              <a:gs pos="0">
                <a:srgbClr val="F98223"/>
              </a:gs>
              <a:gs pos="35000">
                <a:srgbClr val="F98223"/>
              </a:gs>
              <a:gs pos="100000">
                <a:srgbClr val="B15F13"/>
              </a:gs>
            </a:gsLst>
            <a:path path="circle">
              <a:fillToRect r="100000" b="100000"/>
            </a:path>
            <a:tileRect l="-100000" t="-100000"/>
          </a:gradFill>
          <a:ln>
            <a:noFill/>
          </a:ln>
          <a:effectLst>
            <a:outerShdw blurRad="190500" dist="177800" dir="2640000" sx="97000" sy="97000" algn="tl" rotWithShape="0">
              <a:srgbClr val="000000">
                <a:alpha val="37647"/>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8" name="Google Shape;28;p6"/>
          <p:cNvSpPr/>
          <p:nvPr/>
        </p:nvSpPr>
        <p:spPr>
          <a:xfrm>
            <a:off x="2315036" y="1131009"/>
            <a:ext cx="742135" cy="914183"/>
          </a:xfrm>
          <a:prstGeom prst="rect">
            <a:avLst/>
          </a:prstGeom>
          <a:noFill/>
          <a:ln>
            <a:noFill/>
          </a:ln>
        </p:spPr>
        <p:txBody>
          <a:bodyPr spcFirstLastPara="1" wrap="square" lIns="82375" tIns="41175" rIns="82375" bIns="41175" anchor="t" anchorCtr="0">
            <a:noAutofit/>
          </a:bodyPr>
          <a:lstStyle/>
          <a:p>
            <a:pPr marL="0" marR="0" lvl="0" indent="0" algn="ctr" rtl="0">
              <a:spcBef>
                <a:spcPts val="0"/>
              </a:spcBef>
              <a:spcAft>
                <a:spcPts val="0"/>
              </a:spcAft>
              <a:buNone/>
            </a:pPr>
            <a:endParaRPr dirty="0"/>
          </a:p>
        </p:txBody>
      </p:sp>
      <p:pic>
        <p:nvPicPr>
          <p:cNvPr id="29" name="Google Shape;29;p6"/>
          <p:cNvPicPr preferRelativeResize="0"/>
          <p:nvPr/>
        </p:nvPicPr>
        <p:blipFill rotWithShape="1">
          <a:blip r:embed="rId3">
            <a:alphaModFix/>
          </a:blip>
          <a:srcRect/>
          <a:stretch/>
        </p:blipFill>
        <p:spPr>
          <a:xfrm>
            <a:off x="4182702" y="2045192"/>
            <a:ext cx="541190" cy="541190"/>
          </a:xfrm>
          <a:prstGeom prst="rect">
            <a:avLst/>
          </a:prstGeom>
          <a:noFill/>
          <a:ln>
            <a:noFill/>
          </a:ln>
        </p:spPr>
      </p:pic>
      <p:sp>
        <p:nvSpPr>
          <p:cNvPr id="30" name="Google Shape;30;p6"/>
          <p:cNvSpPr/>
          <p:nvPr/>
        </p:nvSpPr>
        <p:spPr>
          <a:xfrm>
            <a:off x="1264209" y="2045193"/>
            <a:ext cx="2903657" cy="1016900"/>
          </a:xfrm>
          <a:prstGeom prst="rect">
            <a:avLst/>
          </a:prstGeom>
          <a:noFill/>
          <a:ln>
            <a:noFill/>
          </a:ln>
        </p:spPr>
        <p:txBody>
          <a:bodyPr spcFirstLastPara="1" wrap="square" lIns="82375" tIns="41175" rIns="82375" bIns="41175" anchor="t" anchorCtr="0">
            <a:noAutofit/>
          </a:bodyPr>
          <a:lstStyle/>
          <a:p>
            <a:pPr lvl="0" algn="ctr"/>
            <a:r>
              <a:rPr lang="en-US" sz="2800" b="1" dirty="0">
                <a:solidFill>
                  <a:srgbClr val="262626"/>
                </a:solidFill>
                <a:latin typeface="Tahoma" panose="020B0604030504040204" pitchFamily="34" charset="0"/>
                <a:ea typeface="Tahoma" panose="020B0604030504040204" pitchFamily="34" charset="0"/>
                <a:cs typeface="Tahoma" panose="020B0604030504040204" pitchFamily="34" charset="0"/>
                <a:sym typeface="Calibri"/>
              </a:rPr>
              <a:t>PENDAFTARAN KECIL RAHSIA</a:t>
            </a:r>
            <a:endParaRPr lang="en-US" sz="2800" b="1" dirty="0">
              <a:latin typeface="Tahoma" panose="020B0604030504040204" pitchFamily="34" charset="0"/>
              <a:ea typeface="Tahoma" panose="020B0604030504040204" pitchFamily="34" charset="0"/>
              <a:cs typeface="Tahoma" panose="020B0604030504040204" pitchFamily="34" charset="0"/>
            </a:endParaRPr>
          </a:p>
        </p:txBody>
      </p:sp>
      <p:sp>
        <p:nvSpPr>
          <p:cNvPr id="32" name="Google Shape;32;p6"/>
          <p:cNvSpPr/>
          <p:nvPr/>
        </p:nvSpPr>
        <p:spPr>
          <a:xfrm>
            <a:off x="2949920" y="3345940"/>
            <a:ext cx="142504" cy="142504"/>
          </a:xfrm>
          <a:prstGeom prst="star5">
            <a:avLst>
              <a:gd name="adj" fmla="val 30404"/>
              <a:gd name="hf" fmla="val 105146"/>
              <a:gd name="vf" fmla="val 11055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44" name="Google Shape;44;p6"/>
          <p:cNvSpPr/>
          <p:nvPr/>
        </p:nvSpPr>
        <p:spPr>
          <a:xfrm rot="2666803">
            <a:off x="5423435" y="331207"/>
            <a:ext cx="2362010" cy="2362010"/>
          </a:xfrm>
          <a:prstGeom prst="roundRect">
            <a:avLst>
              <a:gd name="adj" fmla="val 25358"/>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45" name="Google Shape;45;p6"/>
          <p:cNvSpPr/>
          <p:nvPr/>
        </p:nvSpPr>
        <p:spPr>
          <a:xfrm rot="2666803">
            <a:off x="5459881" y="277760"/>
            <a:ext cx="2295902" cy="2295902"/>
          </a:xfrm>
          <a:prstGeom prst="roundRect">
            <a:avLst>
              <a:gd name="adj" fmla="val 25358"/>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lt1"/>
              </a:solidFill>
              <a:latin typeface="Calibri"/>
              <a:ea typeface="Calibri"/>
              <a:cs typeface="Calibri"/>
              <a:sym typeface="Calibri"/>
            </a:endParaRPr>
          </a:p>
        </p:txBody>
      </p:sp>
      <p:sp>
        <p:nvSpPr>
          <p:cNvPr id="46" name="Google Shape;46;p6"/>
          <p:cNvSpPr/>
          <p:nvPr/>
        </p:nvSpPr>
        <p:spPr>
          <a:xfrm>
            <a:off x="5517599" y="2118933"/>
            <a:ext cx="720223" cy="590898"/>
          </a:xfrm>
          <a:custGeom>
            <a:avLst/>
            <a:gdLst/>
            <a:ahLst/>
            <a:cxnLst/>
            <a:rect l="l" t="t" r="r" b="b"/>
            <a:pathLst>
              <a:path w="720223" h="590898" extrusionOk="0">
                <a:moveTo>
                  <a:pt x="0" y="0"/>
                </a:moveTo>
                <a:cubicBezTo>
                  <a:pt x="74221" y="294904"/>
                  <a:pt x="206829" y="484909"/>
                  <a:pt x="356260" y="558140"/>
                </a:cubicBezTo>
                <a:cubicBezTo>
                  <a:pt x="476297" y="644150"/>
                  <a:pt x="630168" y="535854"/>
                  <a:pt x="720223" y="516062"/>
                </a:cubicBezTo>
              </a:path>
            </a:pathLst>
          </a:custGeom>
          <a:noFill/>
          <a:ln w="38100" cap="rnd" cmpd="sng">
            <a:solidFill>
              <a:srgbClr val="01D4A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47" name="Google Shape;47;p6"/>
          <p:cNvSpPr/>
          <p:nvPr/>
        </p:nvSpPr>
        <p:spPr>
          <a:xfrm>
            <a:off x="5420947" y="267966"/>
            <a:ext cx="1852778" cy="740453"/>
          </a:xfrm>
          <a:custGeom>
            <a:avLst/>
            <a:gdLst/>
            <a:ahLst/>
            <a:cxnLst/>
            <a:rect l="l" t="t" r="r" b="b"/>
            <a:pathLst>
              <a:path w="1852778" h="740453" extrusionOk="0">
                <a:moveTo>
                  <a:pt x="1626182" y="8225"/>
                </a:moveTo>
                <a:cubicBezTo>
                  <a:pt x="1835485" y="-10578"/>
                  <a:pt x="1916138" y="308"/>
                  <a:pt x="1798374" y="67601"/>
                </a:cubicBezTo>
                <a:cubicBezTo>
                  <a:pt x="1680610" y="134894"/>
                  <a:pt x="1201639" y="332817"/>
                  <a:pt x="919600" y="411986"/>
                </a:cubicBezTo>
                <a:cubicBezTo>
                  <a:pt x="637561" y="491155"/>
                  <a:pt x="236611" y="462471"/>
                  <a:pt x="106139" y="542615"/>
                </a:cubicBezTo>
                <a:cubicBezTo>
                  <a:pt x="-24333" y="622759"/>
                  <a:pt x="1273" y="721032"/>
                  <a:pt x="3417" y="740453"/>
                </a:cubicBezTo>
              </a:path>
            </a:pathLst>
          </a:custGeom>
          <a:noFill/>
          <a:ln w="38100" cap="rnd" cmpd="sng">
            <a:solidFill>
              <a:srgbClr val="01D4A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48" name="Google Shape;48;p6"/>
          <p:cNvSpPr/>
          <p:nvPr/>
        </p:nvSpPr>
        <p:spPr>
          <a:xfrm>
            <a:off x="5315972" y="195005"/>
            <a:ext cx="878136" cy="878136"/>
          </a:xfrm>
          <a:prstGeom prst="ellipse">
            <a:avLst/>
          </a:prstGeom>
          <a:gradFill>
            <a:gsLst>
              <a:gs pos="0">
                <a:srgbClr val="147FCD"/>
              </a:gs>
              <a:gs pos="35000">
                <a:srgbClr val="147FCD"/>
              </a:gs>
              <a:gs pos="100000">
                <a:srgbClr val="01D4A2"/>
              </a:gs>
            </a:gsLst>
            <a:path path="circle">
              <a:fillToRect r="100000" b="100000"/>
            </a:path>
            <a:tileRect l="-100000" t="-100000"/>
          </a:gradFill>
          <a:ln>
            <a:noFill/>
          </a:ln>
          <a:effectLst>
            <a:outerShdw blurRad="190500" dist="177800" dir="2640000" sx="97000" sy="97000" algn="tl" rotWithShape="0">
              <a:srgbClr val="000000">
                <a:alpha val="37647"/>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49" name="Google Shape;49;p6"/>
          <p:cNvSpPr/>
          <p:nvPr/>
        </p:nvSpPr>
        <p:spPr>
          <a:xfrm>
            <a:off x="6137998" y="2375131"/>
            <a:ext cx="328762" cy="328762"/>
          </a:xfrm>
          <a:prstGeom prst="ellipse">
            <a:avLst/>
          </a:prstGeom>
          <a:gradFill>
            <a:gsLst>
              <a:gs pos="0">
                <a:srgbClr val="147FCD"/>
              </a:gs>
              <a:gs pos="35000">
                <a:srgbClr val="147FCD"/>
              </a:gs>
              <a:gs pos="100000">
                <a:srgbClr val="01D4A2"/>
              </a:gs>
            </a:gsLst>
            <a:path path="circle">
              <a:fillToRect r="100000" b="100000"/>
            </a:path>
            <a:tileRect l="-100000" t="-100000"/>
          </a:gradFill>
          <a:ln>
            <a:noFill/>
          </a:ln>
          <a:effectLst>
            <a:outerShdw blurRad="190500" dist="177800" dir="2640000" sx="97000" sy="97000" algn="tl" rotWithShape="0">
              <a:srgbClr val="000000">
                <a:alpha val="37647"/>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50" name="Google Shape;50;p6"/>
          <p:cNvSpPr/>
          <p:nvPr/>
        </p:nvSpPr>
        <p:spPr>
          <a:xfrm>
            <a:off x="5599763" y="245546"/>
            <a:ext cx="742135" cy="914183"/>
          </a:xfrm>
          <a:prstGeom prst="rect">
            <a:avLst/>
          </a:prstGeom>
          <a:noFill/>
          <a:ln>
            <a:noFill/>
          </a:ln>
        </p:spPr>
        <p:txBody>
          <a:bodyPr spcFirstLastPara="1" wrap="square" lIns="82375" tIns="41175" rIns="82375" bIns="41175" anchor="t" anchorCtr="0">
            <a:noAutofit/>
          </a:bodyPr>
          <a:lstStyle/>
          <a:p>
            <a:pPr marL="0" marR="0" lvl="0" indent="0" algn="ctr" rtl="0">
              <a:spcBef>
                <a:spcPts val="0"/>
              </a:spcBef>
              <a:spcAft>
                <a:spcPts val="0"/>
              </a:spcAft>
              <a:buNone/>
            </a:pPr>
            <a:endParaRPr dirty="0"/>
          </a:p>
        </p:txBody>
      </p:sp>
      <p:pic>
        <p:nvPicPr>
          <p:cNvPr id="51" name="Google Shape;51;p6"/>
          <p:cNvPicPr preferRelativeResize="0"/>
          <p:nvPr/>
        </p:nvPicPr>
        <p:blipFill rotWithShape="1">
          <a:blip r:embed="rId4">
            <a:alphaModFix/>
          </a:blip>
          <a:srcRect/>
          <a:stretch/>
        </p:blipFill>
        <p:spPr>
          <a:xfrm>
            <a:off x="7198448" y="306423"/>
            <a:ext cx="541190" cy="541190"/>
          </a:xfrm>
          <a:prstGeom prst="rect">
            <a:avLst/>
          </a:prstGeom>
          <a:noFill/>
          <a:ln>
            <a:noFill/>
          </a:ln>
        </p:spPr>
      </p:pic>
      <p:sp>
        <p:nvSpPr>
          <p:cNvPr id="52" name="Google Shape;52;p6"/>
          <p:cNvSpPr/>
          <p:nvPr/>
        </p:nvSpPr>
        <p:spPr>
          <a:xfrm>
            <a:off x="5086481" y="701452"/>
            <a:ext cx="6779704" cy="1953765"/>
          </a:xfrm>
          <a:prstGeom prst="rect">
            <a:avLst/>
          </a:prstGeom>
          <a:noFill/>
          <a:ln>
            <a:noFill/>
          </a:ln>
        </p:spPr>
        <p:txBody>
          <a:bodyPr spcFirstLastPara="1" wrap="square" lIns="82375" tIns="41175" rIns="82375" bIns="41175" anchor="t" anchorCtr="0">
            <a:noAutofit/>
          </a:bodyPr>
          <a:lstStyle/>
          <a:p>
            <a:pPr lvl="0" algn="just"/>
            <a:r>
              <a:rPr lang="ms-MY" sz="2400" dirty="0">
                <a:latin typeface="Tahoma" panose="020B0604030504040204" pitchFamily="34" charset="0"/>
                <a:ea typeface="Tahoma" panose="020B0604030504040204" pitchFamily="34" charset="0"/>
                <a:cs typeface="Tahoma" panose="020B0604030504040204" pitchFamily="34" charset="0"/>
              </a:rPr>
              <a:t>Di pejabat-pejabat kecil mungkin tidak boleh ditubuhkan Pendaftaran Rahsia yang berasingan, prinsip bahawa rahsia rasmi diterima, diproses, disimpan dan dihantar berasingan daripada dokumen bukan rahsia rasmi hendaklah dipatuhi dan hanya boleh diuruskan oleh pegawai-pegawai awam yang dibenarkan sahaja. </a:t>
            </a:r>
          </a:p>
          <a:p>
            <a:pPr marL="0" marR="0" lvl="0" indent="0" algn="ctr" rtl="0">
              <a:spcBef>
                <a:spcPts val="0"/>
              </a:spcBef>
              <a:spcAft>
                <a:spcPts val="0"/>
              </a:spcAft>
              <a:buNone/>
            </a:pPr>
            <a:endParaRPr dirty="0"/>
          </a:p>
        </p:txBody>
      </p:sp>
      <p:sp>
        <p:nvSpPr>
          <p:cNvPr id="54" name="Google Shape;54;p6"/>
          <p:cNvSpPr/>
          <p:nvPr/>
        </p:nvSpPr>
        <p:spPr>
          <a:xfrm>
            <a:off x="6234647" y="2460477"/>
            <a:ext cx="142504" cy="142504"/>
          </a:xfrm>
          <a:prstGeom prst="star5">
            <a:avLst>
              <a:gd name="adj" fmla="val 30404"/>
              <a:gd name="hf" fmla="val 105146"/>
              <a:gd name="vf" fmla="val 11055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55" name="Google Shape;55;p6"/>
          <p:cNvSpPr/>
          <p:nvPr/>
        </p:nvSpPr>
        <p:spPr>
          <a:xfrm rot="2666803">
            <a:off x="5645791" y="3705052"/>
            <a:ext cx="2362010" cy="2362010"/>
          </a:xfrm>
          <a:prstGeom prst="roundRect">
            <a:avLst>
              <a:gd name="adj" fmla="val 25358"/>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56" name="Google Shape;56;p6"/>
          <p:cNvSpPr/>
          <p:nvPr/>
        </p:nvSpPr>
        <p:spPr>
          <a:xfrm rot="2666803">
            <a:off x="5582851" y="3758109"/>
            <a:ext cx="2295902" cy="2295902"/>
          </a:xfrm>
          <a:prstGeom prst="roundRect">
            <a:avLst>
              <a:gd name="adj" fmla="val 25358"/>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57" name="Google Shape;57;p6"/>
          <p:cNvSpPr/>
          <p:nvPr/>
        </p:nvSpPr>
        <p:spPr>
          <a:xfrm>
            <a:off x="5803289" y="5779711"/>
            <a:ext cx="720223" cy="590898"/>
          </a:xfrm>
          <a:custGeom>
            <a:avLst/>
            <a:gdLst/>
            <a:ahLst/>
            <a:cxnLst/>
            <a:rect l="l" t="t" r="r" b="b"/>
            <a:pathLst>
              <a:path w="720223" h="590898" extrusionOk="0">
                <a:moveTo>
                  <a:pt x="0" y="0"/>
                </a:moveTo>
                <a:cubicBezTo>
                  <a:pt x="74221" y="294904"/>
                  <a:pt x="206829" y="484909"/>
                  <a:pt x="356260" y="558140"/>
                </a:cubicBezTo>
                <a:cubicBezTo>
                  <a:pt x="476297" y="644150"/>
                  <a:pt x="630168" y="535854"/>
                  <a:pt x="720223" y="516062"/>
                </a:cubicBezTo>
              </a:path>
            </a:pathLst>
          </a:custGeom>
          <a:noFill/>
          <a:ln w="38100" cap="rnd" cmpd="sng">
            <a:solidFill>
              <a:srgbClr val="8D155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58" name="Google Shape;58;p6"/>
          <p:cNvSpPr/>
          <p:nvPr/>
        </p:nvSpPr>
        <p:spPr>
          <a:xfrm>
            <a:off x="5536714" y="3694408"/>
            <a:ext cx="1852778" cy="740453"/>
          </a:xfrm>
          <a:custGeom>
            <a:avLst/>
            <a:gdLst/>
            <a:ahLst/>
            <a:cxnLst/>
            <a:rect l="l" t="t" r="r" b="b"/>
            <a:pathLst>
              <a:path w="1852778" h="740453" extrusionOk="0">
                <a:moveTo>
                  <a:pt x="1626182" y="8225"/>
                </a:moveTo>
                <a:cubicBezTo>
                  <a:pt x="1835485" y="-10578"/>
                  <a:pt x="1916138" y="308"/>
                  <a:pt x="1798374" y="67601"/>
                </a:cubicBezTo>
                <a:cubicBezTo>
                  <a:pt x="1680610" y="134894"/>
                  <a:pt x="1201639" y="332817"/>
                  <a:pt x="919600" y="411986"/>
                </a:cubicBezTo>
                <a:cubicBezTo>
                  <a:pt x="637561" y="491155"/>
                  <a:pt x="236611" y="462471"/>
                  <a:pt x="106139" y="542615"/>
                </a:cubicBezTo>
                <a:cubicBezTo>
                  <a:pt x="-24333" y="622759"/>
                  <a:pt x="1273" y="721032"/>
                  <a:pt x="3417" y="740453"/>
                </a:cubicBezTo>
              </a:path>
            </a:pathLst>
          </a:custGeom>
          <a:noFill/>
          <a:ln w="38100" cap="rnd" cmpd="sng">
            <a:solidFill>
              <a:srgbClr val="8D155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59" name="Google Shape;59;p6"/>
          <p:cNvSpPr/>
          <p:nvPr/>
        </p:nvSpPr>
        <p:spPr>
          <a:xfrm>
            <a:off x="5217864" y="3894922"/>
            <a:ext cx="878136" cy="878136"/>
          </a:xfrm>
          <a:prstGeom prst="ellipse">
            <a:avLst/>
          </a:prstGeom>
          <a:gradFill>
            <a:gsLst>
              <a:gs pos="0">
                <a:srgbClr val="C53617"/>
              </a:gs>
              <a:gs pos="35000">
                <a:srgbClr val="C53617"/>
              </a:gs>
              <a:gs pos="100000">
                <a:srgbClr val="8D155D"/>
              </a:gs>
            </a:gsLst>
            <a:path path="circle">
              <a:fillToRect r="100000" b="100000"/>
            </a:path>
            <a:tileRect l="-100000" t="-100000"/>
          </a:gradFill>
          <a:ln>
            <a:noFill/>
          </a:ln>
          <a:effectLst>
            <a:outerShdw blurRad="190500" dist="177800" dir="2640000" sx="97000" sy="97000" algn="tl" rotWithShape="0">
              <a:srgbClr val="000000">
                <a:alpha val="37647"/>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60" name="Google Shape;60;p6"/>
          <p:cNvSpPr/>
          <p:nvPr/>
        </p:nvSpPr>
        <p:spPr>
          <a:xfrm>
            <a:off x="6523512" y="6048980"/>
            <a:ext cx="328762" cy="328762"/>
          </a:xfrm>
          <a:prstGeom prst="ellipse">
            <a:avLst/>
          </a:prstGeom>
          <a:gradFill>
            <a:gsLst>
              <a:gs pos="0">
                <a:srgbClr val="C53617"/>
              </a:gs>
              <a:gs pos="35000">
                <a:srgbClr val="C53617"/>
              </a:gs>
              <a:gs pos="100000">
                <a:srgbClr val="8D155D"/>
              </a:gs>
            </a:gsLst>
            <a:path path="circle">
              <a:fillToRect r="100000" b="100000"/>
            </a:path>
            <a:tileRect l="-100000" t="-100000"/>
          </a:gradFill>
          <a:ln>
            <a:noFill/>
          </a:ln>
          <a:effectLst>
            <a:outerShdw blurRad="190500" dist="177800" dir="2640000" sx="97000" sy="97000" algn="tl" rotWithShape="0">
              <a:srgbClr val="000000">
                <a:alpha val="37647"/>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61" name="Google Shape;61;p6"/>
          <p:cNvSpPr/>
          <p:nvPr/>
        </p:nvSpPr>
        <p:spPr>
          <a:xfrm>
            <a:off x="7517586" y="2968708"/>
            <a:ext cx="742135" cy="914183"/>
          </a:xfrm>
          <a:prstGeom prst="rect">
            <a:avLst/>
          </a:prstGeom>
          <a:noFill/>
          <a:ln>
            <a:noFill/>
          </a:ln>
        </p:spPr>
        <p:txBody>
          <a:bodyPr spcFirstLastPara="1" wrap="square" lIns="82375" tIns="41175" rIns="82375" bIns="41175" anchor="t" anchorCtr="0">
            <a:noAutofit/>
          </a:bodyPr>
          <a:lstStyle/>
          <a:p>
            <a:pPr marL="0" marR="0" lvl="0" indent="0" algn="ctr" rtl="0">
              <a:spcBef>
                <a:spcPts val="0"/>
              </a:spcBef>
              <a:spcAft>
                <a:spcPts val="0"/>
              </a:spcAft>
              <a:buNone/>
            </a:pPr>
            <a:endParaRPr dirty="0"/>
          </a:p>
        </p:txBody>
      </p:sp>
      <p:pic>
        <p:nvPicPr>
          <p:cNvPr id="62" name="Google Shape;62;p6"/>
          <p:cNvPicPr preferRelativeResize="0"/>
          <p:nvPr/>
        </p:nvPicPr>
        <p:blipFill rotWithShape="1">
          <a:blip r:embed="rId5">
            <a:alphaModFix/>
          </a:blip>
          <a:srcRect/>
          <a:stretch/>
        </p:blipFill>
        <p:spPr>
          <a:xfrm>
            <a:off x="7315103" y="3424975"/>
            <a:ext cx="541190" cy="541190"/>
          </a:xfrm>
          <a:prstGeom prst="rect">
            <a:avLst/>
          </a:prstGeom>
          <a:noFill/>
          <a:ln>
            <a:noFill/>
          </a:ln>
        </p:spPr>
      </p:pic>
      <p:sp>
        <p:nvSpPr>
          <p:cNvPr id="63" name="Google Shape;63;p6"/>
          <p:cNvSpPr/>
          <p:nvPr/>
        </p:nvSpPr>
        <p:spPr>
          <a:xfrm>
            <a:off x="6095151" y="4164676"/>
            <a:ext cx="5482731" cy="1344260"/>
          </a:xfrm>
          <a:prstGeom prst="rect">
            <a:avLst/>
          </a:prstGeom>
          <a:noFill/>
          <a:ln>
            <a:noFill/>
          </a:ln>
        </p:spPr>
        <p:txBody>
          <a:bodyPr spcFirstLastPara="1" wrap="square" lIns="82375" tIns="41175" rIns="82375" bIns="41175" anchor="t" anchorCtr="0">
            <a:noAutofit/>
          </a:bodyPr>
          <a:lstStyle/>
          <a:p>
            <a:pPr lvl="0" algn="just"/>
            <a:r>
              <a:rPr lang="ms-MY" sz="2400" dirty="0">
                <a:latin typeface="Tahoma" panose="020B0604030504040204" pitchFamily="34" charset="0"/>
                <a:ea typeface="Tahoma" panose="020B0604030504040204" pitchFamily="34" charset="0"/>
                <a:cs typeface="Tahoma" panose="020B0604030504040204" pitchFamily="34" charset="0"/>
              </a:rPr>
              <a:t>Selain daripada menubuhkan Pendaftaran Rahsia, satu atau lebih Pendaftaran Kecil Rahsia boleh diwujudkan di Jabatan. </a:t>
            </a:r>
          </a:p>
          <a:p>
            <a:pPr marL="0" marR="0" lvl="0" indent="0" algn="ctr" rtl="0">
              <a:spcBef>
                <a:spcPts val="0"/>
              </a:spcBef>
              <a:spcAft>
                <a:spcPts val="0"/>
              </a:spcAft>
              <a:buNone/>
            </a:pPr>
            <a:endParaRPr dirty="0"/>
          </a:p>
        </p:txBody>
      </p:sp>
      <p:sp>
        <p:nvSpPr>
          <p:cNvPr id="65" name="Google Shape;65;p6"/>
          <p:cNvSpPr/>
          <p:nvPr/>
        </p:nvSpPr>
        <p:spPr>
          <a:xfrm>
            <a:off x="6620845" y="6142109"/>
            <a:ext cx="142504" cy="142504"/>
          </a:xfrm>
          <a:prstGeom prst="star5">
            <a:avLst>
              <a:gd name="adj" fmla="val 30404"/>
              <a:gd name="hf" fmla="val 105146"/>
              <a:gd name="vf" fmla="val 11055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67" name="Picture 66">
            <a:extLst>
              <a:ext uri="{FF2B5EF4-FFF2-40B4-BE49-F238E27FC236}">
                <a16:creationId xmlns="" xmlns:a16="http://schemas.microsoft.com/office/drawing/2014/main" id="{4F4C0FFA-79EB-4CC3-A8A2-D113CD695713}"/>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03582" y="5807615"/>
            <a:ext cx="835393" cy="669380"/>
          </a:xfrm>
          <a:prstGeom prst="rect">
            <a:avLst/>
          </a:prstGeom>
        </p:spPr>
      </p:pic>
      <p:sp>
        <p:nvSpPr>
          <p:cNvPr id="68" name="TextBox 67">
            <a:extLst>
              <a:ext uri="{FF2B5EF4-FFF2-40B4-BE49-F238E27FC236}">
                <a16:creationId xmlns="" xmlns:a16="http://schemas.microsoft.com/office/drawing/2014/main" id="{99667544-95DA-4129-816D-B1C71E85F9C4}"/>
              </a:ext>
            </a:extLst>
          </p:cNvPr>
          <p:cNvSpPr txBox="1"/>
          <p:nvPr/>
        </p:nvSpPr>
        <p:spPr>
          <a:xfrm>
            <a:off x="2044213" y="5977632"/>
            <a:ext cx="6106049" cy="400110"/>
          </a:xfrm>
          <a:prstGeom prst="rect">
            <a:avLst/>
          </a:prstGeom>
          <a:noFill/>
        </p:spPr>
        <p:txBody>
          <a:bodyPr wrap="square">
            <a:spAutoFit/>
          </a:bodyPr>
          <a:lstStyle/>
          <a:p>
            <a:pPr>
              <a:defRPr/>
            </a:pPr>
            <a:r>
              <a:rPr lang="en-US" sz="1000" spc="280" dirty="0"/>
              <a:t>PEJABAT KETUA PEGAWAI KESELAMATAN KERAJAAN MALAYSIA</a:t>
            </a:r>
          </a:p>
          <a:p>
            <a:pPr>
              <a:defRPr/>
            </a:pPr>
            <a:r>
              <a:rPr lang="en-US" sz="1000" spc="280" dirty="0"/>
              <a:t>JABATAN PERDANA MENTERI</a:t>
            </a:r>
          </a:p>
        </p:txBody>
      </p:sp>
    </p:spTree>
    <p:extLst>
      <p:ext uri="{BB962C8B-B14F-4D97-AF65-F5344CB8AC3E}">
        <p14:creationId xmlns:p14="http://schemas.microsoft.com/office/powerpoint/2010/main" val="3579075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1000"/>
                                        <p:tgtEl>
                                          <p:spTgt spid="22"/>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fade">
                                      <p:cBhvr>
                                        <p:cTn id="11" dur="1000"/>
                                        <p:tgtEl>
                                          <p:spTgt spid="23"/>
                                        </p:tgtEl>
                                      </p:cBhvr>
                                    </p:animEffect>
                                  </p:childTnLst>
                                </p:cTn>
                              </p:par>
                            </p:childTnLst>
                          </p:cTn>
                        </p:par>
                        <p:par>
                          <p:cTn id="12" fill="hold">
                            <p:stCondLst>
                              <p:cond delay="2000"/>
                            </p:stCondLst>
                            <p:childTnLst>
                              <p:par>
                                <p:cTn id="13" presetID="10" presetClass="entr" presetSubtype="0" fill="hold" nodeType="after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fade">
                                      <p:cBhvr>
                                        <p:cTn id="15" dur="500"/>
                                        <p:tgtEl>
                                          <p:spTgt spid="25"/>
                                        </p:tgtEl>
                                      </p:cBhvr>
                                    </p:animEffect>
                                  </p:childTnLst>
                                </p:cTn>
                              </p:par>
                              <p:par>
                                <p:cTn id="16" presetID="10" presetClass="entr" presetSubtype="0" fill="hold" nodeType="withEffect">
                                  <p:stCondLst>
                                    <p:cond delay="0"/>
                                  </p:stCondLst>
                                  <p:childTnLst>
                                    <p:set>
                                      <p:cBhvr>
                                        <p:cTn id="17" dur="1" fill="hold">
                                          <p:stCondLst>
                                            <p:cond delay="0"/>
                                          </p:stCondLst>
                                        </p:cTn>
                                        <p:tgtEl>
                                          <p:spTgt spid="26"/>
                                        </p:tgtEl>
                                        <p:attrNameLst>
                                          <p:attrName>style.visibility</p:attrName>
                                        </p:attrNameLst>
                                      </p:cBhvr>
                                      <p:to>
                                        <p:strVal val="visible"/>
                                      </p:to>
                                    </p:set>
                                    <p:animEffect transition="in" filter="fade">
                                      <p:cBhvr>
                                        <p:cTn id="18" dur="500"/>
                                        <p:tgtEl>
                                          <p:spTgt spid="26"/>
                                        </p:tgtEl>
                                      </p:cBhvr>
                                    </p:animEffect>
                                  </p:childTnLst>
                                </p:cTn>
                              </p:par>
                            </p:childTnLst>
                          </p:cTn>
                        </p:par>
                        <p:par>
                          <p:cTn id="19" fill="hold">
                            <p:stCondLst>
                              <p:cond delay="2500"/>
                            </p:stCondLst>
                            <p:childTnLst>
                              <p:par>
                                <p:cTn id="20" presetID="10" presetClass="entr" presetSubtype="0" fill="hold" nodeType="after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250"/>
                                        <p:tgtEl>
                                          <p:spTgt spid="28"/>
                                        </p:tgtEl>
                                      </p:cBhvr>
                                    </p:animEffect>
                                  </p:childTnLst>
                                </p:cTn>
                              </p:par>
                              <p:par>
                                <p:cTn id="23" presetID="10" presetClass="entr" presetSubtype="0" fill="hold" nodeType="with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fade">
                                      <p:cBhvr>
                                        <p:cTn id="25" dur="500"/>
                                        <p:tgtEl>
                                          <p:spTgt spid="24"/>
                                        </p:tgtEl>
                                      </p:cBhvr>
                                    </p:animEffect>
                                  </p:childTnLst>
                                </p:cTn>
                              </p:par>
                            </p:childTnLst>
                          </p:cTn>
                        </p:par>
                        <p:par>
                          <p:cTn id="26" fill="hold">
                            <p:stCondLst>
                              <p:cond delay="3000"/>
                            </p:stCondLst>
                            <p:childTnLst>
                              <p:par>
                                <p:cTn id="27" presetID="10" presetClass="entr" presetSubtype="0" fill="hold" nodeType="afterEffect">
                                  <p:stCondLst>
                                    <p:cond delay="0"/>
                                  </p:stCondLst>
                                  <p:childTnLst>
                                    <p:set>
                                      <p:cBhvr>
                                        <p:cTn id="28" dur="1" fill="hold">
                                          <p:stCondLst>
                                            <p:cond delay="0"/>
                                          </p:stCondLst>
                                        </p:cTn>
                                        <p:tgtEl>
                                          <p:spTgt spid="27"/>
                                        </p:tgtEl>
                                        <p:attrNameLst>
                                          <p:attrName>style.visibility</p:attrName>
                                        </p:attrNameLst>
                                      </p:cBhvr>
                                      <p:to>
                                        <p:strVal val="visible"/>
                                      </p:to>
                                    </p:set>
                                    <p:animEffect transition="in" filter="fade">
                                      <p:cBhvr>
                                        <p:cTn id="29" dur="500"/>
                                        <p:tgtEl>
                                          <p:spTgt spid="27"/>
                                        </p:tgtEl>
                                      </p:cBhvr>
                                    </p:animEffect>
                                  </p:childTnLst>
                                </p:cTn>
                              </p:par>
                              <p:par>
                                <p:cTn id="30" presetID="10" presetClass="entr" presetSubtype="0" fill="hold" nodeType="withEffect">
                                  <p:stCondLst>
                                    <p:cond delay="0"/>
                                  </p:stCondLst>
                                  <p:childTnLst>
                                    <p:set>
                                      <p:cBhvr>
                                        <p:cTn id="31" dur="1" fill="hold">
                                          <p:stCondLst>
                                            <p:cond delay="0"/>
                                          </p:stCondLst>
                                        </p:cTn>
                                        <p:tgtEl>
                                          <p:spTgt spid="32"/>
                                        </p:tgtEl>
                                        <p:attrNameLst>
                                          <p:attrName>style.visibility</p:attrName>
                                        </p:attrNameLst>
                                      </p:cBhvr>
                                      <p:to>
                                        <p:strVal val="visible"/>
                                      </p:to>
                                    </p:set>
                                    <p:animEffect transition="in" filter="fade">
                                      <p:cBhvr>
                                        <p:cTn id="32" dur="500"/>
                                        <p:tgtEl>
                                          <p:spTgt spid="32"/>
                                        </p:tgtEl>
                                      </p:cBhvr>
                                    </p:animEffect>
                                  </p:childTnLst>
                                </p:cTn>
                              </p:par>
                            </p:childTnLst>
                          </p:cTn>
                        </p:par>
                        <p:par>
                          <p:cTn id="33" fill="hold">
                            <p:stCondLst>
                              <p:cond delay="3500"/>
                            </p:stCondLst>
                            <p:childTnLst>
                              <p:par>
                                <p:cTn id="34" presetID="10" presetClass="entr" presetSubtype="0" fill="hold" nodeType="afterEffect">
                                  <p:stCondLst>
                                    <p:cond delay="0"/>
                                  </p:stCondLst>
                                  <p:childTnLst>
                                    <p:set>
                                      <p:cBhvr>
                                        <p:cTn id="35" dur="1" fill="hold">
                                          <p:stCondLst>
                                            <p:cond delay="0"/>
                                          </p:stCondLst>
                                        </p:cTn>
                                        <p:tgtEl>
                                          <p:spTgt spid="29"/>
                                        </p:tgtEl>
                                        <p:attrNameLst>
                                          <p:attrName>style.visibility</p:attrName>
                                        </p:attrNameLst>
                                      </p:cBhvr>
                                      <p:to>
                                        <p:strVal val="visible"/>
                                      </p:to>
                                    </p:set>
                                    <p:animEffect transition="in" filter="fade">
                                      <p:cBhvr>
                                        <p:cTn id="36" dur="250"/>
                                        <p:tgtEl>
                                          <p:spTgt spid="29"/>
                                        </p:tgtEl>
                                      </p:cBhvr>
                                    </p:animEffect>
                                  </p:childTnLst>
                                </p:cTn>
                              </p:par>
                            </p:childTnLst>
                          </p:cTn>
                        </p:par>
                        <p:par>
                          <p:cTn id="37" fill="hold">
                            <p:stCondLst>
                              <p:cond delay="3750"/>
                            </p:stCondLst>
                            <p:childTnLst>
                              <p:par>
                                <p:cTn id="38" presetID="2" presetClass="entr" presetSubtype="8" fill="hold" nodeType="afterEffect">
                                  <p:stCondLst>
                                    <p:cond delay="0"/>
                                  </p:stCondLst>
                                  <p:childTnLst>
                                    <p:set>
                                      <p:cBhvr>
                                        <p:cTn id="39" dur="1" fill="hold">
                                          <p:stCondLst>
                                            <p:cond delay="0"/>
                                          </p:stCondLst>
                                        </p:cTn>
                                        <p:tgtEl>
                                          <p:spTgt spid="30"/>
                                        </p:tgtEl>
                                        <p:attrNameLst>
                                          <p:attrName>style.visibility</p:attrName>
                                        </p:attrNameLst>
                                      </p:cBhvr>
                                      <p:to>
                                        <p:strVal val="visible"/>
                                      </p:to>
                                    </p:set>
                                    <p:anim calcmode="lin" valueType="num">
                                      <p:cBhvr additive="base">
                                        <p:cTn id="40" dur="500"/>
                                        <p:tgtEl>
                                          <p:spTgt spid="30"/>
                                        </p:tgtEl>
                                        <p:attrNameLst>
                                          <p:attrName>ppt_x</p:attrName>
                                        </p:attrNameLst>
                                      </p:cBhvr>
                                      <p:tavLst>
                                        <p:tav tm="0">
                                          <p:val>
                                            <p:strVal val="#ppt_x-1"/>
                                          </p:val>
                                        </p:tav>
                                        <p:tav tm="100000">
                                          <p:val>
                                            <p:strVal val="#ppt_x"/>
                                          </p:val>
                                        </p:tav>
                                      </p:tavLst>
                                    </p:anim>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44"/>
                                        </p:tgtEl>
                                        <p:attrNameLst>
                                          <p:attrName>style.visibility</p:attrName>
                                        </p:attrNameLst>
                                      </p:cBhvr>
                                      <p:to>
                                        <p:strVal val="visible"/>
                                      </p:to>
                                    </p:set>
                                    <p:animEffect transition="in" filter="fade">
                                      <p:cBhvr>
                                        <p:cTn id="45" dur="1000"/>
                                        <p:tgtEl>
                                          <p:spTgt spid="44"/>
                                        </p:tgtEl>
                                      </p:cBhvr>
                                    </p:animEffect>
                                  </p:childTnLst>
                                </p:cTn>
                              </p:par>
                            </p:childTnLst>
                          </p:cTn>
                        </p:par>
                        <p:par>
                          <p:cTn id="46" fill="hold">
                            <p:stCondLst>
                              <p:cond delay="1000"/>
                            </p:stCondLst>
                            <p:childTnLst>
                              <p:par>
                                <p:cTn id="47" presetID="10" presetClass="entr" presetSubtype="0" fill="hold" nodeType="afterEffect">
                                  <p:stCondLst>
                                    <p:cond delay="0"/>
                                  </p:stCondLst>
                                  <p:childTnLst>
                                    <p:set>
                                      <p:cBhvr>
                                        <p:cTn id="48" dur="1" fill="hold">
                                          <p:stCondLst>
                                            <p:cond delay="0"/>
                                          </p:stCondLst>
                                        </p:cTn>
                                        <p:tgtEl>
                                          <p:spTgt spid="45"/>
                                        </p:tgtEl>
                                        <p:attrNameLst>
                                          <p:attrName>style.visibility</p:attrName>
                                        </p:attrNameLst>
                                      </p:cBhvr>
                                      <p:to>
                                        <p:strVal val="visible"/>
                                      </p:to>
                                    </p:set>
                                    <p:animEffect transition="in" filter="fade">
                                      <p:cBhvr>
                                        <p:cTn id="49" dur="1000"/>
                                        <p:tgtEl>
                                          <p:spTgt spid="45"/>
                                        </p:tgtEl>
                                      </p:cBhvr>
                                    </p:animEffect>
                                  </p:childTnLst>
                                </p:cTn>
                              </p:par>
                            </p:childTnLst>
                          </p:cTn>
                        </p:par>
                        <p:par>
                          <p:cTn id="50" fill="hold">
                            <p:stCondLst>
                              <p:cond delay="2000"/>
                            </p:stCondLst>
                            <p:childTnLst>
                              <p:par>
                                <p:cTn id="51" presetID="10" presetClass="entr" presetSubtype="0" fill="hold" nodeType="afterEffect">
                                  <p:stCondLst>
                                    <p:cond delay="0"/>
                                  </p:stCondLst>
                                  <p:childTnLst>
                                    <p:set>
                                      <p:cBhvr>
                                        <p:cTn id="52" dur="1" fill="hold">
                                          <p:stCondLst>
                                            <p:cond delay="0"/>
                                          </p:stCondLst>
                                        </p:cTn>
                                        <p:tgtEl>
                                          <p:spTgt spid="47"/>
                                        </p:tgtEl>
                                        <p:attrNameLst>
                                          <p:attrName>style.visibility</p:attrName>
                                        </p:attrNameLst>
                                      </p:cBhvr>
                                      <p:to>
                                        <p:strVal val="visible"/>
                                      </p:to>
                                    </p:set>
                                    <p:animEffect transition="in" filter="fade">
                                      <p:cBhvr>
                                        <p:cTn id="53" dur="500"/>
                                        <p:tgtEl>
                                          <p:spTgt spid="47"/>
                                        </p:tgtEl>
                                      </p:cBhvr>
                                    </p:animEffect>
                                  </p:childTnLst>
                                </p:cTn>
                              </p:par>
                              <p:par>
                                <p:cTn id="54" presetID="10" presetClass="entr" presetSubtype="0" fill="hold" nodeType="withEffect">
                                  <p:stCondLst>
                                    <p:cond delay="0"/>
                                  </p:stCondLst>
                                  <p:childTnLst>
                                    <p:set>
                                      <p:cBhvr>
                                        <p:cTn id="55" dur="1" fill="hold">
                                          <p:stCondLst>
                                            <p:cond delay="0"/>
                                          </p:stCondLst>
                                        </p:cTn>
                                        <p:tgtEl>
                                          <p:spTgt spid="48"/>
                                        </p:tgtEl>
                                        <p:attrNameLst>
                                          <p:attrName>style.visibility</p:attrName>
                                        </p:attrNameLst>
                                      </p:cBhvr>
                                      <p:to>
                                        <p:strVal val="visible"/>
                                      </p:to>
                                    </p:set>
                                    <p:animEffect transition="in" filter="fade">
                                      <p:cBhvr>
                                        <p:cTn id="56" dur="500"/>
                                        <p:tgtEl>
                                          <p:spTgt spid="48"/>
                                        </p:tgtEl>
                                      </p:cBhvr>
                                    </p:animEffect>
                                  </p:childTnLst>
                                </p:cTn>
                              </p:par>
                            </p:childTnLst>
                          </p:cTn>
                        </p:par>
                        <p:par>
                          <p:cTn id="57" fill="hold">
                            <p:stCondLst>
                              <p:cond delay="2500"/>
                            </p:stCondLst>
                            <p:childTnLst>
                              <p:par>
                                <p:cTn id="58" presetID="10" presetClass="entr" presetSubtype="0" fill="hold" nodeType="afterEffect">
                                  <p:stCondLst>
                                    <p:cond delay="0"/>
                                  </p:stCondLst>
                                  <p:childTnLst>
                                    <p:set>
                                      <p:cBhvr>
                                        <p:cTn id="59" dur="1" fill="hold">
                                          <p:stCondLst>
                                            <p:cond delay="0"/>
                                          </p:stCondLst>
                                        </p:cTn>
                                        <p:tgtEl>
                                          <p:spTgt spid="50"/>
                                        </p:tgtEl>
                                        <p:attrNameLst>
                                          <p:attrName>style.visibility</p:attrName>
                                        </p:attrNameLst>
                                      </p:cBhvr>
                                      <p:to>
                                        <p:strVal val="visible"/>
                                      </p:to>
                                    </p:set>
                                    <p:animEffect transition="in" filter="fade">
                                      <p:cBhvr>
                                        <p:cTn id="60" dur="250"/>
                                        <p:tgtEl>
                                          <p:spTgt spid="50"/>
                                        </p:tgtEl>
                                      </p:cBhvr>
                                    </p:animEffect>
                                  </p:childTnLst>
                                </p:cTn>
                              </p:par>
                              <p:par>
                                <p:cTn id="61" presetID="10" presetClass="entr" presetSubtype="0" fill="hold" nodeType="withEffect">
                                  <p:stCondLst>
                                    <p:cond delay="0"/>
                                  </p:stCondLst>
                                  <p:childTnLst>
                                    <p:set>
                                      <p:cBhvr>
                                        <p:cTn id="62" dur="1" fill="hold">
                                          <p:stCondLst>
                                            <p:cond delay="0"/>
                                          </p:stCondLst>
                                        </p:cTn>
                                        <p:tgtEl>
                                          <p:spTgt spid="46"/>
                                        </p:tgtEl>
                                        <p:attrNameLst>
                                          <p:attrName>style.visibility</p:attrName>
                                        </p:attrNameLst>
                                      </p:cBhvr>
                                      <p:to>
                                        <p:strVal val="visible"/>
                                      </p:to>
                                    </p:set>
                                    <p:animEffect transition="in" filter="fade">
                                      <p:cBhvr>
                                        <p:cTn id="63" dur="500"/>
                                        <p:tgtEl>
                                          <p:spTgt spid="46"/>
                                        </p:tgtEl>
                                      </p:cBhvr>
                                    </p:animEffect>
                                  </p:childTnLst>
                                </p:cTn>
                              </p:par>
                            </p:childTnLst>
                          </p:cTn>
                        </p:par>
                        <p:par>
                          <p:cTn id="64" fill="hold">
                            <p:stCondLst>
                              <p:cond delay="3000"/>
                            </p:stCondLst>
                            <p:childTnLst>
                              <p:par>
                                <p:cTn id="65" presetID="10" presetClass="entr" presetSubtype="0" fill="hold" nodeType="afterEffect">
                                  <p:stCondLst>
                                    <p:cond delay="0"/>
                                  </p:stCondLst>
                                  <p:childTnLst>
                                    <p:set>
                                      <p:cBhvr>
                                        <p:cTn id="66" dur="1" fill="hold">
                                          <p:stCondLst>
                                            <p:cond delay="0"/>
                                          </p:stCondLst>
                                        </p:cTn>
                                        <p:tgtEl>
                                          <p:spTgt spid="49"/>
                                        </p:tgtEl>
                                        <p:attrNameLst>
                                          <p:attrName>style.visibility</p:attrName>
                                        </p:attrNameLst>
                                      </p:cBhvr>
                                      <p:to>
                                        <p:strVal val="visible"/>
                                      </p:to>
                                    </p:set>
                                    <p:animEffect transition="in" filter="fade">
                                      <p:cBhvr>
                                        <p:cTn id="67" dur="500"/>
                                        <p:tgtEl>
                                          <p:spTgt spid="49"/>
                                        </p:tgtEl>
                                      </p:cBhvr>
                                    </p:animEffect>
                                  </p:childTnLst>
                                </p:cTn>
                              </p:par>
                              <p:par>
                                <p:cTn id="68" presetID="10" presetClass="entr" presetSubtype="0" fill="hold" nodeType="withEffect">
                                  <p:stCondLst>
                                    <p:cond delay="0"/>
                                  </p:stCondLst>
                                  <p:childTnLst>
                                    <p:set>
                                      <p:cBhvr>
                                        <p:cTn id="69" dur="1" fill="hold">
                                          <p:stCondLst>
                                            <p:cond delay="0"/>
                                          </p:stCondLst>
                                        </p:cTn>
                                        <p:tgtEl>
                                          <p:spTgt spid="54"/>
                                        </p:tgtEl>
                                        <p:attrNameLst>
                                          <p:attrName>style.visibility</p:attrName>
                                        </p:attrNameLst>
                                      </p:cBhvr>
                                      <p:to>
                                        <p:strVal val="visible"/>
                                      </p:to>
                                    </p:set>
                                    <p:animEffect transition="in" filter="fade">
                                      <p:cBhvr>
                                        <p:cTn id="70" dur="500"/>
                                        <p:tgtEl>
                                          <p:spTgt spid="54"/>
                                        </p:tgtEl>
                                      </p:cBhvr>
                                    </p:animEffect>
                                  </p:childTnLst>
                                </p:cTn>
                              </p:par>
                            </p:childTnLst>
                          </p:cTn>
                        </p:par>
                        <p:par>
                          <p:cTn id="71" fill="hold">
                            <p:stCondLst>
                              <p:cond delay="3500"/>
                            </p:stCondLst>
                            <p:childTnLst>
                              <p:par>
                                <p:cTn id="72" presetID="10" presetClass="entr" presetSubtype="0" fill="hold" nodeType="afterEffect">
                                  <p:stCondLst>
                                    <p:cond delay="0"/>
                                  </p:stCondLst>
                                  <p:childTnLst>
                                    <p:set>
                                      <p:cBhvr>
                                        <p:cTn id="73" dur="1" fill="hold">
                                          <p:stCondLst>
                                            <p:cond delay="0"/>
                                          </p:stCondLst>
                                        </p:cTn>
                                        <p:tgtEl>
                                          <p:spTgt spid="51"/>
                                        </p:tgtEl>
                                        <p:attrNameLst>
                                          <p:attrName>style.visibility</p:attrName>
                                        </p:attrNameLst>
                                      </p:cBhvr>
                                      <p:to>
                                        <p:strVal val="visible"/>
                                      </p:to>
                                    </p:set>
                                    <p:animEffect transition="in" filter="fade">
                                      <p:cBhvr>
                                        <p:cTn id="74" dur="250"/>
                                        <p:tgtEl>
                                          <p:spTgt spid="51"/>
                                        </p:tgtEl>
                                      </p:cBhvr>
                                    </p:animEffect>
                                  </p:childTnLst>
                                </p:cTn>
                              </p:par>
                            </p:childTnLst>
                          </p:cTn>
                        </p:par>
                        <p:par>
                          <p:cTn id="75" fill="hold">
                            <p:stCondLst>
                              <p:cond delay="3750"/>
                            </p:stCondLst>
                            <p:childTnLst>
                              <p:par>
                                <p:cTn id="76" presetID="2" presetClass="entr" presetSubtype="8" fill="hold" nodeType="afterEffect">
                                  <p:stCondLst>
                                    <p:cond delay="0"/>
                                  </p:stCondLst>
                                  <p:childTnLst>
                                    <p:set>
                                      <p:cBhvr>
                                        <p:cTn id="77" dur="1" fill="hold">
                                          <p:stCondLst>
                                            <p:cond delay="0"/>
                                          </p:stCondLst>
                                        </p:cTn>
                                        <p:tgtEl>
                                          <p:spTgt spid="52"/>
                                        </p:tgtEl>
                                        <p:attrNameLst>
                                          <p:attrName>style.visibility</p:attrName>
                                        </p:attrNameLst>
                                      </p:cBhvr>
                                      <p:to>
                                        <p:strVal val="visible"/>
                                      </p:to>
                                    </p:set>
                                    <p:anim calcmode="lin" valueType="num">
                                      <p:cBhvr additive="base">
                                        <p:cTn id="78" dur="500"/>
                                        <p:tgtEl>
                                          <p:spTgt spid="52"/>
                                        </p:tgtEl>
                                        <p:attrNameLst>
                                          <p:attrName>ppt_x</p:attrName>
                                        </p:attrNameLst>
                                      </p:cBhvr>
                                      <p:tavLst>
                                        <p:tav tm="0">
                                          <p:val>
                                            <p:strVal val="#ppt_x-1"/>
                                          </p:val>
                                        </p:tav>
                                        <p:tav tm="100000">
                                          <p:val>
                                            <p:strVal val="#ppt_x"/>
                                          </p:val>
                                        </p:tav>
                                      </p:tavLst>
                                    </p:anim>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nodeType="clickEffect">
                                  <p:stCondLst>
                                    <p:cond delay="0"/>
                                  </p:stCondLst>
                                  <p:childTnLst>
                                    <p:set>
                                      <p:cBhvr>
                                        <p:cTn id="82" dur="1" fill="hold">
                                          <p:stCondLst>
                                            <p:cond delay="0"/>
                                          </p:stCondLst>
                                        </p:cTn>
                                        <p:tgtEl>
                                          <p:spTgt spid="55"/>
                                        </p:tgtEl>
                                        <p:attrNameLst>
                                          <p:attrName>style.visibility</p:attrName>
                                        </p:attrNameLst>
                                      </p:cBhvr>
                                      <p:to>
                                        <p:strVal val="visible"/>
                                      </p:to>
                                    </p:set>
                                    <p:animEffect transition="in" filter="fade">
                                      <p:cBhvr>
                                        <p:cTn id="83" dur="1000"/>
                                        <p:tgtEl>
                                          <p:spTgt spid="55"/>
                                        </p:tgtEl>
                                      </p:cBhvr>
                                    </p:animEffect>
                                  </p:childTnLst>
                                </p:cTn>
                              </p:par>
                            </p:childTnLst>
                          </p:cTn>
                        </p:par>
                        <p:par>
                          <p:cTn id="84" fill="hold">
                            <p:stCondLst>
                              <p:cond delay="1000"/>
                            </p:stCondLst>
                            <p:childTnLst>
                              <p:par>
                                <p:cTn id="85" presetID="10" presetClass="entr" presetSubtype="0" fill="hold" nodeType="afterEffect">
                                  <p:stCondLst>
                                    <p:cond delay="0"/>
                                  </p:stCondLst>
                                  <p:childTnLst>
                                    <p:set>
                                      <p:cBhvr>
                                        <p:cTn id="86" dur="1" fill="hold">
                                          <p:stCondLst>
                                            <p:cond delay="0"/>
                                          </p:stCondLst>
                                        </p:cTn>
                                        <p:tgtEl>
                                          <p:spTgt spid="56"/>
                                        </p:tgtEl>
                                        <p:attrNameLst>
                                          <p:attrName>style.visibility</p:attrName>
                                        </p:attrNameLst>
                                      </p:cBhvr>
                                      <p:to>
                                        <p:strVal val="visible"/>
                                      </p:to>
                                    </p:set>
                                    <p:animEffect transition="in" filter="fade">
                                      <p:cBhvr>
                                        <p:cTn id="87" dur="1000"/>
                                        <p:tgtEl>
                                          <p:spTgt spid="56"/>
                                        </p:tgtEl>
                                      </p:cBhvr>
                                    </p:animEffect>
                                  </p:childTnLst>
                                </p:cTn>
                              </p:par>
                            </p:childTnLst>
                          </p:cTn>
                        </p:par>
                        <p:par>
                          <p:cTn id="88" fill="hold">
                            <p:stCondLst>
                              <p:cond delay="2000"/>
                            </p:stCondLst>
                            <p:childTnLst>
                              <p:par>
                                <p:cTn id="89" presetID="10" presetClass="entr" presetSubtype="0" fill="hold" nodeType="afterEffect">
                                  <p:stCondLst>
                                    <p:cond delay="0"/>
                                  </p:stCondLst>
                                  <p:childTnLst>
                                    <p:set>
                                      <p:cBhvr>
                                        <p:cTn id="90" dur="1" fill="hold">
                                          <p:stCondLst>
                                            <p:cond delay="0"/>
                                          </p:stCondLst>
                                        </p:cTn>
                                        <p:tgtEl>
                                          <p:spTgt spid="58"/>
                                        </p:tgtEl>
                                        <p:attrNameLst>
                                          <p:attrName>style.visibility</p:attrName>
                                        </p:attrNameLst>
                                      </p:cBhvr>
                                      <p:to>
                                        <p:strVal val="visible"/>
                                      </p:to>
                                    </p:set>
                                    <p:animEffect transition="in" filter="fade">
                                      <p:cBhvr>
                                        <p:cTn id="91" dur="500"/>
                                        <p:tgtEl>
                                          <p:spTgt spid="58"/>
                                        </p:tgtEl>
                                      </p:cBhvr>
                                    </p:animEffect>
                                  </p:childTnLst>
                                </p:cTn>
                              </p:par>
                              <p:par>
                                <p:cTn id="92" presetID="10" presetClass="entr" presetSubtype="0" fill="hold" nodeType="withEffect">
                                  <p:stCondLst>
                                    <p:cond delay="0"/>
                                  </p:stCondLst>
                                  <p:childTnLst>
                                    <p:set>
                                      <p:cBhvr>
                                        <p:cTn id="93" dur="1" fill="hold">
                                          <p:stCondLst>
                                            <p:cond delay="0"/>
                                          </p:stCondLst>
                                        </p:cTn>
                                        <p:tgtEl>
                                          <p:spTgt spid="59"/>
                                        </p:tgtEl>
                                        <p:attrNameLst>
                                          <p:attrName>style.visibility</p:attrName>
                                        </p:attrNameLst>
                                      </p:cBhvr>
                                      <p:to>
                                        <p:strVal val="visible"/>
                                      </p:to>
                                    </p:set>
                                    <p:animEffect transition="in" filter="fade">
                                      <p:cBhvr>
                                        <p:cTn id="94" dur="500"/>
                                        <p:tgtEl>
                                          <p:spTgt spid="59"/>
                                        </p:tgtEl>
                                      </p:cBhvr>
                                    </p:animEffect>
                                  </p:childTnLst>
                                </p:cTn>
                              </p:par>
                            </p:childTnLst>
                          </p:cTn>
                        </p:par>
                        <p:par>
                          <p:cTn id="95" fill="hold">
                            <p:stCondLst>
                              <p:cond delay="2500"/>
                            </p:stCondLst>
                            <p:childTnLst>
                              <p:par>
                                <p:cTn id="96" presetID="10" presetClass="entr" presetSubtype="0" fill="hold" nodeType="afterEffect">
                                  <p:stCondLst>
                                    <p:cond delay="0"/>
                                  </p:stCondLst>
                                  <p:childTnLst>
                                    <p:set>
                                      <p:cBhvr>
                                        <p:cTn id="97" dur="1" fill="hold">
                                          <p:stCondLst>
                                            <p:cond delay="0"/>
                                          </p:stCondLst>
                                        </p:cTn>
                                        <p:tgtEl>
                                          <p:spTgt spid="61"/>
                                        </p:tgtEl>
                                        <p:attrNameLst>
                                          <p:attrName>style.visibility</p:attrName>
                                        </p:attrNameLst>
                                      </p:cBhvr>
                                      <p:to>
                                        <p:strVal val="visible"/>
                                      </p:to>
                                    </p:set>
                                    <p:animEffect transition="in" filter="fade">
                                      <p:cBhvr>
                                        <p:cTn id="98" dur="250"/>
                                        <p:tgtEl>
                                          <p:spTgt spid="61"/>
                                        </p:tgtEl>
                                      </p:cBhvr>
                                    </p:animEffect>
                                  </p:childTnLst>
                                </p:cTn>
                              </p:par>
                              <p:par>
                                <p:cTn id="99" presetID="10" presetClass="entr" presetSubtype="0" fill="hold" nodeType="withEffect">
                                  <p:stCondLst>
                                    <p:cond delay="0"/>
                                  </p:stCondLst>
                                  <p:childTnLst>
                                    <p:set>
                                      <p:cBhvr>
                                        <p:cTn id="100" dur="1" fill="hold">
                                          <p:stCondLst>
                                            <p:cond delay="0"/>
                                          </p:stCondLst>
                                        </p:cTn>
                                        <p:tgtEl>
                                          <p:spTgt spid="57"/>
                                        </p:tgtEl>
                                        <p:attrNameLst>
                                          <p:attrName>style.visibility</p:attrName>
                                        </p:attrNameLst>
                                      </p:cBhvr>
                                      <p:to>
                                        <p:strVal val="visible"/>
                                      </p:to>
                                    </p:set>
                                    <p:animEffect transition="in" filter="fade">
                                      <p:cBhvr>
                                        <p:cTn id="101" dur="500"/>
                                        <p:tgtEl>
                                          <p:spTgt spid="57"/>
                                        </p:tgtEl>
                                      </p:cBhvr>
                                    </p:animEffect>
                                  </p:childTnLst>
                                </p:cTn>
                              </p:par>
                            </p:childTnLst>
                          </p:cTn>
                        </p:par>
                        <p:par>
                          <p:cTn id="102" fill="hold">
                            <p:stCondLst>
                              <p:cond delay="3000"/>
                            </p:stCondLst>
                            <p:childTnLst>
                              <p:par>
                                <p:cTn id="103" presetID="10" presetClass="entr" presetSubtype="0" fill="hold" nodeType="afterEffect">
                                  <p:stCondLst>
                                    <p:cond delay="0"/>
                                  </p:stCondLst>
                                  <p:childTnLst>
                                    <p:set>
                                      <p:cBhvr>
                                        <p:cTn id="104" dur="1" fill="hold">
                                          <p:stCondLst>
                                            <p:cond delay="0"/>
                                          </p:stCondLst>
                                        </p:cTn>
                                        <p:tgtEl>
                                          <p:spTgt spid="60"/>
                                        </p:tgtEl>
                                        <p:attrNameLst>
                                          <p:attrName>style.visibility</p:attrName>
                                        </p:attrNameLst>
                                      </p:cBhvr>
                                      <p:to>
                                        <p:strVal val="visible"/>
                                      </p:to>
                                    </p:set>
                                    <p:animEffect transition="in" filter="fade">
                                      <p:cBhvr>
                                        <p:cTn id="105" dur="500"/>
                                        <p:tgtEl>
                                          <p:spTgt spid="60"/>
                                        </p:tgtEl>
                                      </p:cBhvr>
                                    </p:animEffect>
                                  </p:childTnLst>
                                </p:cTn>
                              </p:par>
                              <p:par>
                                <p:cTn id="106" presetID="10" presetClass="entr" presetSubtype="0" fill="hold" nodeType="withEffect">
                                  <p:stCondLst>
                                    <p:cond delay="0"/>
                                  </p:stCondLst>
                                  <p:childTnLst>
                                    <p:set>
                                      <p:cBhvr>
                                        <p:cTn id="107" dur="1" fill="hold">
                                          <p:stCondLst>
                                            <p:cond delay="0"/>
                                          </p:stCondLst>
                                        </p:cTn>
                                        <p:tgtEl>
                                          <p:spTgt spid="65"/>
                                        </p:tgtEl>
                                        <p:attrNameLst>
                                          <p:attrName>style.visibility</p:attrName>
                                        </p:attrNameLst>
                                      </p:cBhvr>
                                      <p:to>
                                        <p:strVal val="visible"/>
                                      </p:to>
                                    </p:set>
                                    <p:animEffect transition="in" filter="fade">
                                      <p:cBhvr>
                                        <p:cTn id="108" dur="500"/>
                                        <p:tgtEl>
                                          <p:spTgt spid="65"/>
                                        </p:tgtEl>
                                      </p:cBhvr>
                                    </p:animEffect>
                                  </p:childTnLst>
                                </p:cTn>
                              </p:par>
                            </p:childTnLst>
                          </p:cTn>
                        </p:par>
                        <p:par>
                          <p:cTn id="109" fill="hold">
                            <p:stCondLst>
                              <p:cond delay="3500"/>
                            </p:stCondLst>
                            <p:childTnLst>
                              <p:par>
                                <p:cTn id="110" presetID="10" presetClass="entr" presetSubtype="0" fill="hold" nodeType="afterEffect">
                                  <p:stCondLst>
                                    <p:cond delay="0"/>
                                  </p:stCondLst>
                                  <p:childTnLst>
                                    <p:set>
                                      <p:cBhvr>
                                        <p:cTn id="111" dur="1" fill="hold">
                                          <p:stCondLst>
                                            <p:cond delay="0"/>
                                          </p:stCondLst>
                                        </p:cTn>
                                        <p:tgtEl>
                                          <p:spTgt spid="62"/>
                                        </p:tgtEl>
                                        <p:attrNameLst>
                                          <p:attrName>style.visibility</p:attrName>
                                        </p:attrNameLst>
                                      </p:cBhvr>
                                      <p:to>
                                        <p:strVal val="visible"/>
                                      </p:to>
                                    </p:set>
                                    <p:animEffect transition="in" filter="fade">
                                      <p:cBhvr>
                                        <p:cTn id="112" dur="250"/>
                                        <p:tgtEl>
                                          <p:spTgt spid="62"/>
                                        </p:tgtEl>
                                      </p:cBhvr>
                                    </p:animEffect>
                                  </p:childTnLst>
                                </p:cTn>
                              </p:par>
                            </p:childTnLst>
                          </p:cTn>
                        </p:par>
                        <p:par>
                          <p:cTn id="113" fill="hold">
                            <p:stCondLst>
                              <p:cond delay="3750"/>
                            </p:stCondLst>
                            <p:childTnLst>
                              <p:par>
                                <p:cTn id="114" presetID="2" presetClass="entr" presetSubtype="8" fill="hold" nodeType="afterEffect">
                                  <p:stCondLst>
                                    <p:cond delay="0"/>
                                  </p:stCondLst>
                                  <p:childTnLst>
                                    <p:set>
                                      <p:cBhvr>
                                        <p:cTn id="115" dur="1" fill="hold">
                                          <p:stCondLst>
                                            <p:cond delay="0"/>
                                          </p:stCondLst>
                                        </p:cTn>
                                        <p:tgtEl>
                                          <p:spTgt spid="63"/>
                                        </p:tgtEl>
                                        <p:attrNameLst>
                                          <p:attrName>style.visibility</p:attrName>
                                        </p:attrNameLst>
                                      </p:cBhvr>
                                      <p:to>
                                        <p:strVal val="visible"/>
                                      </p:to>
                                    </p:set>
                                    <p:anim calcmode="lin" valueType="num">
                                      <p:cBhvr additive="base">
                                        <p:cTn id="116" dur="500"/>
                                        <p:tgtEl>
                                          <p:spTgt spid="63"/>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a:extLst>
              <a:ext uri="{FF2B5EF4-FFF2-40B4-BE49-F238E27FC236}">
                <a16:creationId xmlns="" xmlns:a16="http://schemas.microsoft.com/office/drawing/2014/main" id="{81536B49-E539-4BE3-BBFD-E6FB54B4106D}"/>
              </a:ext>
            </a:extLst>
          </p:cNvPr>
          <p:cNvGraphicFramePr>
            <a:graphicFrameLocks noGrp="1"/>
          </p:cNvGraphicFramePr>
          <p:nvPr>
            <p:ph idx="1"/>
            <p:extLst>
              <p:ext uri="{D42A27DB-BD31-4B8C-83A1-F6EECF244321}">
                <p14:modId xmlns:p14="http://schemas.microsoft.com/office/powerpoint/2010/main" val="507562191"/>
              </p:ext>
            </p:extLst>
          </p:nvPr>
        </p:nvGraphicFramePr>
        <p:xfrm>
          <a:off x="1321278" y="774414"/>
          <a:ext cx="10018712" cy="408564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Picture 3">
            <a:extLst>
              <a:ext uri="{FF2B5EF4-FFF2-40B4-BE49-F238E27FC236}">
                <a16:creationId xmlns="" xmlns:a16="http://schemas.microsoft.com/office/drawing/2014/main" id="{80455E2C-B82E-4A32-86B7-A1DEB22A474C}"/>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03582" y="5842997"/>
            <a:ext cx="835393" cy="669380"/>
          </a:xfrm>
          <a:prstGeom prst="rect">
            <a:avLst/>
          </a:prstGeom>
        </p:spPr>
      </p:pic>
      <p:sp>
        <p:nvSpPr>
          <p:cNvPr id="5" name="TextBox 4">
            <a:extLst>
              <a:ext uri="{FF2B5EF4-FFF2-40B4-BE49-F238E27FC236}">
                <a16:creationId xmlns="" xmlns:a16="http://schemas.microsoft.com/office/drawing/2014/main" id="{46A76784-D47A-40C4-9E51-783AD47DF098}"/>
              </a:ext>
            </a:extLst>
          </p:cNvPr>
          <p:cNvSpPr txBox="1"/>
          <p:nvPr/>
        </p:nvSpPr>
        <p:spPr>
          <a:xfrm>
            <a:off x="2044213" y="5977632"/>
            <a:ext cx="6106049" cy="400110"/>
          </a:xfrm>
          <a:prstGeom prst="rect">
            <a:avLst/>
          </a:prstGeom>
          <a:noFill/>
        </p:spPr>
        <p:txBody>
          <a:bodyPr wrap="square">
            <a:spAutoFit/>
          </a:bodyPr>
          <a:lstStyle/>
          <a:p>
            <a:pPr>
              <a:defRPr/>
            </a:pPr>
            <a:r>
              <a:rPr lang="en-US" sz="1000" spc="280" dirty="0"/>
              <a:t>PEJABAT KETUA PEGAWAI KESELAMATAN KERAJAAN MALAYSIA</a:t>
            </a:r>
          </a:p>
          <a:p>
            <a:pPr>
              <a:defRPr/>
            </a:pPr>
            <a:r>
              <a:rPr lang="en-US" sz="1000" spc="280" dirty="0"/>
              <a:t>JABATAN PERDANA MENTERI</a:t>
            </a:r>
          </a:p>
        </p:txBody>
      </p:sp>
      <p:sp>
        <p:nvSpPr>
          <p:cNvPr id="6" name="Title 1">
            <a:extLst>
              <a:ext uri="{FF2B5EF4-FFF2-40B4-BE49-F238E27FC236}">
                <a16:creationId xmlns="" xmlns:a16="http://schemas.microsoft.com/office/drawing/2014/main" id="{146A0A34-EBF9-4BBD-A514-5C456BA301B7}"/>
              </a:ext>
            </a:extLst>
          </p:cNvPr>
          <p:cNvSpPr>
            <a:spLocks noGrp="1"/>
          </p:cNvSpPr>
          <p:nvPr>
            <p:ph type="title"/>
          </p:nvPr>
        </p:nvSpPr>
        <p:spPr>
          <a:xfrm>
            <a:off x="1497565" y="424467"/>
            <a:ext cx="10018712" cy="45719"/>
          </a:xfrm>
        </p:spPr>
        <p:txBody>
          <a:bodyPr>
            <a:noAutofit/>
          </a:bodyPr>
          <a:lstStyle/>
          <a:p>
            <a:pPr algn="ctr"/>
            <a:r>
              <a:rPr lang="ms-MY" sz="2800" b="1" dirty="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TUGAS DAN TANGGUNGJAWAB  </a:t>
            </a:r>
            <a:br>
              <a:rPr lang="ms-MY" sz="2800" b="1" dirty="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br>
            <a:r>
              <a:rPr lang="ms-MY" sz="2800" b="1" dirty="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PENDAFTAR RAHSIA</a:t>
            </a:r>
            <a:endParaRPr lang="en-MY" sz="2800" b="1" dirty="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endParaRPr>
          </a:p>
        </p:txBody>
      </p:sp>
      <p:graphicFrame>
        <p:nvGraphicFramePr>
          <p:cNvPr id="9" name="Diagram 8">
            <a:extLst>
              <a:ext uri="{FF2B5EF4-FFF2-40B4-BE49-F238E27FC236}">
                <a16:creationId xmlns="" xmlns:a16="http://schemas.microsoft.com/office/drawing/2014/main" id="{EBCCF67E-5881-47F3-A6D0-240EE6E63665}"/>
              </a:ext>
            </a:extLst>
          </p:cNvPr>
          <p:cNvGraphicFramePr/>
          <p:nvPr>
            <p:extLst>
              <p:ext uri="{D42A27DB-BD31-4B8C-83A1-F6EECF244321}">
                <p14:modId xmlns:p14="http://schemas.microsoft.com/office/powerpoint/2010/main" val="137282283"/>
              </p:ext>
            </p:extLst>
          </p:nvPr>
        </p:nvGraphicFramePr>
        <p:xfrm>
          <a:off x="1864677" y="1854383"/>
          <a:ext cx="8128000" cy="5418667"/>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11406355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 xmlns:a16="http://schemas.microsoft.com/office/drawing/2014/main" id="{80455E2C-B82E-4A32-86B7-A1DEB22A474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03582" y="5842997"/>
            <a:ext cx="835393" cy="669380"/>
          </a:xfrm>
          <a:prstGeom prst="rect">
            <a:avLst/>
          </a:prstGeom>
        </p:spPr>
      </p:pic>
      <p:sp>
        <p:nvSpPr>
          <p:cNvPr id="5" name="TextBox 4">
            <a:extLst>
              <a:ext uri="{FF2B5EF4-FFF2-40B4-BE49-F238E27FC236}">
                <a16:creationId xmlns="" xmlns:a16="http://schemas.microsoft.com/office/drawing/2014/main" id="{46A76784-D47A-40C4-9E51-783AD47DF098}"/>
              </a:ext>
            </a:extLst>
          </p:cNvPr>
          <p:cNvSpPr txBox="1"/>
          <p:nvPr/>
        </p:nvSpPr>
        <p:spPr>
          <a:xfrm>
            <a:off x="2044213" y="5977632"/>
            <a:ext cx="6106049" cy="400110"/>
          </a:xfrm>
          <a:prstGeom prst="rect">
            <a:avLst/>
          </a:prstGeom>
          <a:noFill/>
        </p:spPr>
        <p:txBody>
          <a:bodyPr wrap="square">
            <a:spAutoFit/>
          </a:bodyPr>
          <a:lstStyle/>
          <a:p>
            <a:pPr>
              <a:defRPr/>
            </a:pPr>
            <a:r>
              <a:rPr lang="en-US" sz="1000" spc="280" dirty="0"/>
              <a:t>PEJABAT KETUA PEGAWAI KESELAMATAN KERAJAAN MALAYSIA</a:t>
            </a:r>
          </a:p>
          <a:p>
            <a:pPr>
              <a:defRPr/>
            </a:pPr>
            <a:r>
              <a:rPr lang="en-US" sz="1000" spc="280" dirty="0"/>
              <a:t>JABATAN PERDANA MENTERI</a:t>
            </a:r>
          </a:p>
        </p:txBody>
      </p:sp>
      <p:graphicFrame>
        <p:nvGraphicFramePr>
          <p:cNvPr id="9" name="Diagram 8">
            <a:extLst>
              <a:ext uri="{FF2B5EF4-FFF2-40B4-BE49-F238E27FC236}">
                <a16:creationId xmlns="" xmlns:a16="http://schemas.microsoft.com/office/drawing/2014/main" id="{EBCCF67E-5881-47F3-A6D0-240EE6E63665}"/>
              </a:ext>
            </a:extLst>
          </p:cNvPr>
          <p:cNvGraphicFramePr/>
          <p:nvPr>
            <p:extLst>
              <p:ext uri="{D42A27DB-BD31-4B8C-83A1-F6EECF244321}">
                <p14:modId xmlns:p14="http://schemas.microsoft.com/office/powerpoint/2010/main" val="2088690732"/>
              </p:ext>
            </p:extLst>
          </p:nvPr>
        </p:nvGraphicFramePr>
        <p:xfrm>
          <a:off x="2044213" y="759020"/>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itle 1">
            <a:extLst>
              <a:ext uri="{FF2B5EF4-FFF2-40B4-BE49-F238E27FC236}">
                <a16:creationId xmlns="" xmlns:a16="http://schemas.microsoft.com/office/drawing/2014/main" id="{61CFB2FB-EFF5-4BDE-BA6A-A603C998AE98}"/>
              </a:ext>
            </a:extLst>
          </p:cNvPr>
          <p:cNvSpPr txBox="1">
            <a:spLocks/>
          </p:cNvSpPr>
          <p:nvPr/>
        </p:nvSpPr>
        <p:spPr>
          <a:xfrm>
            <a:off x="1738975" y="0"/>
            <a:ext cx="10058400" cy="940904"/>
          </a:xfrm>
          <a:prstGeom prst="rect">
            <a:avLst/>
          </a:prstGeom>
          <a:effectLst/>
        </p:spPr>
        <p:txBody>
          <a:bodyPr vert="horz" lIns="91440" tIns="45720" rIns="91440" bIns="45720" rtlCol="0" anchor="ct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r"/>
            <a:r>
              <a:rPr lang="en-US" sz="2800" b="1" dirty="0" err="1">
                <a:solidFill>
                  <a:schemeClr val="accent1">
                    <a:lumMod val="50000"/>
                  </a:schemeClr>
                </a:solidFill>
                <a:latin typeface="Tahoma" panose="020B0604030504040204" pitchFamily="34" charset="0"/>
                <a:ea typeface="Tahoma" panose="020B0604030504040204" pitchFamily="34" charset="0"/>
                <a:cs typeface="Tahoma" panose="020B0604030504040204" pitchFamily="34" charset="0"/>
              </a:rPr>
              <a:t>sambungan</a:t>
            </a:r>
            <a:endParaRPr lang="en-MY" sz="2800" b="1" dirty="0">
              <a:solidFill>
                <a:schemeClr val="accent1">
                  <a:lumMod val="50000"/>
                </a:schemeClr>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8155909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 xmlns:a16="http://schemas.microsoft.com/office/drawing/2014/main" id="{F3E6B83D-5B70-496B-8EB2-5A19AAC50D83}"/>
              </a:ext>
            </a:extLst>
          </p:cNvPr>
          <p:cNvSpPr txBox="1"/>
          <p:nvPr/>
        </p:nvSpPr>
        <p:spPr>
          <a:xfrm>
            <a:off x="2044213" y="5977632"/>
            <a:ext cx="6106049" cy="400110"/>
          </a:xfrm>
          <a:prstGeom prst="rect">
            <a:avLst/>
          </a:prstGeom>
          <a:noFill/>
        </p:spPr>
        <p:txBody>
          <a:bodyPr wrap="square">
            <a:spAutoFit/>
          </a:bodyPr>
          <a:lstStyle/>
          <a:p>
            <a:pPr>
              <a:defRPr/>
            </a:pPr>
            <a:r>
              <a:rPr lang="en-US" sz="1000" spc="280" dirty="0"/>
              <a:t>PEJABAT KETUA PEGAWAI KESELAMATAN KERAJAAN MALAYSIA</a:t>
            </a:r>
          </a:p>
          <a:p>
            <a:pPr>
              <a:defRPr/>
            </a:pPr>
            <a:r>
              <a:rPr lang="en-US" sz="1000" spc="280" dirty="0"/>
              <a:t>JABATAN PERDANA MENTERI</a:t>
            </a:r>
          </a:p>
        </p:txBody>
      </p:sp>
      <p:pic>
        <p:nvPicPr>
          <p:cNvPr id="7" name="Picture 6">
            <a:extLst>
              <a:ext uri="{FF2B5EF4-FFF2-40B4-BE49-F238E27FC236}">
                <a16:creationId xmlns="" xmlns:a16="http://schemas.microsoft.com/office/drawing/2014/main" id="{9D59A16B-CB1B-4D56-A134-6ADCDB962E0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03582" y="5842997"/>
            <a:ext cx="835393" cy="669380"/>
          </a:xfrm>
          <a:prstGeom prst="rect">
            <a:avLst/>
          </a:prstGeom>
        </p:spPr>
      </p:pic>
      <p:graphicFrame>
        <p:nvGraphicFramePr>
          <p:cNvPr id="4" name="Diagram 3">
            <a:extLst>
              <a:ext uri="{FF2B5EF4-FFF2-40B4-BE49-F238E27FC236}">
                <a16:creationId xmlns="" xmlns:a16="http://schemas.microsoft.com/office/drawing/2014/main" id="{DEDA3924-9B8A-446F-BC13-2E313A4F6ABE}"/>
              </a:ext>
            </a:extLst>
          </p:cNvPr>
          <p:cNvGraphicFramePr/>
          <p:nvPr>
            <p:extLst>
              <p:ext uri="{D42A27DB-BD31-4B8C-83A1-F6EECF244321}">
                <p14:modId xmlns:p14="http://schemas.microsoft.com/office/powerpoint/2010/main" val="2074143386"/>
              </p:ext>
            </p:extLst>
          </p:nvPr>
        </p:nvGraphicFramePr>
        <p:xfrm>
          <a:off x="2031999" y="520015"/>
          <a:ext cx="9643165" cy="56580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713384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BD50226-4362-4F19-BA43-5F3D4A0171F6}"/>
              </a:ext>
            </a:extLst>
          </p:cNvPr>
          <p:cNvSpPr>
            <a:spLocks noGrp="1"/>
          </p:cNvSpPr>
          <p:nvPr>
            <p:ph type="title"/>
          </p:nvPr>
        </p:nvSpPr>
        <p:spPr>
          <a:xfrm>
            <a:off x="1484310" y="280203"/>
            <a:ext cx="10018713" cy="957470"/>
          </a:xfrm>
        </p:spPr>
        <p:txBody>
          <a:bodyPr/>
          <a:lstStyle/>
          <a:p>
            <a:r>
              <a:rPr lang="ms-MY" b="1" dirty="0">
                <a:solidFill>
                  <a:schemeClr val="accent1">
                    <a:lumMod val="75000"/>
                  </a:schemeClr>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PERATURAN PENGELASAN </a:t>
            </a:r>
            <a:endParaRPr lang="en-MY" dirty="0"/>
          </a:p>
        </p:txBody>
      </p:sp>
      <p:graphicFrame>
        <p:nvGraphicFramePr>
          <p:cNvPr id="4" name="Content Placeholder 3">
            <a:extLst>
              <a:ext uri="{FF2B5EF4-FFF2-40B4-BE49-F238E27FC236}">
                <a16:creationId xmlns="" xmlns:a16="http://schemas.microsoft.com/office/drawing/2014/main" id="{73F3E92C-736D-4AE8-90EA-1026CCA68BE6}"/>
              </a:ext>
            </a:extLst>
          </p:cNvPr>
          <p:cNvGraphicFramePr>
            <a:graphicFrameLocks noGrp="1"/>
          </p:cNvGraphicFramePr>
          <p:nvPr>
            <p:ph idx="1"/>
            <p:extLst>
              <p:ext uri="{D42A27DB-BD31-4B8C-83A1-F6EECF244321}">
                <p14:modId xmlns:p14="http://schemas.microsoft.com/office/powerpoint/2010/main" val="699843934"/>
              </p:ext>
            </p:extLst>
          </p:nvPr>
        </p:nvGraphicFramePr>
        <p:xfrm>
          <a:off x="1484311" y="1269398"/>
          <a:ext cx="10018712" cy="49400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Picture 4">
            <a:extLst>
              <a:ext uri="{FF2B5EF4-FFF2-40B4-BE49-F238E27FC236}">
                <a16:creationId xmlns="" xmlns:a16="http://schemas.microsoft.com/office/drawing/2014/main" id="{657BCAA5-D4B5-4183-961A-A036DF84B924}"/>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39756" y="5963600"/>
            <a:ext cx="835393" cy="669380"/>
          </a:xfrm>
          <a:prstGeom prst="rect">
            <a:avLst/>
          </a:prstGeom>
        </p:spPr>
      </p:pic>
      <p:sp>
        <p:nvSpPr>
          <p:cNvPr id="6" name="TextBox 5">
            <a:extLst>
              <a:ext uri="{FF2B5EF4-FFF2-40B4-BE49-F238E27FC236}">
                <a16:creationId xmlns="" xmlns:a16="http://schemas.microsoft.com/office/drawing/2014/main" id="{1DA2574D-A52A-4D8C-9D24-76A82E90288F}"/>
              </a:ext>
            </a:extLst>
          </p:cNvPr>
          <p:cNvSpPr txBox="1"/>
          <p:nvPr/>
        </p:nvSpPr>
        <p:spPr>
          <a:xfrm>
            <a:off x="2044213" y="6177687"/>
            <a:ext cx="6106049" cy="400110"/>
          </a:xfrm>
          <a:prstGeom prst="rect">
            <a:avLst/>
          </a:prstGeom>
          <a:noFill/>
        </p:spPr>
        <p:txBody>
          <a:bodyPr wrap="square">
            <a:spAutoFit/>
          </a:bodyPr>
          <a:lstStyle/>
          <a:p>
            <a:pPr>
              <a:defRPr/>
            </a:pPr>
            <a:r>
              <a:rPr lang="en-US" sz="1000" spc="280" dirty="0"/>
              <a:t>PEJABAT KETUA PEGAWAI KESELAMATAN KERAJAAN MALAYSIA</a:t>
            </a:r>
          </a:p>
          <a:p>
            <a:pPr>
              <a:defRPr/>
            </a:pPr>
            <a:r>
              <a:rPr lang="en-US" sz="1000" spc="280" dirty="0"/>
              <a:t>JABATAN PERDANA MENTERI</a:t>
            </a:r>
          </a:p>
        </p:txBody>
      </p:sp>
    </p:spTree>
    <p:extLst>
      <p:ext uri="{BB962C8B-B14F-4D97-AF65-F5344CB8AC3E}">
        <p14:creationId xmlns:p14="http://schemas.microsoft.com/office/powerpoint/2010/main" val="17928849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 xmlns:a16="http://schemas.microsoft.com/office/drawing/2014/main" id="{73F3E92C-736D-4AE8-90EA-1026CCA68BE6}"/>
              </a:ext>
            </a:extLst>
          </p:cNvPr>
          <p:cNvGraphicFramePr>
            <a:graphicFrameLocks noGrp="1"/>
          </p:cNvGraphicFramePr>
          <p:nvPr>
            <p:ph idx="1"/>
            <p:extLst>
              <p:ext uri="{D42A27DB-BD31-4B8C-83A1-F6EECF244321}">
                <p14:modId xmlns:p14="http://schemas.microsoft.com/office/powerpoint/2010/main" val="3877379416"/>
              </p:ext>
            </p:extLst>
          </p:nvPr>
        </p:nvGraphicFramePr>
        <p:xfrm>
          <a:off x="1484311" y="1269398"/>
          <a:ext cx="10018712" cy="49400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Picture 4">
            <a:extLst>
              <a:ext uri="{FF2B5EF4-FFF2-40B4-BE49-F238E27FC236}">
                <a16:creationId xmlns="" xmlns:a16="http://schemas.microsoft.com/office/drawing/2014/main" id="{657BCAA5-D4B5-4183-961A-A036DF84B924}"/>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39756" y="5963600"/>
            <a:ext cx="835393" cy="669380"/>
          </a:xfrm>
          <a:prstGeom prst="rect">
            <a:avLst/>
          </a:prstGeom>
        </p:spPr>
      </p:pic>
      <p:sp>
        <p:nvSpPr>
          <p:cNvPr id="6" name="TextBox 5">
            <a:extLst>
              <a:ext uri="{FF2B5EF4-FFF2-40B4-BE49-F238E27FC236}">
                <a16:creationId xmlns="" xmlns:a16="http://schemas.microsoft.com/office/drawing/2014/main" id="{1DA2574D-A52A-4D8C-9D24-76A82E90288F}"/>
              </a:ext>
            </a:extLst>
          </p:cNvPr>
          <p:cNvSpPr txBox="1"/>
          <p:nvPr/>
        </p:nvSpPr>
        <p:spPr>
          <a:xfrm>
            <a:off x="2044213" y="6177687"/>
            <a:ext cx="6106049" cy="400110"/>
          </a:xfrm>
          <a:prstGeom prst="rect">
            <a:avLst/>
          </a:prstGeom>
          <a:noFill/>
        </p:spPr>
        <p:txBody>
          <a:bodyPr wrap="square">
            <a:spAutoFit/>
          </a:bodyPr>
          <a:lstStyle/>
          <a:p>
            <a:pPr>
              <a:defRPr/>
            </a:pPr>
            <a:r>
              <a:rPr lang="en-US" sz="1000" spc="280" dirty="0"/>
              <a:t>PEJABAT KETUA PEGAWAI KESELAMATAN KERAJAAN MALAYSIA</a:t>
            </a:r>
          </a:p>
          <a:p>
            <a:pPr>
              <a:defRPr/>
            </a:pPr>
            <a:r>
              <a:rPr lang="en-US" sz="1000" spc="280" dirty="0"/>
              <a:t>JABATAN PERDANA MENTERI</a:t>
            </a:r>
          </a:p>
        </p:txBody>
      </p:sp>
      <p:sp>
        <p:nvSpPr>
          <p:cNvPr id="7" name="Title 1">
            <a:extLst>
              <a:ext uri="{FF2B5EF4-FFF2-40B4-BE49-F238E27FC236}">
                <a16:creationId xmlns="" xmlns:a16="http://schemas.microsoft.com/office/drawing/2014/main" id="{5C168A8B-8A11-4CB2-BC7A-E6C638D6DAFF}"/>
              </a:ext>
            </a:extLst>
          </p:cNvPr>
          <p:cNvSpPr txBox="1">
            <a:spLocks/>
          </p:cNvSpPr>
          <p:nvPr/>
        </p:nvSpPr>
        <p:spPr>
          <a:xfrm>
            <a:off x="1811970" y="251951"/>
            <a:ext cx="10058400" cy="793275"/>
          </a:xfrm>
          <a:prstGeom prst="rect">
            <a:avLst/>
          </a:prstGeom>
          <a:effectLst/>
        </p:spPr>
        <p:txBody>
          <a:bodyPr vert="horz" lIns="91440" tIns="45720" rIns="91440" bIns="45720" rtlCol="0" anchor="ct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r"/>
            <a:r>
              <a:rPr lang="en-US" sz="2800" b="1" dirty="0" err="1">
                <a:solidFill>
                  <a:srgbClr val="0070C0"/>
                </a:solidFill>
                <a:latin typeface="Tahoma" panose="020B0604030504040204" pitchFamily="34" charset="0"/>
                <a:ea typeface="Tahoma" panose="020B0604030504040204" pitchFamily="34" charset="0"/>
                <a:cs typeface="Tahoma" panose="020B0604030504040204" pitchFamily="34" charset="0"/>
              </a:rPr>
              <a:t>sambungan</a:t>
            </a:r>
            <a:endParaRPr lang="en-MY" sz="2800" b="1" dirty="0">
              <a:solidFill>
                <a:srgbClr val="0070C0"/>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303657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6"/>
        <p:cNvGrpSpPr/>
        <p:nvPr/>
      </p:nvGrpSpPr>
      <p:grpSpPr>
        <a:xfrm>
          <a:off x="0" y="0"/>
          <a:ext cx="0" cy="0"/>
          <a:chOff x="0" y="0"/>
          <a:chExt cx="0" cy="0"/>
        </a:xfrm>
      </p:grpSpPr>
      <p:sp>
        <p:nvSpPr>
          <p:cNvPr id="17" name="Google Shape;17;p3"/>
          <p:cNvSpPr/>
          <p:nvPr/>
        </p:nvSpPr>
        <p:spPr>
          <a:xfrm>
            <a:off x="1448214" y="4768571"/>
            <a:ext cx="874813" cy="1240880"/>
          </a:xfrm>
          <a:custGeom>
            <a:avLst/>
            <a:gdLst/>
            <a:ahLst/>
            <a:cxnLst/>
            <a:rect l="l" t="t" r="r" b="b"/>
            <a:pathLst>
              <a:path w="21600" h="21600" extrusionOk="0">
                <a:moveTo>
                  <a:pt x="0" y="2021"/>
                </a:moveTo>
                <a:lnTo>
                  <a:pt x="21600" y="0"/>
                </a:lnTo>
                <a:lnTo>
                  <a:pt x="21576" y="21600"/>
                </a:lnTo>
                <a:lnTo>
                  <a:pt x="0" y="19530"/>
                </a:lnTo>
                <a:lnTo>
                  <a:pt x="0" y="2021"/>
                </a:lnTo>
                <a:close/>
              </a:path>
            </a:pathLst>
          </a:custGeom>
          <a:gradFill>
            <a:gsLst>
              <a:gs pos="0">
                <a:srgbClr val="D34B6F"/>
              </a:gs>
              <a:gs pos="100000">
                <a:srgbClr val="AD226F"/>
              </a:gs>
            </a:gsLst>
            <a:lin ang="8628016"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8" name="Google Shape;18;p3"/>
          <p:cNvSpPr/>
          <p:nvPr/>
        </p:nvSpPr>
        <p:spPr>
          <a:xfrm>
            <a:off x="2323027" y="4780335"/>
            <a:ext cx="1187017" cy="1217351"/>
          </a:xfrm>
          <a:custGeom>
            <a:avLst/>
            <a:gdLst/>
            <a:ahLst/>
            <a:cxnLst/>
            <a:rect l="l" t="t" r="r" b="b"/>
            <a:pathLst>
              <a:path w="21600" h="21600" extrusionOk="0">
                <a:moveTo>
                  <a:pt x="0" y="0"/>
                </a:moveTo>
                <a:lnTo>
                  <a:pt x="21600" y="826"/>
                </a:lnTo>
                <a:lnTo>
                  <a:pt x="21564" y="20683"/>
                </a:lnTo>
                <a:lnTo>
                  <a:pt x="0" y="21600"/>
                </a:lnTo>
                <a:lnTo>
                  <a:pt x="0" y="0"/>
                </a:lnTo>
                <a:close/>
              </a:path>
            </a:pathLst>
          </a:custGeom>
          <a:gradFill>
            <a:gsLst>
              <a:gs pos="0">
                <a:srgbClr val="D34B6F"/>
              </a:gs>
              <a:gs pos="100000">
                <a:srgbClr val="AD226F"/>
              </a:gs>
            </a:gsLst>
            <a:lin ang="8628016"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9" name="Google Shape;19;p3"/>
          <p:cNvSpPr/>
          <p:nvPr/>
        </p:nvSpPr>
        <p:spPr>
          <a:xfrm>
            <a:off x="3510044" y="4802206"/>
            <a:ext cx="8371663" cy="1240880"/>
          </a:xfrm>
          <a:custGeom>
            <a:avLst/>
            <a:gdLst/>
            <a:ahLst/>
            <a:cxnLst/>
            <a:rect l="l" t="t" r="r" b="b"/>
            <a:pathLst>
              <a:path w="21600" h="21600" extrusionOk="0">
                <a:moveTo>
                  <a:pt x="0" y="715"/>
                </a:moveTo>
                <a:lnTo>
                  <a:pt x="21597" y="0"/>
                </a:lnTo>
                <a:lnTo>
                  <a:pt x="21600" y="21600"/>
                </a:lnTo>
                <a:lnTo>
                  <a:pt x="0" y="20707"/>
                </a:lnTo>
                <a:lnTo>
                  <a:pt x="0" y="715"/>
                </a:lnTo>
                <a:close/>
              </a:path>
            </a:pathLst>
          </a:custGeom>
          <a:gradFill>
            <a:gsLst>
              <a:gs pos="0">
                <a:srgbClr val="D34B6F"/>
              </a:gs>
              <a:gs pos="100000">
                <a:srgbClr val="AD226F"/>
              </a:gs>
            </a:gsLst>
            <a:lin ang="8628016" scaled="0"/>
          </a:gradFill>
          <a:ln>
            <a:noFill/>
          </a:ln>
          <a:effectLst>
            <a:outerShdw blurRad="101600" dist="118426" dir="2118751" rotWithShape="0">
              <a:srgbClr val="000000">
                <a:alpha val="23137"/>
              </a:srgbClr>
            </a:outerShdw>
          </a:effectLst>
        </p:spPr>
        <p:txBody>
          <a:bodyPr spcFirstLastPara="1" wrap="square" lIns="45700" tIns="45700" rIns="45700" bIns="45700" anchor="ctr" anchorCtr="0">
            <a:noAutofit/>
          </a:bodyPr>
          <a:lstStyle/>
          <a:p>
            <a:pPr lvl="0" algn="just"/>
            <a:r>
              <a:rPr lang="ms-MY" sz="2400" dirty="0">
                <a:latin typeface="Tahoma" panose="020B0604030504040204" pitchFamily="34" charset="0"/>
                <a:ea typeface="Tahoma" panose="020B0604030504040204" pitchFamily="34" charset="0"/>
                <a:cs typeface="Tahoma" panose="020B0604030504040204" pitchFamily="34" charset="0"/>
              </a:rPr>
              <a:t>Sesuatu dokumen “rasmi” yang mengandung beberapa maklumat rahsia rasmi perlu dikelaskan;</a:t>
            </a:r>
            <a:endParaRPr lang="en-MY" sz="2400" dirty="0">
              <a:latin typeface="Tahoma" panose="020B0604030504040204" pitchFamily="34" charset="0"/>
              <a:ea typeface="Tahoma" panose="020B0604030504040204" pitchFamily="34" charset="0"/>
              <a:cs typeface="Tahoma" panose="020B0604030504040204" pitchFamily="34" charset="0"/>
            </a:endParaRPr>
          </a:p>
        </p:txBody>
      </p:sp>
      <p:pic>
        <p:nvPicPr>
          <p:cNvPr id="27" name="Google Shape;27;p3" descr="Picture1.png"/>
          <p:cNvPicPr preferRelativeResize="0"/>
          <p:nvPr/>
        </p:nvPicPr>
        <p:blipFill rotWithShape="1">
          <a:blip r:embed="rId3">
            <a:alphaModFix amt="71516"/>
          </a:blip>
          <a:srcRect/>
          <a:stretch/>
        </p:blipFill>
        <p:spPr>
          <a:xfrm flipH="1">
            <a:off x="1377211" y="4191669"/>
            <a:ext cx="120233" cy="2107836"/>
          </a:xfrm>
          <a:prstGeom prst="rect">
            <a:avLst/>
          </a:prstGeom>
          <a:noFill/>
          <a:ln>
            <a:noFill/>
          </a:ln>
        </p:spPr>
      </p:pic>
      <p:sp>
        <p:nvSpPr>
          <p:cNvPr id="28" name="Google Shape;28;p3"/>
          <p:cNvSpPr/>
          <p:nvPr/>
        </p:nvSpPr>
        <p:spPr>
          <a:xfrm>
            <a:off x="2519684" y="1073642"/>
            <a:ext cx="874813" cy="1138457"/>
          </a:xfrm>
          <a:custGeom>
            <a:avLst/>
            <a:gdLst/>
            <a:ahLst/>
            <a:cxnLst/>
            <a:rect l="l" t="t" r="r" b="b"/>
            <a:pathLst>
              <a:path w="21600" h="21600" extrusionOk="0">
                <a:moveTo>
                  <a:pt x="0" y="2021"/>
                </a:moveTo>
                <a:lnTo>
                  <a:pt x="21600" y="0"/>
                </a:lnTo>
                <a:lnTo>
                  <a:pt x="21576" y="21600"/>
                </a:lnTo>
                <a:lnTo>
                  <a:pt x="0" y="19530"/>
                </a:lnTo>
                <a:lnTo>
                  <a:pt x="0" y="2021"/>
                </a:lnTo>
                <a:close/>
              </a:path>
            </a:pathLst>
          </a:custGeom>
          <a:gradFill>
            <a:gsLst>
              <a:gs pos="0">
                <a:srgbClr val="CDE963"/>
              </a:gs>
              <a:gs pos="2028">
                <a:srgbClr val="CDE963"/>
              </a:gs>
              <a:gs pos="100000">
                <a:srgbClr val="5DBF25"/>
              </a:gs>
            </a:gsLst>
            <a:lin ang="8628016"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9" name="Google Shape;29;p3"/>
          <p:cNvSpPr/>
          <p:nvPr/>
        </p:nvSpPr>
        <p:spPr>
          <a:xfrm>
            <a:off x="3354123" y="1041091"/>
            <a:ext cx="1187017" cy="1133006"/>
          </a:xfrm>
          <a:custGeom>
            <a:avLst/>
            <a:gdLst/>
            <a:ahLst/>
            <a:cxnLst/>
            <a:rect l="l" t="t" r="r" b="b"/>
            <a:pathLst>
              <a:path w="21600" h="21600" extrusionOk="0">
                <a:moveTo>
                  <a:pt x="0" y="0"/>
                </a:moveTo>
                <a:lnTo>
                  <a:pt x="21600" y="826"/>
                </a:lnTo>
                <a:lnTo>
                  <a:pt x="21564" y="20683"/>
                </a:lnTo>
                <a:lnTo>
                  <a:pt x="0" y="21600"/>
                </a:lnTo>
                <a:lnTo>
                  <a:pt x="0" y="0"/>
                </a:lnTo>
                <a:close/>
              </a:path>
            </a:pathLst>
          </a:custGeom>
          <a:gradFill>
            <a:gsLst>
              <a:gs pos="0">
                <a:srgbClr val="CDE963"/>
              </a:gs>
              <a:gs pos="2028">
                <a:srgbClr val="CDE963"/>
              </a:gs>
              <a:gs pos="100000">
                <a:srgbClr val="5DBF25"/>
              </a:gs>
            </a:gsLst>
            <a:path path="circle">
              <a:fillToRect l="100000" b="100000"/>
            </a:path>
            <a:tileRect t="-100000" r="-10000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30" name="Google Shape;30;p3"/>
          <p:cNvSpPr/>
          <p:nvPr/>
        </p:nvSpPr>
        <p:spPr>
          <a:xfrm>
            <a:off x="4007346" y="1095637"/>
            <a:ext cx="7843770" cy="1095983"/>
          </a:xfrm>
          <a:custGeom>
            <a:avLst/>
            <a:gdLst/>
            <a:ahLst/>
            <a:cxnLst/>
            <a:rect l="l" t="t" r="r" b="b"/>
            <a:pathLst>
              <a:path w="21600" h="21600" extrusionOk="0">
                <a:moveTo>
                  <a:pt x="0" y="715"/>
                </a:moveTo>
                <a:lnTo>
                  <a:pt x="21597" y="0"/>
                </a:lnTo>
                <a:lnTo>
                  <a:pt x="21600" y="21600"/>
                </a:lnTo>
                <a:lnTo>
                  <a:pt x="0" y="20707"/>
                </a:lnTo>
                <a:lnTo>
                  <a:pt x="0" y="715"/>
                </a:lnTo>
                <a:close/>
              </a:path>
            </a:pathLst>
          </a:custGeom>
          <a:gradFill>
            <a:gsLst>
              <a:gs pos="0">
                <a:srgbClr val="CDE963"/>
              </a:gs>
              <a:gs pos="2028">
                <a:srgbClr val="CDE963"/>
              </a:gs>
              <a:gs pos="100000">
                <a:srgbClr val="5DBF25"/>
              </a:gs>
            </a:gsLst>
            <a:lin ang="8628016" scaled="0"/>
          </a:gradFill>
          <a:ln>
            <a:noFill/>
          </a:ln>
          <a:effectLst>
            <a:outerShdw blurRad="101600" dist="118426" dir="2118751" rotWithShape="0">
              <a:srgbClr val="000000">
                <a:alpha val="23137"/>
              </a:srgbClr>
            </a:outerShdw>
          </a:effectLst>
        </p:spPr>
        <p:txBody>
          <a:bodyPr spcFirstLastPara="1" wrap="square" lIns="45700" tIns="45700" rIns="45700" bIns="45700" anchor="ctr" anchorCtr="0">
            <a:noAutofit/>
          </a:bodyPr>
          <a:lstStyle/>
          <a:p>
            <a:pPr lvl="0" algn="just"/>
            <a:r>
              <a:rPr lang="fi-FI" sz="2400" dirty="0">
                <a:latin typeface="Tahoma" panose="020B0604030504040204" pitchFamily="34" charset="0"/>
                <a:ea typeface="Tahoma" panose="020B0604030504040204" pitchFamily="34" charset="0"/>
                <a:cs typeface="Tahoma" panose="020B0604030504040204" pitchFamily="34" charset="0"/>
              </a:rPr>
              <a:t>Peringkat</a:t>
            </a:r>
            <a:r>
              <a:rPr lang="ms-MY" sz="2400" dirty="0">
                <a:latin typeface="Tahoma" panose="020B0604030504040204" pitchFamily="34" charset="0"/>
                <a:ea typeface="Tahoma" panose="020B0604030504040204" pitchFamily="34" charset="0"/>
                <a:cs typeface="Tahoma" panose="020B0604030504040204" pitchFamily="34" charset="0"/>
              </a:rPr>
              <a:t> keselamatan bagi sesuatu dokumen bergantung kepada kandungannya dan tidak kepada peringkat fail berkenaan atau kepada peringkat dokumen yang dirujuk. </a:t>
            </a:r>
          </a:p>
        </p:txBody>
      </p:sp>
      <p:sp>
        <p:nvSpPr>
          <p:cNvPr id="33" name="Google Shape;33;p3"/>
          <p:cNvSpPr txBox="1"/>
          <p:nvPr/>
        </p:nvSpPr>
        <p:spPr>
          <a:xfrm>
            <a:off x="4310907" y="1819365"/>
            <a:ext cx="854891" cy="739141"/>
          </a:xfrm>
          <a:prstGeom prst="rect">
            <a:avLst/>
          </a:prstGeom>
          <a:noFill/>
          <a:ln>
            <a:noFill/>
          </a:ln>
        </p:spPr>
        <p:txBody>
          <a:bodyPr spcFirstLastPara="1" wrap="square" lIns="45700" tIns="45700" rIns="45700" bIns="45700" anchor="t" anchorCtr="0">
            <a:noAutofit/>
          </a:bodyPr>
          <a:lstStyle/>
          <a:p>
            <a:pPr marL="0" marR="0" lvl="0" indent="0" algn="ctr" rtl="0">
              <a:lnSpc>
                <a:spcPct val="100000"/>
              </a:lnSpc>
              <a:spcBef>
                <a:spcPts val="0"/>
              </a:spcBef>
              <a:spcAft>
                <a:spcPts val="0"/>
              </a:spcAft>
              <a:buClr>
                <a:srgbClr val="FFFFFF"/>
              </a:buClr>
              <a:buSzPts val="5000"/>
              <a:buFont typeface="Arial"/>
              <a:buNone/>
            </a:pPr>
            <a:endParaRPr lang="en-MY" dirty="0"/>
          </a:p>
          <a:p>
            <a:pPr marL="285750" marR="0" lvl="0" indent="-285750" algn="ctr" rtl="0">
              <a:lnSpc>
                <a:spcPct val="100000"/>
              </a:lnSpc>
              <a:spcBef>
                <a:spcPts val="0"/>
              </a:spcBef>
              <a:spcAft>
                <a:spcPts val="0"/>
              </a:spcAft>
              <a:buClr>
                <a:srgbClr val="FFFFFF"/>
              </a:buClr>
              <a:buSzPts val="5000"/>
              <a:buFont typeface="Arial" panose="020B0604020202020204" pitchFamily="34" charset="0"/>
              <a:buChar char="•"/>
            </a:pPr>
            <a:endParaRPr dirty="0"/>
          </a:p>
        </p:txBody>
      </p:sp>
      <p:pic>
        <p:nvPicPr>
          <p:cNvPr id="38" name="Google Shape;38;p3" descr="Picture1.png"/>
          <p:cNvPicPr preferRelativeResize="0"/>
          <p:nvPr/>
        </p:nvPicPr>
        <p:blipFill rotWithShape="1">
          <a:blip r:embed="rId3">
            <a:alphaModFix amt="71516"/>
          </a:blip>
          <a:srcRect/>
          <a:stretch/>
        </p:blipFill>
        <p:spPr>
          <a:xfrm flipH="1">
            <a:off x="2439260" y="670628"/>
            <a:ext cx="120233" cy="2107837"/>
          </a:xfrm>
          <a:prstGeom prst="rect">
            <a:avLst/>
          </a:prstGeom>
          <a:noFill/>
          <a:ln>
            <a:noFill/>
          </a:ln>
        </p:spPr>
      </p:pic>
      <p:sp>
        <p:nvSpPr>
          <p:cNvPr id="39" name="Google Shape;39;p3"/>
          <p:cNvSpPr/>
          <p:nvPr/>
        </p:nvSpPr>
        <p:spPr>
          <a:xfrm>
            <a:off x="1978351" y="2377801"/>
            <a:ext cx="874813" cy="1098375"/>
          </a:xfrm>
          <a:custGeom>
            <a:avLst/>
            <a:gdLst/>
            <a:ahLst/>
            <a:cxnLst/>
            <a:rect l="l" t="t" r="r" b="b"/>
            <a:pathLst>
              <a:path w="21600" h="21600" extrusionOk="0">
                <a:moveTo>
                  <a:pt x="0" y="2021"/>
                </a:moveTo>
                <a:lnTo>
                  <a:pt x="21600" y="0"/>
                </a:lnTo>
                <a:lnTo>
                  <a:pt x="21576" y="21600"/>
                </a:lnTo>
                <a:lnTo>
                  <a:pt x="0" y="19530"/>
                </a:lnTo>
                <a:lnTo>
                  <a:pt x="0" y="2021"/>
                </a:lnTo>
                <a:close/>
              </a:path>
            </a:pathLst>
          </a:custGeom>
          <a:gradFill>
            <a:gsLst>
              <a:gs pos="0">
                <a:srgbClr val="FED300"/>
              </a:gs>
              <a:gs pos="2028">
                <a:srgbClr val="FED300"/>
              </a:gs>
              <a:gs pos="100000">
                <a:srgbClr val="FF9D2D"/>
              </a:gs>
            </a:gsLst>
            <a:lin ang="8628016"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40" name="Google Shape;40;p3"/>
          <p:cNvSpPr/>
          <p:nvPr/>
        </p:nvSpPr>
        <p:spPr>
          <a:xfrm>
            <a:off x="2853164" y="2367049"/>
            <a:ext cx="1187017" cy="1055225"/>
          </a:xfrm>
          <a:custGeom>
            <a:avLst/>
            <a:gdLst/>
            <a:ahLst/>
            <a:cxnLst/>
            <a:rect l="l" t="t" r="r" b="b"/>
            <a:pathLst>
              <a:path w="21600" h="21600" extrusionOk="0">
                <a:moveTo>
                  <a:pt x="0" y="0"/>
                </a:moveTo>
                <a:lnTo>
                  <a:pt x="21600" y="826"/>
                </a:lnTo>
                <a:lnTo>
                  <a:pt x="21564" y="20683"/>
                </a:lnTo>
                <a:lnTo>
                  <a:pt x="0" y="21600"/>
                </a:lnTo>
                <a:lnTo>
                  <a:pt x="0" y="0"/>
                </a:lnTo>
                <a:close/>
              </a:path>
            </a:pathLst>
          </a:custGeom>
          <a:gradFill>
            <a:gsLst>
              <a:gs pos="0">
                <a:srgbClr val="FED300"/>
              </a:gs>
              <a:gs pos="2028">
                <a:srgbClr val="FED300"/>
              </a:gs>
              <a:gs pos="100000">
                <a:srgbClr val="FF9D2D"/>
              </a:gs>
            </a:gsLst>
            <a:lin ang="8628016"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dirty="0">
              <a:solidFill>
                <a:srgbClr val="000000"/>
              </a:solidFill>
              <a:latin typeface="Calibri"/>
              <a:ea typeface="Calibri"/>
              <a:cs typeface="Calibri"/>
              <a:sym typeface="Calibri"/>
            </a:endParaRPr>
          </a:p>
        </p:txBody>
      </p:sp>
      <p:sp>
        <p:nvSpPr>
          <p:cNvPr id="41" name="Google Shape;41;p3"/>
          <p:cNvSpPr/>
          <p:nvPr/>
        </p:nvSpPr>
        <p:spPr>
          <a:xfrm>
            <a:off x="4007345" y="2380011"/>
            <a:ext cx="7843771" cy="1014307"/>
          </a:xfrm>
          <a:custGeom>
            <a:avLst/>
            <a:gdLst/>
            <a:ahLst/>
            <a:cxnLst/>
            <a:rect l="l" t="t" r="r" b="b"/>
            <a:pathLst>
              <a:path w="21600" h="21600" extrusionOk="0">
                <a:moveTo>
                  <a:pt x="0" y="715"/>
                </a:moveTo>
                <a:lnTo>
                  <a:pt x="21597" y="0"/>
                </a:lnTo>
                <a:lnTo>
                  <a:pt x="21600" y="21600"/>
                </a:lnTo>
                <a:lnTo>
                  <a:pt x="0" y="20707"/>
                </a:lnTo>
                <a:lnTo>
                  <a:pt x="0" y="715"/>
                </a:lnTo>
                <a:close/>
              </a:path>
            </a:pathLst>
          </a:custGeom>
          <a:gradFill>
            <a:gsLst>
              <a:gs pos="0">
                <a:srgbClr val="FED300"/>
              </a:gs>
              <a:gs pos="2028">
                <a:srgbClr val="FED300"/>
              </a:gs>
              <a:gs pos="100000">
                <a:srgbClr val="FF9D2D"/>
              </a:gs>
            </a:gsLst>
            <a:lin ang="8628016" scaled="0"/>
          </a:gradFill>
          <a:ln>
            <a:noFill/>
          </a:ln>
          <a:effectLst>
            <a:outerShdw blurRad="101600" dist="118426" dir="2118751" rotWithShape="0">
              <a:srgbClr val="000000">
                <a:alpha val="23137"/>
              </a:srgbClr>
            </a:outerShdw>
          </a:effectLst>
        </p:spPr>
        <p:txBody>
          <a:bodyPr spcFirstLastPara="1" wrap="square" lIns="45700" tIns="45700" rIns="45700" bIns="45700" anchor="ctr" anchorCtr="0">
            <a:noAutofit/>
          </a:bodyPr>
          <a:lstStyle/>
          <a:p>
            <a:pPr lvl="0" algn="just"/>
            <a:r>
              <a:rPr lang="ms-MY" sz="2400" dirty="0">
                <a:latin typeface="Tahoma" panose="020B0604030504040204" pitchFamily="34" charset="0"/>
                <a:ea typeface="Tahoma" panose="020B0604030504040204" pitchFamily="34" charset="0"/>
                <a:cs typeface="Tahoma" panose="020B0604030504040204" pitchFamily="34" charset="0"/>
              </a:rPr>
              <a:t>Dokumen-dokumen berhubung perkara yang sama tidak semestinya diberi peringkat keselamatan yang sama dengan peringkat dokumen yang terdahulu daripadanya;</a:t>
            </a:r>
          </a:p>
        </p:txBody>
      </p:sp>
      <p:pic>
        <p:nvPicPr>
          <p:cNvPr id="49" name="Google Shape;49;p3" descr="Picture1.png"/>
          <p:cNvPicPr preferRelativeResize="0"/>
          <p:nvPr/>
        </p:nvPicPr>
        <p:blipFill rotWithShape="1">
          <a:blip r:embed="rId3">
            <a:alphaModFix amt="71516"/>
          </a:blip>
          <a:srcRect/>
          <a:stretch/>
        </p:blipFill>
        <p:spPr>
          <a:xfrm flipH="1">
            <a:off x="1963208" y="1760649"/>
            <a:ext cx="120233" cy="2107837"/>
          </a:xfrm>
          <a:prstGeom prst="rect">
            <a:avLst/>
          </a:prstGeom>
          <a:noFill/>
          <a:ln>
            <a:noFill/>
          </a:ln>
        </p:spPr>
      </p:pic>
      <p:sp>
        <p:nvSpPr>
          <p:cNvPr id="50" name="Google Shape;50;p3"/>
          <p:cNvSpPr/>
          <p:nvPr/>
        </p:nvSpPr>
        <p:spPr>
          <a:xfrm>
            <a:off x="1689013" y="3571295"/>
            <a:ext cx="874813" cy="1170889"/>
          </a:xfrm>
          <a:custGeom>
            <a:avLst/>
            <a:gdLst/>
            <a:ahLst/>
            <a:cxnLst/>
            <a:rect l="l" t="t" r="r" b="b"/>
            <a:pathLst>
              <a:path w="21600" h="21600" extrusionOk="0">
                <a:moveTo>
                  <a:pt x="0" y="2021"/>
                </a:moveTo>
                <a:lnTo>
                  <a:pt x="21600" y="0"/>
                </a:lnTo>
                <a:lnTo>
                  <a:pt x="21576" y="21600"/>
                </a:lnTo>
                <a:lnTo>
                  <a:pt x="0" y="19530"/>
                </a:lnTo>
                <a:lnTo>
                  <a:pt x="0" y="2021"/>
                </a:lnTo>
                <a:close/>
              </a:path>
            </a:pathLst>
          </a:custGeom>
          <a:gradFill>
            <a:gsLst>
              <a:gs pos="0">
                <a:srgbClr val="FF8185"/>
              </a:gs>
              <a:gs pos="100000">
                <a:srgbClr val="CF5781"/>
              </a:gs>
            </a:gsLst>
            <a:lin ang="8628016"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1" name="Google Shape;51;p3"/>
          <p:cNvSpPr/>
          <p:nvPr/>
        </p:nvSpPr>
        <p:spPr>
          <a:xfrm>
            <a:off x="2582730" y="3547942"/>
            <a:ext cx="1187017" cy="1185028"/>
          </a:xfrm>
          <a:custGeom>
            <a:avLst/>
            <a:gdLst/>
            <a:ahLst/>
            <a:cxnLst/>
            <a:rect l="l" t="t" r="r" b="b"/>
            <a:pathLst>
              <a:path w="21600" h="21600" extrusionOk="0">
                <a:moveTo>
                  <a:pt x="0" y="0"/>
                </a:moveTo>
                <a:lnTo>
                  <a:pt x="21600" y="826"/>
                </a:lnTo>
                <a:lnTo>
                  <a:pt x="21564" y="20683"/>
                </a:lnTo>
                <a:lnTo>
                  <a:pt x="0" y="21600"/>
                </a:lnTo>
                <a:lnTo>
                  <a:pt x="0" y="0"/>
                </a:lnTo>
                <a:close/>
              </a:path>
            </a:pathLst>
          </a:custGeom>
          <a:gradFill>
            <a:gsLst>
              <a:gs pos="0">
                <a:srgbClr val="FF8185"/>
              </a:gs>
              <a:gs pos="100000">
                <a:srgbClr val="CF5781"/>
              </a:gs>
            </a:gsLst>
            <a:lin ang="8628016"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2" name="Google Shape;52;p3"/>
          <p:cNvSpPr/>
          <p:nvPr/>
        </p:nvSpPr>
        <p:spPr>
          <a:xfrm>
            <a:off x="3695815" y="3534319"/>
            <a:ext cx="8185892" cy="1175593"/>
          </a:xfrm>
          <a:custGeom>
            <a:avLst/>
            <a:gdLst/>
            <a:ahLst/>
            <a:cxnLst/>
            <a:rect l="l" t="t" r="r" b="b"/>
            <a:pathLst>
              <a:path w="21600" h="21600" extrusionOk="0">
                <a:moveTo>
                  <a:pt x="0" y="715"/>
                </a:moveTo>
                <a:lnTo>
                  <a:pt x="21597" y="0"/>
                </a:lnTo>
                <a:lnTo>
                  <a:pt x="21600" y="21600"/>
                </a:lnTo>
                <a:lnTo>
                  <a:pt x="0" y="20707"/>
                </a:lnTo>
                <a:lnTo>
                  <a:pt x="0" y="715"/>
                </a:lnTo>
                <a:close/>
              </a:path>
            </a:pathLst>
          </a:custGeom>
          <a:gradFill>
            <a:gsLst>
              <a:gs pos="0">
                <a:srgbClr val="FF8185"/>
              </a:gs>
              <a:gs pos="100000">
                <a:srgbClr val="CF5781"/>
              </a:gs>
            </a:gsLst>
            <a:lin ang="8628016" scaled="0"/>
          </a:gradFill>
          <a:ln>
            <a:noFill/>
          </a:ln>
          <a:effectLst>
            <a:outerShdw blurRad="101600" dist="118426" dir="2118751" rotWithShape="0">
              <a:srgbClr val="000000">
                <a:alpha val="23137"/>
              </a:srgbClr>
            </a:outerShdw>
          </a:effectLst>
        </p:spPr>
        <p:txBody>
          <a:bodyPr spcFirstLastPara="1" wrap="square" lIns="45700" tIns="45700" rIns="45700" bIns="45700" anchor="ctr" anchorCtr="0">
            <a:noAutofit/>
          </a:bodyPr>
          <a:lstStyle/>
          <a:p>
            <a:pPr lvl="0" algn="just"/>
            <a:r>
              <a:rPr lang="fi-FI" sz="2400" dirty="0">
                <a:latin typeface="Tahoma" panose="020B0604030504040204" pitchFamily="34" charset="0"/>
                <a:ea typeface="Tahoma" panose="020B0604030504040204" pitchFamily="34" charset="0"/>
                <a:cs typeface="Tahoma" panose="020B0604030504040204" pitchFamily="34" charset="0"/>
              </a:rPr>
              <a:t>Peringkat</a:t>
            </a:r>
            <a:r>
              <a:rPr lang="ms-MY" sz="2400" dirty="0">
                <a:latin typeface="Tahoma" panose="020B0604030504040204" pitchFamily="34" charset="0"/>
                <a:ea typeface="Tahoma" panose="020B0604030504040204" pitchFamily="34" charset="0"/>
                <a:cs typeface="Tahoma" panose="020B0604030504040204" pitchFamily="34" charset="0"/>
              </a:rPr>
              <a:t> keselamatan bagi sesuatu dokumen tidak semestinya bergantung kepada perkara utama atau perkara-perkara yang berkaitan. </a:t>
            </a:r>
          </a:p>
        </p:txBody>
      </p:sp>
      <p:sp>
        <p:nvSpPr>
          <p:cNvPr id="55" name="Google Shape;55;p3"/>
          <p:cNvSpPr txBox="1"/>
          <p:nvPr/>
        </p:nvSpPr>
        <p:spPr>
          <a:xfrm>
            <a:off x="3234547" y="3732174"/>
            <a:ext cx="854892" cy="739141"/>
          </a:xfrm>
          <a:prstGeom prst="rect">
            <a:avLst/>
          </a:prstGeom>
          <a:noFill/>
          <a:ln>
            <a:noFill/>
          </a:ln>
        </p:spPr>
        <p:txBody>
          <a:bodyPr spcFirstLastPara="1" wrap="square" lIns="45700" tIns="45700" rIns="45700" bIns="45700" anchor="t" anchorCtr="0">
            <a:noAutofit/>
          </a:bodyPr>
          <a:lstStyle/>
          <a:p>
            <a:pPr marL="285750" marR="0" lvl="0" indent="-285750" algn="ctr" rtl="0">
              <a:lnSpc>
                <a:spcPct val="100000"/>
              </a:lnSpc>
              <a:spcBef>
                <a:spcPts val="0"/>
              </a:spcBef>
              <a:spcAft>
                <a:spcPts val="0"/>
              </a:spcAft>
              <a:buClr>
                <a:srgbClr val="FFFFFF"/>
              </a:buClr>
              <a:buSzPts val="5000"/>
              <a:buFont typeface="Arial" panose="020B0604020202020204" pitchFamily="34" charset="0"/>
              <a:buChar char="•"/>
            </a:pPr>
            <a:endParaRPr lang="en-US" sz="5000" dirty="0">
              <a:solidFill>
                <a:srgbClr val="FFFFFF"/>
              </a:solidFill>
              <a:latin typeface="Arial"/>
              <a:cs typeface="Arial"/>
              <a:sym typeface="Arial"/>
            </a:endParaRPr>
          </a:p>
        </p:txBody>
      </p:sp>
      <p:sp>
        <p:nvSpPr>
          <p:cNvPr id="62" name="Google Shape;62;p3"/>
          <p:cNvSpPr txBox="1"/>
          <p:nvPr/>
        </p:nvSpPr>
        <p:spPr>
          <a:xfrm>
            <a:off x="1978351" y="70379"/>
            <a:ext cx="7097924" cy="714170"/>
          </a:xfrm>
          <a:prstGeom prst="rect">
            <a:avLst/>
          </a:prstGeom>
          <a:noFill/>
          <a:ln>
            <a:noFill/>
          </a:ln>
        </p:spPr>
        <p:txBody>
          <a:bodyPr spcFirstLastPara="1" wrap="square" lIns="45700" tIns="45700" rIns="45700" bIns="45700" anchor="t" anchorCtr="0">
            <a:noAutofit/>
          </a:bodyPr>
          <a:lstStyle/>
          <a:p>
            <a:pPr lvl="0" algn="ctr">
              <a:buClr>
                <a:srgbClr val="535353"/>
              </a:buClr>
              <a:buSzPts val="2600"/>
            </a:pPr>
            <a:r>
              <a:rPr lang="ms-MY" sz="2400" b="1" dirty="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PERATURAN MENGELASKAN DOKUMEN</a:t>
            </a:r>
            <a:endParaRPr sz="2400" dirty="0"/>
          </a:p>
        </p:txBody>
      </p:sp>
      <p:sp>
        <p:nvSpPr>
          <p:cNvPr id="63" name="Google Shape;63;p3"/>
          <p:cNvSpPr/>
          <p:nvPr/>
        </p:nvSpPr>
        <p:spPr>
          <a:xfrm flipH="1">
            <a:off x="8738344" y="113350"/>
            <a:ext cx="675861" cy="421641"/>
          </a:xfrm>
          <a:custGeom>
            <a:avLst/>
            <a:gdLst/>
            <a:ahLst/>
            <a:cxnLst/>
            <a:rect l="l" t="t" r="r" b="b"/>
            <a:pathLst>
              <a:path w="21600" h="21600" extrusionOk="0">
                <a:moveTo>
                  <a:pt x="8684" y="0"/>
                </a:moveTo>
                <a:cubicBezTo>
                  <a:pt x="7960" y="0"/>
                  <a:pt x="7371" y="745"/>
                  <a:pt x="7371" y="1659"/>
                </a:cubicBezTo>
                <a:lnTo>
                  <a:pt x="7371" y="3364"/>
                </a:lnTo>
                <a:lnTo>
                  <a:pt x="5464" y="3364"/>
                </a:lnTo>
                <a:lnTo>
                  <a:pt x="5471" y="21600"/>
                </a:lnTo>
                <a:lnTo>
                  <a:pt x="16129" y="21600"/>
                </a:lnTo>
                <a:lnTo>
                  <a:pt x="16129" y="3364"/>
                </a:lnTo>
                <a:lnTo>
                  <a:pt x="14224" y="3364"/>
                </a:lnTo>
                <a:lnTo>
                  <a:pt x="14224" y="1659"/>
                </a:lnTo>
                <a:cubicBezTo>
                  <a:pt x="14224" y="745"/>
                  <a:pt x="13635" y="0"/>
                  <a:pt x="12911" y="0"/>
                </a:cubicBezTo>
                <a:lnTo>
                  <a:pt x="8684" y="0"/>
                </a:lnTo>
                <a:close/>
                <a:moveTo>
                  <a:pt x="8689" y="1618"/>
                </a:moveTo>
                <a:lnTo>
                  <a:pt x="12916" y="1618"/>
                </a:lnTo>
                <a:cubicBezTo>
                  <a:pt x="12932" y="1618"/>
                  <a:pt x="12943" y="1632"/>
                  <a:pt x="12943" y="1652"/>
                </a:cubicBezTo>
                <a:lnTo>
                  <a:pt x="12943" y="3358"/>
                </a:lnTo>
                <a:lnTo>
                  <a:pt x="8667" y="3358"/>
                </a:lnTo>
                <a:lnTo>
                  <a:pt x="8667" y="1652"/>
                </a:lnTo>
                <a:lnTo>
                  <a:pt x="8662" y="1652"/>
                </a:lnTo>
                <a:cubicBezTo>
                  <a:pt x="8662" y="1632"/>
                  <a:pt x="8673" y="1618"/>
                  <a:pt x="8689" y="1618"/>
                </a:cubicBezTo>
                <a:close/>
                <a:moveTo>
                  <a:pt x="918" y="3364"/>
                </a:moveTo>
                <a:cubicBezTo>
                  <a:pt x="410" y="3364"/>
                  <a:pt x="0" y="3883"/>
                  <a:pt x="0" y="4524"/>
                </a:cubicBezTo>
                <a:lnTo>
                  <a:pt x="0" y="20440"/>
                </a:lnTo>
                <a:cubicBezTo>
                  <a:pt x="0" y="21081"/>
                  <a:pt x="410" y="21600"/>
                  <a:pt x="918" y="21600"/>
                </a:cubicBezTo>
                <a:lnTo>
                  <a:pt x="4045" y="21600"/>
                </a:lnTo>
                <a:lnTo>
                  <a:pt x="4045" y="3364"/>
                </a:lnTo>
                <a:lnTo>
                  <a:pt x="918" y="3364"/>
                </a:lnTo>
                <a:close/>
                <a:moveTo>
                  <a:pt x="17555" y="3364"/>
                </a:moveTo>
                <a:lnTo>
                  <a:pt x="17555" y="21600"/>
                </a:lnTo>
                <a:lnTo>
                  <a:pt x="20682" y="21600"/>
                </a:lnTo>
                <a:cubicBezTo>
                  <a:pt x="21190" y="21600"/>
                  <a:pt x="21600" y="21081"/>
                  <a:pt x="21600" y="20440"/>
                </a:cubicBezTo>
                <a:lnTo>
                  <a:pt x="21600" y="4524"/>
                </a:lnTo>
                <a:cubicBezTo>
                  <a:pt x="21600" y="3883"/>
                  <a:pt x="21190" y="3364"/>
                  <a:pt x="20682" y="3364"/>
                </a:cubicBezTo>
                <a:lnTo>
                  <a:pt x="17555" y="3364"/>
                </a:lnTo>
                <a:close/>
              </a:path>
            </a:pathLst>
          </a:custGeom>
          <a:solidFill>
            <a:srgbClr val="B84870"/>
          </a:solidFill>
          <a:ln>
            <a:noFill/>
          </a:ln>
          <a:effectLst>
            <a:outerShdw blurRad="63500" dist="65501" dir="8890792" rotWithShape="0">
              <a:srgbClr val="000000">
                <a:alpha val="26274"/>
              </a:srgbClr>
            </a:outerShdw>
          </a:effectLst>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pic>
        <p:nvPicPr>
          <p:cNvPr id="64" name="Google Shape;49;p3" descr="Picture1.png">
            <a:extLst>
              <a:ext uri="{FF2B5EF4-FFF2-40B4-BE49-F238E27FC236}">
                <a16:creationId xmlns="" xmlns:a16="http://schemas.microsoft.com/office/drawing/2014/main" id="{11642C0E-805D-4417-9B3E-43B035D688E5}"/>
              </a:ext>
            </a:extLst>
          </p:cNvPr>
          <p:cNvPicPr preferRelativeResize="0"/>
          <p:nvPr/>
        </p:nvPicPr>
        <p:blipFill rotWithShape="1">
          <a:blip r:embed="rId3">
            <a:alphaModFix amt="71516"/>
          </a:blip>
          <a:srcRect/>
          <a:stretch/>
        </p:blipFill>
        <p:spPr>
          <a:xfrm flipH="1">
            <a:off x="1648407" y="3117538"/>
            <a:ext cx="120233" cy="2107837"/>
          </a:xfrm>
          <a:prstGeom prst="rect">
            <a:avLst/>
          </a:prstGeom>
          <a:noFill/>
          <a:ln>
            <a:noFill/>
          </a:ln>
        </p:spPr>
      </p:pic>
      <p:sp>
        <p:nvSpPr>
          <p:cNvPr id="65" name="TextBox 64">
            <a:extLst>
              <a:ext uri="{FF2B5EF4-FFF2-40B4-BE49-F238E27FC236}">
                <a16:creationId xmlns="" xmlns:a16="http://schemas.microsoft.com/office/drawing/2014/main" id="{6F218D90-D97F-46D5-8FA0-00EAAED39103}"/>
              </a:ext>
            </a:extLst>
          </p:cNvPr>
          <p:cNvSpPr txBox="1"/>
          <p:nvPr/>
        </p:nvSpPr>
        <p:spPr>
          <a:xfrm>
            <a:off x="1978351" y="6183087"/>
            <a:ext cx="6954415" cy="430887"/>
          </a:xfrm>
          <a:prstGeom prst="rect">
            <a:avLst/>
          </a:prstGeom>
          <a:noFill/>
        </p:spPr>
        <p:txBody>
          <a:bodyPr wrap="square">
            <a:spAutoFit/>
          </a:bodyPr>
          <a:lstStyle/>
          <a:p>
            <a:pPr>
              <a:defRPr/>
            </a:pPr>
            <a:r>
              <a:rPr lang="en-US" sz="1100" spc="280" dirty="0"/>
              <a:t>PEJABAT KETUA PEGAWAI KESELAMATAN KERAJAAN MALAYSIA</a:t>
            </a:r>
          </a:p>
          <a:p>
            <a:pPr>
              <a:defRPr/>
            </a:pPr>
            <a:r>
              <a:rPr lang="en-US" sz="1100" spc="280" dirty="0"/>
              <a:t>JABATAN PERDANA MENTERI</a:t>
            </a:r>
          </a:p>
        </p:txBody>
      </p:sp>
      <p:pic>
        <p:nvPicPr>
          <p:cNvPr id="66" name="Picture 65">
            <a:extLst>
              <a:ext uri="{FF2B5EF4-FFF2-40B4-BE49-F238E27FC236}">
                <a16:creationId xmlns="" xmlns:a16="http://schemas.microsoft.com/office/drawing/2014/main" id="{8B9551F3-F6EF-45C0-92C1-168A2A7D593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39228" y="5748203"/>
            <a:ext cx="1300637" cy="1042168"/>
          </a:xfrm>
          <a:prstGeom prst="rect">
            <a:avLst/>
          </a:prstGeom>
        </p:spPr>
      </p:pic>
    </p:spTree>
    <p:extLst>
      <p:ext uri="{BB962C8B-B14F-4D97-AF65-F5344CB8AC3E}">
        <p14:creationId xmlns:p14="http://schemas.microsoft.com/office/powerpoint/2010/main" val="2456392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2"/>
                                        </p:tgtEl>
                                        <p:attrNameLst>
                                          <p:attrName>style.visibility</p:attrName>
                                        </p:attrNameLst>
                                      </p:cBhvr>
                                      <p:to>
                                        <p:strVal val="visible"/>
                                      </p:to>
                                    </p:set>
                                    <p:animEffect transition="in" filter="fade">
                                      <p:cBhvr>
                                        <p:cTn id="7" dur="500"/>
                                        <p:tgtEl>
                                          <p:spTgt spid="62"/>
                                        </p:tgtEl>
                                      </p:cBhvr>
                                    </p:animEffect>
                                  </p:childTnLst>
                                </p:cTn>
                              </p:par>
                            </p:childTnLst>
                          </p:cTn>
                        </p:par>
                        <p:par>
                          <p:cTn id="8" fill="hold">
                            <p:stCondLst>
                              <p:cond delay="500"/>
                            </p:stCondLst>
                            <p:childTnLst>
                              <p:par>
                                <p:cTn id="9" presetID="23" presetClass="entr" presetSubtype="16" fill="hold" nodeType="afterEffect">
                                  <p:stCondLst>
                                    <p:cond delay="0"/>
                                  </p:stCondLst>
                                  <p:childTnLst>
                                    <p:set>
                                      <p:cBhvr>
                                        <p:cTn id="10" dur="1" fill="hold">
                                          <p:stCondLst>
                                            <p:cond delay="0"/>
                                          </p:stCondLst>
                                        </p:cTn>
                                        <p:tgtEl>
                                          <p:spTgt spid="63"/>
                                        </p:tgtEl>
                                        <p:attrNameLst>
                                          <p:attrName>style.visibility</p:attrName>
                                        </p:attrNameLst>
                                      </p:cBhvr>
                                      <p:to>
                                        <p:strVal val="visible"/>
                                      </p:to>
                                    </p:set>
                                    <p:anim calcmode="lin" valueType="num">
                                      <p:cBhvr additive="base">
                                        <p:cTn id="11" dur="500"/>
                                        <p:tgtEl>
                                          <p:spTgt spid="63"/>
                                        </p:tgtEl>
                                        <p:attrNameLst>
                                          <p:attrName>ppt_w</p:attrName>
                                        </p:attrNameLst>
                                      </p:cBhvr>
                                      <p:tavLst>
                                        <p:tav tm="0">
                                          <p:val>
                                            <p:strVal val="0"/>
                                          </p:val>
                                        </p:tav>
                                        <p:tav tm="100000">
                                          <p:val>
                                            <p:strVal val="#ppt_w"/>
                                          </p:val>
                                        </p:tav>
                                      </p:tavLst>
                                    </p:anim>
                                    <p:anim calcmode="lin" valueType="num">
                                      <p:cBhvr additive="base">
                                        <p:cTn id="12" dur="500"/>
                                        <p:tgtEl>
                                          <p:spTgt spid="63"/>
                                        </p:tgtEl>
                                        <p:attrNameLst>
                                          <p:attrName>ppt_h</p:attrName>
                                        </p:attrNameLst>
                                      </p:cBhvr>
                                      <p:tavLst>
                                        <p:tav tm="0">
                                          <p:val>
                                            <p:strVal val="0"/>
                                          </p:val>
                                        </p:tav>
                                        <p:tav tm="100000">
                                          <p:val>
                                            <p:strVal val="#ppt_h"/>
                                          </p:val>
                                        </p:tav>
                                      </p:tavLst>
                                    </p:anim>
                                  </p:childTnLst>
                                </p:cTn>
                              </p:par>
                            </p:childTnLst>
                          </p:cTn>
                        </p:par>
                        <p:par>
                          <p:cTn id="13" fill="hold">
                            <p:stCondLst>
                              <p:cond delay="1000"/>
                            </p:stCondLst>
                            <p:childTnLst>
                              <p:par>
                                <p:cTn id="14" presetID="23" presetClass="entr" presetSubtype="16" fill="hold" nodeType="afterEffect">
                                  <p:stCondLst>
                                    <p:cond delay="0"/>
                                  </p:stCondLst>
                                  <p:childTnLst>
                                    <p:set>
                                      <p:cBhvr>
                                        <p:cTn id="15" dur="1" fill="hold">
                                          <p:stCondLst>
                                            <p:cond delay="0"/>
                                          </p:stCondLst>
                                        </p:cTn>
                                        <p:tgtEl>
                                          <p:spTgt spid="38"/>
                                        </p:tgtEl>
                                        <p:attrNameLst>
                                          <p:attrName>style.visibility</p:attrName>
                                        </p:attrNameLst>
                                      </p:cBhvr>
                                      <p:to>
                                        <p:strVal val="visible"/>
                                      </p:to>
                                    </p:set>
                                    <p:anim calcmode="lin" valueType="num">
                                      <p:cBhvr additive="base">
                                        <p:cTn id="16" dur="500"/>
                                        <p:tgtEl>
                                          <p:spTgt spid="38"/>
                                        </p:tgtEl>
                                        <p:attrNameLst>
                                          <p:attrName>ppt_w</p:attrName>
                                        </p:attrNameLst>
                                      </p:cBhvr>
                                      <p:tavLst>
                                        <p:tav tm="0">
                                          <p:val>
                                            <p:strVal val="0"/>
                                          </p:val>
                                        </p:tav>
                                        <p:tav tm="100000">
                                          <p:val>
                                            <p:strVal val="#ppt_w"/>
                                          </p:val>
                                        </p:tav>
                                      </p:tavLst>
                                    </p:anim>
                                    <p:anim calcmode="lin" valueType="num">
                                      <p:cBhvr additive="base">
                                        <p:cTn id="17" dur="500"/>
                                        <p:tgtEl>
                                          <p:spTgt spid="38"/>
                                        </p:tgtEl>
                                        <p:attrNameLst>
                                          <p:attrName>ppt_h</p:attrName>
                                        </p:attrNameLst>
                                      </p:cBhvr>
                                      <p:tavLst>
                                        <p:tav tm="0">
                                          <p:val>
                                            <p:strVal val="0"/>
                                          </p:val>
                                        </p:tav>
                                        <p:tav tm="100000">
                                          <p:val>
                                            <p:strVal val="#ppt_h"/>
                                          </p:val>
                                        </p:tav>
                                      </p:tavLst>
                                    </p:anim>
                                  </p:childTnLst>
                                </p:cTn>
                              </p:par>
                            </p:childTnLst>
                          </p:cTn>
                        </p:par>
                        <p:par>
                          <p:cTn id="18" fill="hold">
                            <p:stCondLst>
                              <p:cond delay="1500"/>
                            </p:stCondLst>
                            <p:childTnLst>
                              <p:par>
                                <p:cTn id="19" presetID="10" presetClass="entr" presetSubtype="0" fill="hold" nodeType="afterEffect">
                                  <p:stCondLst>
                                    <p:cond delay="0"/>
                                  </p:stCondLst>
                                  <p:childTnLst>
                                    <p:set>
                                      <p:cBhvr>
                                        <p:cTn id="20" dur="1" fill="hold">
                                          <p:stCondLst>
                                            <p:cond delay="0"/>
                                          </p:stCondLst>
                                        </p:cTn>
                                        <p:tgtEl>
                                          <p:spTgt spid="28"/>
                                        </p:tgtEl>
                                        <p:attrNameLst>
                                          <p:attrName>style.visibility</p:attrName>
                                        </p:attrNameLst>
                                      </p:cBhvr>
                                      <p:to>
                                        <p:strVal val="visible"/>
                                      </p:to>
                                    </p:set>
                                    <p:animEffect transition="in" filter="fade">
                                      <p:cBhvr>
                                        <p:cTn id="21" dur="500"/>
                                        <p:tgtEl>
                                          <p:spTgt spid="28"/>
                                        </p:tgtEl>
                                      </p:cBhvr>
                                    </p:animEffect>
                                  </p:childTnLst>
                                </p:cTn>
                              </p:par>
                            </p:childTnLst>
                          </p:cTn>
                        </p:par>
                        <p:par>
                          <p:cTn id="22" fill="hold">
                            <p:stCondLst>
                              <p:cond delay="2000"/>
                            </p:stCondLst>
                            <p:childTnLst>
                              <p:par>
                                <p:cTn id="23" presetID="10" presetClass="entr" presetSubtype="0" fill="hold" nodeType="afterEffect">
                                  <p:stCondLst>
                                    <p:cond delay="0"/>
                                  </p:stCondLst>
                                  <p:childTnLst>
                                    <p:set>
                                      <p:cBhvr>
                                        <p:cTn id="24" dur="1" fill="hold">
                                          <p:stCondLst>
                                            <p:cond delay="0"/>
                                          </p:stCondLst>
                                        </p:cTn>
                                        <p:tgtEl>
                                          <p:spTgt spid="29"/>
                                        </p:tgtEl>
                                        <p:attrNameLst>
                                          <p:attrName>style.visibility</p:attrName>
                                        </p:attrNameLst>
                                      </p:cBhvr>
                                      <p:to>
                                        <p:strVal val="visible"/>
                                      </p:to>
                                    </p:set>
                                    <p:animEffect transition="in" filter="fade">
                                      <p:cBhvr>
                                        <p:cTn id="25" dur="500"/>
                                        <p:tgtEl>
                                          <p:spTgt spid="29"/>
                                        </p:tgtEl>
                                      </p:cBhvr>
                                    </p:animEffect>
                                  </p:childTnLst>
                                </p:cTn>
                              </p:par>
                            </p:childTnLst>
                          </p:cTn>
                        </p:par>
                        <p:par>
                          <p:cTn id="26" fill="hold">
                            <p:stCondLst>
                              <p:cond delay="2500"/>
                            </p:stCondLst>
                            <p:childTnLst>
                              <p:par>
                                <p:cTn id="27" presetID="10" presetClass="entr" presetSubtype="0" fill="hold" nodeType="afterEffect">
                                  <p:stCondLst>
                                    <p:cond delay="0"/>
                                  </p:stCondLst>
                                  <p:childTnLst>
                                    <p:set>
                                      <p:cBhvr>
                                        <p:cTn id="28" dur="1" fill="hold">
                                          <p:stCondLst>
                                            <p:cond delay="0"/>
                                          </p:stCondLst>
                                        </p:cTn>
                                        <p:tgtEl>
                                          <p:spTgt spid="30"/>
                                        </p:tgtEl>
                                        <p:attrNameLst>
                                          <p:attrName>style.visibility</p:attrName>
                                        </p:attrNameLst>
                                      </p:cBhvr>
                                      <p:to>
                                        <p:strVal val="visible"/>
                                      </p:to>
                                    </p:set>
                                    <p:animEffect transition="in" filter="fade">
                                      <p:cBhvr>
                                        <p:cTn id="29" dur="500"/>
                                        <p:tgtEl>
                                          <p:spTgt spid="30"/>
                                        </p:tgtEl>
                                      </p:cBhvr>
                                    </p:animEffect>
                                  </p:childTnLst>
                                </p:cTn>
                              </p:par>
                            </p:childTnLst>
                          </p:cTn>
                        </p:par>
                        <p:par>
                          <p:cTn id="30" fill="hold">
                            <p:stCondLst>
                              <p:cond delay="3000"/>
                            </p:stCondLst>
                            <p:childTnLst>
                              <p:par>
                                <p:cTn id="31" presetID="23" presetClass="entr" presetSubtype="16" fill="hold" nodeType="afterEffect">
                                  <p:stCondLst>
                                    <p:cond delay="0"/>
                                  </p:stCondLst>
                                  <p:childTnLst>
                                    <p:set>
                                      <p:cBhvr>
                                        <p:cTn id="32" dur="1" fill="hold">
                                          <p:stCondLst>
                                            <p:cond delay="0"/>
                                          </p:stCondLst>
                                        </p:cTn>
                                        <p:tgtEl>
                                          <p:spTgt spid="33"/>
                                        </p:tgtEl>
                                        <p:attrNameLst>
                                          <p:attrName>style.visibility</p:attrName>
                                        </p:attrNameLst>
                                      </p:cBhvr>
                                      <p:to>
                                        <p:strVal val="visible"/>
                                      </p:to>
                                    </p:set>
                                    <p:anim calcmode="lin" valueType="num">
                                      <p:cBhvr additive="base">
                                        <p:cTn id="33" dur="500"/>
                                        <p:tgtEl>
                                          <p:spTgt spid="33"/>
                                        </p:tgtEl>
                                        <p:attrNameLst>
                                          <p:attrName>ppt_w</p:attrName>
                                        </p:attrNameLst>
                                      </p:cBhvr>
                                      <p:tavLst>
                                        <p:tav tm="0">
                                          <p:val>
                                            <p:strVal val="0"/>
                                          </p:val>
                                        </p:tav>
                                        <p:tav tm="100000">
                                          <p:val>
                                            <p:strVal val="#ppt_w"/>
                                          </p:val>
                                        </p:tav>
                                      </p:tavLst>
                                    </p:anim>
                                    <p:anim calcmode="lin" valueType="num">
                                      <p:cBhvr additive="base">
                                        <p:cTn id="34" dur="500"/>
                                        <p:tgtEl>
                                          <p:spTgt spid="33"/>
                                        </p:tgtEl>
                                        <p:attrNameLst>
                                          <p:attrName>ppt_h</p:attrName>
                                        </p:attrNameLst>
                                      </p:cBhvr>
                                      <p:tavLst>
                                        <p:tav tm="0">
                                          <p:val>
                                            <p:strVal val="0"/>
                                          </p:val>
                                        </p:tav>
                                        <p:tav tm="100000">
                                          <p:val>
                                            <p:strVal val="#ppt_h"/>
                                          </p:val>
                                        </p:tav>
                                      </p:tavLst>
                                    </p:anim>
                                  </p:childTnLst>
                                </p:cTn>
                              </p:par>
                            </p:childTnLst>
                          </p:cTn>
                        </p:par>
                        <p:par>
                          <p:cTn id="35" fill="hold">
                            <p:stCondLst>
                              <p:cond delay="3500"/>
                            </p:stCondLst>
                            <p:childTnLst>
                              <p:par>
                                <p:cTn id="36" presetID="23" presetClass="entr" presetSubtype="16" fill="hold" nodeType="afterEffect">
                                  <p:stCondLst>
                                    <p:cond delay="0"/>
                                  </p:stCondLst>
                                  <p:childTnLst>
                                    <p:set>
                                      <p:cBhvr>
                                        <p:cTn id="37" dur="1" fill="hold">
                                          <p:stCondLst>
                                            <p:cond delay="0"/>
                                          </p:stCondLst>
                                        </p:cTn>
                                        <p:tgtEl>
                                          <p:spTgt spid="49"/>
                                        </p:tgtEl>
                                        <p:attrNameLst>
                                          <p:attrName>style.visibility</p:attrName>
                                        </p:attrNameLst>
                                      </p:cBhvr>
                                      <p:to>
                                        <p:strVal val="visible"/>
                                      </p:to>
                                    </p:set>
                                    <p:anim calcmode="lin" valueType="num">
                                      <p:cBhvr additive="base">
                                        <p:cTn id="38" dur="500"/>
                                        <p:tgtEl>
                                          <p:spTgt spid="49"/>
                                        </p:tgtEl>
                                        <p:attrNameLst>
                                          <p:attrName>ppt_w</p:attrName>
                                        </p:attrNameLst>
                                      </p:cBhvr>
                                      <p:tavLst>
                                        <p:tav tm="0">
                                          <p:val>
                                            <p:strVal val="0"/>
                                          </p:val>
                                        </p:tav>
                                        <p:tav tm="100000">
                                          <p:val>
                                            <p:strVal val="#ppt_w"/>
                                          </p:val>
                                        </p:tav>
                                      </p:tavLst>
                                    </p:anim>
                                    <p:anim calcmode="lin" valueType="num">
                                      <p:cBhvr additive="base">
                                        <p:cTn id="39" dur="500"/>
                                        <p:tgtEl>
                                          <p:spTgt spid="49"/>
                                        </p:tgtEl>
                                        <p:attrNameLst>
                                          <p:attrName>ppt_h</p:attrName>
                                        </p:attrNameLst>
                                      </p:cBhvr>
                                      <p:tavLst>
                                        <p:tav tm="0">
                                          <p:val>
                                            <p:strVal val="0"/>
                                          </p:val>
                                        </p:tav>
                                        <p:tav tm="100000">
                                          <p:val>
                                            <p:strVal val="#ppt_h"/>
                                          </p:val>
                                        </p:tav>
                                      </p:tavLst>
                                    </p:anim>
                                  </p:childTnLst>
                                </p:cTn>
                              </p:par>
                            </p:childTnLst>
                          </p:cTn>
                        </p:par>
                        <p:par>
                          <p:cTn id="40" fill="hold">
                            <p:stCondLst>
                              <p:cond delay="4000"/>
                            </p:stCondLst>
                            <p:childTnLst>
                              <p:par>
                                <p:cTn id="41" presetID="10" presetClass="entr" presetSubtype="0" fill="hold" nodeType="afterEffect">
                                  <p:stCondLst>
                                    <p:cond delay="0"/>
                                  </p:stCondLst>
                                  <p:childTnLst>
                                    <p:set>
                                      <p:cBhvr>
                                        <p:cTn id="42" dur="1" fill="hold">
                                          <p:stCondLst>
                                            <p:cond delay="0"/>
                                          </p:stCondLst>
                                        </p:cTn>
                                        <p:tgtEl>
                                          <p:spTgt spid="39"/>
                                        </p:tgtEl>
                                        <p:attrNameLst>
                                          <p:attrName>style.visibility</p:attrName>
                                        </p:attrNameLst>
                                      </p:cBhvr>
                                      <p:to>
                                        <p:strVal val="visible"/>
                                      </p:to>
                                    </p:set>
                                    <p:animEffect transition="in" filter="fade">
                                      <p:cBhvr>
                                        <p:cTn id="43" dur="500"/>
                                        <p:tgtEl>
                                          <p:spTgt spid="39"/>
                                        </p:tgtEl>
                                      </p:cBhvr>
                                    </p:animEffect>
                                  </p:childTnLst>
                                </p:cTn>
                              </p:par>
                            </p:childTnLst>
                          </p:cTn>
                        </p:par>
                        <p:par>
                          <p:cTn id="44" fill="hold">
                            <p:stCondLst>
                              <p:cond delay="4500"/>
                            </p:stCondLst>
                            <p:childTnLst>
                              <p:par>
                                <p:cTn id="45" presetID="10" presetClass="entr" presetSubtype="0" fill="hold" nodeType="afterEffect">
                                  <p:stCondLst>
                                    <p:cond delay="0"/>
                                  </p:stCondLst>
                                  <p:childTnLst>
                                    <p:set>
                                      <p:cBhvr>
                                        <p:cTn id="46" dur="1" fill="hold">
                                          <p:stCondLst>
                                            <p:cond delay="0"/>
                                          </p:stCondLst>
                                        </p:cTn>
                                        <p:tgtEl>
                                          <p:spTgt spid="40"/>
                                        </p:tgtEl>
                                        <p:attrNameLst>
                                          <p:attrName>style.visibility</p:attrName>
                                        </p:attrNameLst>
                                      </p:cBhvr>
                                      <p:to>
                                        <p:strVal val="visible"/>
                                      </p:to>
                                    </p:set>
                                    <p:animEffect transition="in" filter="fade">
                                      <p:cBhvr>
                                        <p:cTn id="47" dur="500"/>
                                        <p:tgtEl>
                                          <p:spTgt spid="40"/>
                                        </p:tgtEl>
                                      </p:cBhvr>
                                    </p:animEffect>
                                  </p:childTnLst>
                                </p:cTn>
                              </p:par>
                            </p:childTnLst>
                          </p:cTn>
                        </p:par>
                        <p:par>
                          <p:cTn id="48" fill="hold">
                            <p:stCondLst>
                              <p:cond delay="5000"/>
                            </p:stCondLst>
                            <p:childTnLst>
                              <p:par>
                                <p:cTn id="49" presetID="10" presetClass="entr" presetSubtype="0" fill="hold" nodeType="afterEffect">
                                  <p:stCondLst>
                                    <p:cond delay="0"/>
                                  </p:stCondLst>
                                  <p:childTnLst>
                                    <p:set>
                                      <p:cBhvr>
                                        <p:cTn id="50" dur="1" fill="hold">
                                          <p:stCondLst>
                                            <p:cond delay="0"/>
                                          </p:stCondLst>
                                        </p:cTn>
                                        <p:tgtEl>
                                          <p:spTgt spid="41"/>
                                        </p:tgtEl>
                                        <p:attrNameLst>
                                          <p:attrName>style.visibility</p:attrName>
                                        </p:attrNameLst>
                                      </p:cBhvr>
                                      <p:to>
                                        <p:strVal val="visible"/>
                                      </p:to>
                                    </p:set>
                                    <p:animEffect transition="in" filter="fade">
                                      <p:cBhvr>
                                        <p:cTn id="51" dur="500"/>
                                        <p:tgtEl>
                                          <p:spTgt spid="41"/>
                                        </p:tgtEl>
                                      </p:cBhvr>
                                    </p:animEffect>
                                  </p:childTnLst>
                                </p:cTn>
                              </p:par>
                            </p:childTnLst>
                          </p:cTn>
                        </p:par>
                        <p:par>
                          <p:cTn id="52" fill="hold">
                            <p:stCondLst>
                              <p:cond delay="5500"/>
                            </p:stCondLst>
                            <p:childTnLst>
                              <p:par>
                                <p:cTn id="53" presetID="10" presetClass="entr" presetSubtype="0" fill="hold" nodeType="afterEffect">
                                  <p:stCondLst>
                                    <p:cond delay="0"/>
                                  </p:stCondLst>
                                  <p:childTnLst>
                                    <p:set>
                                      <p:cBhvr>
                                        <p:cTn id="54" dur="1" fill="hold">
                                          <p:stCondLst>
                                            <p:cond delay="0"/>
                                          </p:stCondLst>
                                        </p:cTn>
                                        <p:tgtEl>
                                          <p:spTgt spid="50"/>
                                        </p:tgtEl>
                                        <p:attrNameLst>
                                          <p:attrName>style.visibility</p:attrName>
                                        </p:attrNameLst>
                                      </p:cBhvr>
                                      <p:to>
                                        <p:strVal val="visible"/>
                                      </p:to>
                                    </p:set>
                                    <p:animEffect transition="in" filter="fade">
                                      <p:cBhvr>
                                        <p:cTn id="55" dur="500"/>
                                        <p:tgtEl>
                                          <p:spTgt spid="50"/>
                                        </p:tgtEl>
                                      </p:cBhvr>
                                    </p:animEffect>
                                  </p:childTnLst>
                                </p:cTn>
                              </p:par>
                            </p:childTnLst>
                          </p:cTn>
                        </p:par>
                        <p:par>
                          <p:cTn id="56" fill="hold">
                            <p:stCondLst>
                              <p:cond delay="6000"/>
                            </p:stCondLst>
                            <p:childTnLst>
                              <p:par>
                                <p:cTn id="57" presetID="10" presetClass="entr" presetSubtype="0" fill="hold" nodeType="afterEffect">
                                  <p:stCondLst>
                                    <p:cond delay="0"/>
                                  </p:stCondLst>
                                  <p:childTnLst>
                                    <p:set>
                                      <p:cBhvr>
                                        <p:cTn id="58" dur="1" fill="hold">
                                          <p:stCondLst>
                                            <p:cond delay="0"/>
                                          </p:stCondLst>
                                        </p:cTn>
                                        <p:tgtEl>
                                          <p:spTgt spid="51"/>
                                        </p:tgtEl>
                                        <p:attrNameLst>
                                          <p:attrName>style.visibility</p:attrName>
                                        </p:attrNameLst>
                                      </p:cBhvr>
                                      <p:to>
                                        <p:strVal val="visible"/>
                                      </p:to>
                                    </p:set>
                                    <p:animEffect transition="in" filter="fade">
                                      <p:cBhvr>
                                        <p:cTn id="59" dur="500"/>
                                        <p:tgtEl>
                                          <p:spTgt spid="51"/>
                                        </p:tgtEl>
                                      </p:cBhvr>
                                    </p:animEffect>
                                  </p:childTnLst>
                                </p:cTn>
                              </p:par>
                            </p:childTnLst>
                          </p:cTn>
                        </p:par>
                        <p:par>
                          <p:cTn id="60" fill="hold">
                            <p:stCondLst>
                              <p:cond delay="6500"/>
                            </p:stCondLst>
                            <p:childTnLst>
                              <p:par>
                                <p:cTn id="61" presetID="10" presetClass="entr" presetSubtype="0" fill="hold" nodeType="afterEffect">
                                  <p:stCondLst>
                                    <p:cond delay="0"/>
                                  </p:stCondLst>
                                  <p:childTnLst>
                                    <p:set>
                                      <p:cBhvr>
                                        <p:cTn id="62" dur="1" fill="hold">
                                          <p:stCondLst>
                                            <p:cond delay="0"/>
                                          </p:stCondLst>
                                        </p:cTn>
                                        <p:tgtEl>
                                          <p:spTgt spid="52"/>
                                        </p:tgtEl>
                                        <p:attrNameLst>
                                          <p:attrName>style.visibility</p:attrName>
                                        </p:attrNameLst>
                                      </p:cBhvr>
                                      <p:to>
                                        <p:strVal val="visible"/>
                                      </p:to>
                                    </p:set>
                                    <p:animEffect transition="in" filter="fade">
                                      <p:cBhvr>
                                        <p:cTn id="63" dur="500"/>
                                        <p:tgtEl>
                                          <p:spTgt spid="52"/>
                                        </p:tgtEl>
                                      </p:cBhvr>
                                    </p:animEffect>
                                  </p:childTnLst>
                                </p:cTn>
                              </p:par>
                            </p:childTnLst>
                          </p:cTn>
                        </p:par>
                        <p:par>
                          <p:cTn id="64" fill="hold">
                            <p:stCondLst>
                              <p:cond delay="7000"/>
                            </p:stCondLst>
                            <p:childTnLst>
                              <p:par>
                                <p:cTn id="65" presetID="23" presetClass="entr" presetSubtype="16" fill="hold" nodeType="afterEffect">
                                  <p:stCondLst>
                                    <p:cond delay="0"/>
                                  </p:stCondLst>
                                  <p:childTnLst>
                                    <p:set>
                                      <p:cBhvr>
                                        <p:cTn id="66" dur="1" fill="hold">
                                          <p:stCondLst>
                                            <p:cond delay="0"/>
                                          </p:stCondLst>
                                        </p:cTn>
                                        <p:tgtEl>
                                          <p:spTgt spid="55"/>
                                        </p:tgtEl>
                                        <p:attrNameLst>
                                          <p:attrName>style.visibility</p:attrName>
                                        </p:attrNameLst>
                                      </p:cBhvr>
                                      <p:to>
                                        <p:strVal val="visible"/>
                                      </p:to>
                                    </p:set>
                                    <p:anim calcmode="lin" valueType="num">
                                      <p:cBhvr additive="base">
                                        <p:cTn id="67" dur="500"/>
                                        <p:tgtEl>
                                          <p:spTgt spid="55"/>
                                        </p:tgtEl>
                                        <p:attrNameLst>
                                          <p:attrName>ppt_w</p:attrName>
                                        </p:attrNameLst>
                                      </p:cBhvr>
                                      <p:tavLst>
                                        <p:tav tm="0">
                                          <p:val>
                                            <p:strVal val="0"/>
                                          </p:val>
                                        </p:tav>
                                        <p:tav tm="100000">
                                          <p:val>
                                            <p:strVal val="#ppt_w"/>
                                          </p:val>
                                        </p:tav>
                                      </p:tavLst>
                                    </p:anim>
                                    <p:anim calcmode="lin" valueType="num">
                                      <p:cBhvr additive="base">
                                        <p:cTn id="68" dur="500"/>
                                        <p:tgtEl>
                                          <p:spTgt spid="55"/>
                                        </p:tgtEl>
                                        <p:attrNameLst>
                                          <p:attrName>ppt_h</p:attrName>
                                        </p:attrNameLst>
                                      </p:cBhvr>
                                      <p:tavLst>
                                        <p:tav tm="0">
                                          <p:val>
                                            <p:strVal val="0"/>
                                          </p:val>
                                        </p:tav>
                                        <p:tav tm="100000">
                                          <p:val>
                                            <p:strVal val="#ppt_h"/>
                                          </p:val>
                                        </p:tav>
                                      </p:tavLst>
                                    </p:anim>
                                  </p:childTnLst>
                                </p:cTn>
                              </p:par>
                            </p:childTnLst>
                          </p:cTn>
                        </p:par>
                        <p:par>
                          <p:cTn id="69" fill="hold">
                            <p:stCondLst>
                              <p:cond delay="7500"/>
                            </p:stCondLst>
                            <p:childTnLst>
                              <p:par>
                                <p:cTn id="70" presetID="23" presetClass="entr" presetSubtype="16" fill="hold" nodeType="afterEffect">
                                  <p:stCondLst>
                                    <p:cond delay="0"/>
                                  </p:stCondLst>
                                  <p:childTnLst>
                                    <p:set>
                                      <p:cBhvr>
                                        <p:cTn id="71" dur="1" fill="hold">
                                          <p:stCondLst>
                                            <p:cond delay="0"/>
                                          </p:stCondLst>
                                        </p:cTn>
                                        <p:tgtEl>
                                          <p:spTgt spid="27"/>
                                        </p:tgtEl>
                                        <p:attrNameLst>
                                          <p:attrName>style.visibility</p:attrName>
                                        </p:attrNameLst>
                                      </p:cBhvr>
                                      <p:to>
                                        <p:strVal val="visible"/>
                                      </p:to>
                                    </p:set>
                                    <p:anim calcmode="lin" valueType="num">
                                      <p:cBhvr additive="base">
                                        <p:cTn id="72" dur="500"/>
                                        <p:tgtEl>
                                          <p:spTgt spid="27"/>
                                        </p:tgtEl>
                                        <p:attrNameLst>
                                          <p:attrName>ppt_w</p:attrName>
                                        </p:attrNameLst>
                                      </p:cBhvr>
                                      <p:tavLst>
                                        <p:tav tm="0">
                                          <p:val>
                                            <p:strVal val="0"/>
                                          </p:val>
                                        </p:tav>
                                        <p:tav tm="100000">
                                          <p:val>
                                            <p:strVal val="#ppt_w"/>
                                          </p:val>
                                        </p:tav>
                                      </p:tavLst>
                                    </p:anim>
                                    <p:anim calcmode="lin" valueType="num">
                                      <p:cBhvr additive="base">
                                        <p:cTn id="73" dur="500"/>
                                        <p:tgtEl>
                                          <p:spTgt spid="27"/>
                                        </p:tgtEl>
                                        <p:attrNameLst>
                                          <p:attrName>ppt_h</p:attrName>
                                        </p:attrNameLst>
                                      </p:cBhvr>
                                      <p:tavLst>
                                        <p:tav tm="0">
                                          <p:val>
                                            <p:strVal val="0"/>
                                          </p:val>
                                        </p:tav>
                                        <p:tav tm="100000">
                                          <p:val>
                                            <p:strVal val="#ppt_h"/>
                                          </p:val>
                                        </p:tav>
                                      </p:tavLst>
                                    </p:anim>
                                  </p:childTnLst>
                                </p:cTn>
                              </p:par>
                            </p:childTnLst>
                          </p:cTn>
                        </p:par>
                        <p:par>
                          <p:cTn id="74" fill="hold">
                            <p:stCondLst>
                              <p:cond delay="8000"/>
                            </p:stCondLst>
                            <p:childTnLst>
                              <p:par>
                                <p:cTn id="75" presetID="10" presetClass="entr" presetSubtype="0" fill="hold" nodeType="afterEffect">
                                  <p:stCondLst>
                                    <p:cond delay="0"/>
                                  </p:stCondLst>
                                  <p:childTnLst>
                                    <p:set>
                                      <p:cBhvr>
                                        <p:cTn id="76" dur="1" fill="hold">
                                          <p:stCondLst>
                                            <p:cond delay="0"/>
                                          </p:stCondLst>
                                        </p:cTn>
                                        <p:tgtEl>
                                          <p:spTgt spid="17"/>
                                        </p:tgtEl>
                                        <p:attrNameLst>
                                          <p:attrName>style.visibility</p:attrName>
                                        </p:attrNameLst>
                                      </p:cBhvr>
                                      <p:to>
                                        <p:strVal val="visible"/>
                                      </p:to>
                                    </p:set>
                                    <p:animEffect transition="in" filter="fade">
                                      <p:cBhvr>
                                        <p:cTn id="77" dur="500"/>
                                        <p:tgtEl>
                                          <p:spTgt spid="17"/>
                                        </p:tgtEl>
                                      </p:cBhvr>
                                    </p:animEffect>
                                  </p:childTnLst>
                                </p:cTn>
                              </p:par>
                            </p:childTnLst>
                          </p:cTn>
                        </p:par>
                        <p:par>
                          <p:cTn id="78" fill="hold">
                            <p:stCondLst>
                              <p:cond delay="8500"/>
                            </p:stCondLst>
                            <p:childTnLst>
                              <p:par>
                                <p:cTn id="79" presetID="10" presetClass="entr" presetSubtype="0" fill="hold" nodeType="afterEffect">
                                  <p:stCondLst>
                                    <p:cond delay="0"/>
                                  </p:stCondLst>
                                  <p:childTnLst>
                                    <p:set>
                                      <p:cBhvr>
                                        <p:cTn id="80" dur="1" fill="hold">
                                          <p:stCondLst>
                                            <p:cond delay="0"/>
                                          </p:stCondLst>
                                        </p:cTn>
                                        <p:tgtEl>
                                          <p:spTgt spid="18"/>
                                        </p:tgtEl>
                                        <p:attrNameLst>
                                          <p:attrName>style.visibility</p:attrName>
                                        </p:attrNameLst>
                                      </p:cBhvr>
                                      <p:to>
                                        <p:strVal val="visible"/>
                                      </p:to>
                                    </p:set>
                                    <p:animEffect transition="in" filter="fade">
                                      <p:cBhvr>
                                        <p:cTn id="81" dur="500"/>
                                        <p:tgtEl>
                                          <p:spTgt spid="18"/>
                                        </p:tgtEl>
                                      </p:cBhvr>
                                    </p:animEffect>
                                  </p:childTnLst>
                                </p:cTn>
                              </p:par>
                            </p:childTnLst>
                          </p:cTn>
                        </p:par>
                        <p:par>
                          <p:cTn id="82" fill="hold">
                            <p:stCondLst>
                              <p:cond delay="9000"/>
                            </p:stCondLst>
                            <p:childTnLst>
                              <p:par>
                                <p:cTn id="83" presetID="10" presetClass="entr" presetSubtype="0" fill="hold" nodeType="afterEffect">
                                  <p:stCondLst>
                                    <p:cond delay="0"/>
                                  </p:stCondLst>
                                  <p:childTnLst>
                                    <p:set>
                                      <p:cBhvr>
                                        <p:cTn id="84" dur="1" fill="hold">
                                          <p:stCondLst>
                                            <p:cond delay="0"/>
                                          </p:stCondLst>
                                        </p:cTn>
                                        <p:tgtEl>
                                          <p:spTgt spid="19"/>
                                        </p:tgtEl>
                                        <p:attrNameLst>
                                          <p:attrName>style.visibility</p:attrName>
                                        </p:attrNameLst>
                                      </p:cBhvr>
                                      <p:to>
                                        <p:strVal val="visible"/>
                                      </p:to>
                                    </p:set>
                                    <p:animEffect transition="in" filter="fade">
                                      <p:cBhvr>
                                        <p:cTn id="85" dur="500"/>
                                        <p:tgtEl>
                                          <p:spTgt spid="19"/>
                                        </p:tgtEl>
                                      </p:cBhvr>
                                    </p:animEffect>
                                  </p:childTnLst>
                                </p:cTn>
                              </p:par>
                            </p:childTnLst>
                          </p:cTn>
                        </p:par>
                        <p:par>
                          <p:cTn id="86" fill="hold">
                            <p:stCondLst>
                              <p:cond delay="9500"/>
                            </p:stCondLst>
                            <p:childTnLst>
                              <p:par>
                                <p:cTn id="87" presetID="23" presetClass="entr" presetSubtype="16" fill="hold" nodeType="afterEffect">
                                  <p:stCondLst>
                                    <p:cond delay="0"/>
                                  </p:stCondLst>
                                  <p:childTnLst>
                                    <p:set>
                                      <p:cBhvr>
                                        <p:cTn id="88" dur="1" fill="hold">
                                          <p:stCondLst>
                                            <p:cond delay="0"/>
                                          </p:stCondLst>
                                        </p:cTn>
                                        <p:tgtEl>
                                          <p:spTgt spid="64"/>
                                        </p:tgtEl>
                                        <p:attrNameLst>
                                          <p:attrName>style.visibility</p:attrName>
                                        </p:attrNameLst>
                                      </p:cBhvr>
                                      <p:to>
                                        <p:strVal val="visible"/>
                                      </p:to>
                                    </p:set>
                                    <p:anim calcmode="lin" valueType="num">
                                      <p:cBhvr additive="base">
                                        <p:cTn id="89" dur="500"/>
                                        <p:tgtEl>
                                          <p:spTgt spid="64"/>
                                        </p:tgtEl>
                                        <p:attrNameLst>
                                          <p:attrName>ppt_w</p:attrName>
                                        </p:attrNameLst>
                                      </p:cBhvr>
                                      <p:tavLst>
                                        <p:tav tm="0">
                                          <p:val>
                                            <p:strVal val="0"/>
                                          </p:val>
                                        </p:tav>
                                        <p:tav tm="100000">
                                          <p:val>
                                            <p:strVal val="#ppt_w"/>
                                          </p:val>
                                        </p:tav>
                                      </p:tavLst>
                                    </p:anim>
                                    <p:anim calcmode="lin" valueType="num">
                                      <p:cBhvr additive="base">
                                        <p:cTn id="90" dur="500"/>
                                        <p:tgtEl>
                                          <p:spTgt spid="64"/>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6"/>
        <p:cNvGrpSpPr/>
        <p:nvPr/>
      </p:nvGrpSpPr>
      <p:grpSpPr>
        <a:xfrm>
          <a:off x="0" y="0"/>
          <a:ext cx="0" cy="0"/>
          <a:chOff x="0" y="0"/>
          <a:chExt cx="0" cy="0"/>
        </a:xfrm>
      </p:grpSpPr>
      <p:sp>
        <p:nvSpPr>
          <p:cNvPr id="17" name="Google Shape;17;p3"/>
          <p:cNvSpPr/>
          <p:nvPr/>
        </p:nvSpPr>
        <p:spPr>
          <a:xfrm>
            <a:off x="1480331" y="4717245"/>
            <a:ext cx="874813" cy="1240880"/>
          </a:xfrm>
          <a:custGeom>
            <a:avLst/>
            <a:gdLst/>
            <a:ahLst/>
            <a:cxnLst/>
            <a:rect l="l" t="t" r="r" b="b"/>
            <a:pathLst>
              <a:path w="21600" h="21600" extrusionOk="0">
                <a:moveTo>
                  <a:pt x="0" y="2021"/>
                </a:moveTo>
                <a:lnTo>
                  <a:pt x="21600" y="0"/>
                </a:lnTo>
                <a:lnTo>
                  <a:pt x="21576" y="21600"/>
                </a:lnTo>
                <a:lnTo>
                  <a:pt x="0" y="19530"/>
                </a:lnTo>
                <a:lnTo>
                  <a:pt x="0" y="2021"/>
                </a:lnTo>
                <a:close/>
              </a:path>
            </a:pathLst>
          </a:custGeom>
          <a:solidFill>
            <a:schemeClr val="accent4">
              <a:lumMod val="40000"/>
              <a:lumOff val="60000"/>
            </a:schemeClr>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8" name="Google Shape;18;p3"/>
          <p:cNvSpPr/>
          <p:nvPr/>
        </p:nvSpPr>
        <p:spPr>
          <a:xfrm>
            <a:off x="2355144" y="4715834"/>
            <a:ext cx="1187017" cy="1217351"/>
          </a:xfrm>
          <a:custGeom>
            <a:avLst/>
            <a:gdLst/>
            <a:ahLst/>
            <a:cxnLst/>
            <a:rect l="l" t="t" r="r" b="b"/>
            <a:pathLst>
              <a:path w="21600" h="21600" extrusionOk="0">
                <a:moveTo>
                  <a:pt x="0" y="0"/>
                </a:moveTo>
                <a:lnTo>
                  <a:pt x="21600" y="826"/>
                </a:lnTo>
                <a:lnTo>
                  <a:pt x="21564" y="20683"/>
                </a:lnTo>
                <a:lnTo>
                  <a:pt x="0" y="21600"/>
                </a:lnTo>
                <a:lnTo>
                  <a:pt x="0" y="0"/>
                </a:lnTo>
                <a:close/>
              </a:path>
            </a:pathLst>
          </a:custGeom>
          <a:solidFill>
            <a:schemeClr val="accent4">
              <a:lumMod val="40000"/>
              <a:lumOff val="60000"/>
            </a:schemeClr>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9" name="Google Shape;19;p3"/>
          <p:cNvSpPr/>
          <p:nvPr/>
        </p:nvSpPr>
        <p:spPr>
          <a:xfrm>
            <a:off x="3503040" y="4697688"/>
            <a:ext cx="8371663" cy="1240880"/>
          </a:xfrm>
          <a:custGeom>
            <a:avLst/>
            <a:gdLst/>
            <a:ahLst/>
            <a:cxnLst/>
            <a:rect l="l" t="t" r="r" b="b"/>
            <a:pathLst>
              <a:path w="21600" h="21600" extrusionOk="0">
                <a:moveTo>
                  <a:pt x="0" y="715"/>
                </a:moveTo>
                <a:lnTo>
                  <a:pt x="21597" y="0"/>
                </a:lnTo>
                <a:lnTo>
                  <a:pt x="21600" y="21600"/>
                </a:lnTo>
                <a:lnTo>
                  <a:pt x="0" y="20707"/>
                </a:lnTo>
                <a:lnTo>
                  <a:pt x="0" y="715"/>
                </a:lnTo>
                <a:close/>
              </a:path>
            </a:pathLst>
          </a:custGeom>
          <a:solidFill>
            <a:schemeClr val="accent4">
              <a:lumMod val="40000"/>
              <a:lumOff val="60000"/>
            </a:schemeClr>
          </a:solidFill>
          <a:ln>
            <a:noFill/>
          </a:ln>
          <a:effectLst>
            <a:outerShdw blurRad="101600" dist="118426" dir="2118751" rotWithShape="0">
              <a:srgbClr val="000000">
                <a:alpha val="23137"/>
              </a:srgbClr>
            </a:outerShdw>
          </a:effectLst>
        </p:spPr>
        <p:txBody>
          <a:bodyPr spcFirstLastPara="1" wrap="square" lIns="45700" tIns="45700" rIns="45700" bIns="45700" anchor="ctr" anchorCtr="0">
            <a:noAutofit/>
          </a:bodyPr>
          <a:lstStyle/>
          <a:p>
            <a:pPr lvl="0" algn="just"/>
            <a:endParaRPr lang="en-MY" sz="2400" dirty="0">
              <a:latin typeface="Tahoma" panose="020B0604030504040204" pitchFamily="34" charset="0"/>
              <a:ea typeface="Tahoma" panose="020B0604030504040204" pitchFamily="34" charset="0"/>
              <a:cs typeface="Tahoma" panose="020B0604030504040204" pitchFamily="34" charset="0"/>
            </a:endParaRPr>
          </a:p>
        </p:txBody>
      </p:sp>
      <p:pic>
        <p:nvPicPr>
          <p:cNvPr id="27" name="Google Shape;27;p3" descr="Picture1.png"/>
          <p:cNvPicPr preferRelativeResize="0"/>
          <p:nvPr/>
        </p:nvPicPr>
        <p:blipFill rotWithShape="1">
          <a:blip r:embed="rId3">
            <a:alphaModFix amt="71516"/>
          </a:blip>
          <a:srcRect/>
          <a:stretch/>
        </p:blipFill>
        <p:spPr>
          <a:xfrm flipH="1">
            <a:off x="1377211" y="4191669"/>
            <a:ext cx="120233" cy="2107836"/>
          </a:xfrm>
          <a:prstGeom prst="rect">
            <a:avLst/>
          </a:prstGeom>
          <a:noFill/>
          <a:ln>
            <a:noFill/>
          </a:ln>
        </p:spPr>
      </p:pic>
      <p:sp>
        <p:nvSpPr>
          <p:cNvPr id="28" name="Google Shape;28;p3"/>
          <p:cNvSpPr/>
          <p:nvPr/>
        </p:nvSpPr>
        <p:spPr>
          <a:xfrm>
            <a:off x="2519684" y="1073642"/>
            <a:ext cx="874813" cy="1347118"/>
          </a:xfrm>
          <a:custGeom>
            <a:avLst/>
            <a:gdLst/>
            <a:ahLst/>
            <a:cxnLst/>
            <a:rect l="l" t="t" r="r" b="b"/>
            <a:pathLst>
              <a:path w="21600" h="21600" extrusionOk="0">
                <a:moveTo>
                  <a:pt x="0" y="2021"/>
                </a:moveTo>
                <a:lnTo>
                  <a:pt x="21600" y="0"/>
                </a:lnTo>
                <a:lnTo>
                  <a:pt x="21576" y="21600"/>
                </a:lnTo>
                <a:lnTo>
                  <a:pt x="0" y="19530"/>
                </a:lnTo>
                <a:lnTo>
                  <a:pt x="0" y="2021"/>
                </a:lnTo>
                <a:close/>
              </a:path>
            </a:pathLst>
          </a:custGeom>
          <a:gradFill>
            <a:gsLst>
              <a:gs pos="0">
                <a:srgbClr val="CDE963"/>
              </a:gs>
              <a:gs pos="2028">
                <a:srgbClr val="CDE963"/>
              </a:gs>
              <a:gs pos="100000">
                <a:srgbClr val="5DBF25"/>
              </a:gs>
            </a:gsLst>
            <a:lin ang="8628016"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9" name="Google Shape;29;p3"/>
          <p:cNvSpPr/>
          <p:nvPr/>
        </p:nvSpPr>
        <p:spPr>
          <a:xfrm>
            <a:off x="3354122" y="1181741"/>
            <a:ext cx="1187017" cy="1239019"/>
          </a:xfrm>
          <a:custGeom>
            <a:avLst/>
            <a:gdLst/>
            <a:ahLst/>
            <a:cxnLst/>
            <a:rect l="l" t="t" r="r" b="b"/>
            <a:pathLst>
              <a:path w="21600" h="21600" extrusionOk="0">
                <a:moveTo>
                  <a:pt x="0" y="0"/>
                </a:moveTo>
                <a:lnTo>
                  <a:pt x="21600" y="826"/>
                </a:lnTo>
                <a:lnTo>
                  <a:pt x="21564" y="20683"/>
                </a:lnTo>
                <a:lnTo>
                  <a:pt x="0" y="21600"/>
                </a:lnTo>
                <a:lnTo>
                  <a:pt x="0" y="0"/>
                </a:lnTo>
                <a:close/>
              </a:path>
            </a:pathLst>
          </a:custGeom>
          <a:gradFill>
            <a:gsLst>
              <a:gs pos="0">
                <a:srgbClr val="CDE963"/>
              </a:gs>
              <a:gs pos="2028">
                <a:srgbClr val="CDE963"/>
              </a:gs>
              <a:gs pos="100000">
                <a:srgbClr val="5DBF25"/>
              </a:gs>
            </a:gsLst>
            <a:path path="circle">
              <a:fillToRect l="100000" b="100000"/>
            </a:path>
            <a:tileRect t="-100000" r="-10000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30" name="Google Shape;30;p3"/>
          <p:cNvSpPr/>
          <p:nvPr/>
        </p:nvSpPr>
        <p:spPr>
          <a:xfrm>
            <a:off x="4007346" y="1095637"/>
            <a:ext cx="7843770" cy="1432655"/>
          </a:xfrm>
          <a:custGeom>
            <a:avLst/>
            <a:gdLst/>
            <a:ahLst/>
            <a:cxnLst/>
            <a:rect l="l" t="t" r="r" b="b"/>
            <a:pathLst>
              <a:path w="21600" h="21600" extrusionOk="0">
                <a:moveTo>
                  <a:pt x="0" y="715"/>
                </a:moveTo>
                <a:lnTo>
                  <a:pt x="21597" y="0"/>
                </a:lnTo>
                <a:lnTo>
                  <a:pt x="21600" y="21600"/>
                </a:lnTo>
                <a:lnTo>
                  <a:pt x="0" y="20707"/>
                </a:lnTo>
                <a:lnTo>
                  <a:pt x="0" y="715"/>
                </a:lnTo>
                <a:close/>
              </a:path>
            </a:pathLst>
          </a:custGeom>
          <a:gradFill>
            <a:gsLst>
              <a:gs pos="0">
                <a:srgbClr val="CDE963"/>
              </a:gs>
              <a:gs pos="2028">
                <a:srgbClr val="CDE963"/>
              </a:gs>
              <a:gs pos="100000">
                <a:srgbClr val="5DBF25"/>
              </a:gs>
            </a:gsLst>
            <a:lin ang="8628016" scaled="0"/>
          </a:gradFill>
          <a:ln>
            <a:noFill/>
          </a:ln>
          <a:effectLst>
            <a:outerShdw blurRad="101600" dist="118426" dir="2118751" rotWithShape="0">
              <a:srgbClr val="000000">
                <a:alpha val="23137"/>
              </a:srgbClr>
            </a:outerShdw>
          </a:effectLst>
        </p:spPr>
        <p:txBody>
          <a:bodyPr spcFirstLastPara="1" wrap="square" lIns="45700" tIns="45700" rIns="45700" bIns="45700" anchor="ctr" anchorCtr="0">
            <a:noAutofit/>
          </a:bodyPr>
          <a:lstStyle/>
          <a:p>
            <a:pPr lvl="0" algn="just"/>
            <a:r>
              <a:rPr lang="fi-FI" sz="2400" dirty="0">
                <a:latin typeface="Tahoma" panose="020B0604030504040204" pitchFamily="34" charset="0"/>
                <a:ea typeface="Tahoma" panose="020B0604030504040204" pitchFamily="34" charset="0"/>
                <a:cs typeface="Tahoma" panose="020B0604030504040204" pitchFamily="34" charset="0"/>
              </a:rPr>
              <a:t>Terdapat</a:t>
            </a:r>
            <a:r>
              <a:rPr lang="ms-MY" sz="2400" dirty="0">
                <a:latin typeface="Tahoma" panose="020B0604030504040204" pitchFamily="34" charset="0"/>
                <a:ea typeface="Tahoma" panose="020B0604030504040204" pitchFamily="34" charset="0"/>
                <a:cs typeface="Tahoma" panose="020B0604030504040204" pitchFamily="34" charset="0"/>
              </a:rPr>
              <a:t> maklumat yang terkumpul yang diperoleh daripada beberapa dokumen memerlukan peringkat yang lebih tinggi daripada peringkat sesuatu dokumen;</a:t>
            </a:r>
          </a:p>
        </p:txBody>
      </p:sp>
      <p:sp>
        <p:nvSpPr>
          <p:cNvPr id="33" name="Google Shape;33;p3"/>
          <p:cNvSpPr txBox="1"/>
          <p:nvPr/>
        </p:nvSpPr>
        <p:spPr>
          <a:xfrm>
            <a:off x="4310907" y="1819365"/>
            <a:ext cx="854891" cy="739141"/>
          </a:xfrm>
          <a:prstGeom prst="rect">
            <a:avLst/>
          </a:prstGeom>
          <a:noFill/>
          <a:ln>
            <a:noFill/>
          </a:ln>
        </p:spPr>
        <p:txBody>
          <a:bodyPr spcFirstLastPara="1" wrap="square" lIns="45700" tIns="45700" rIns="45700" bIns="45700" anchor="t" anchorCtr="0">
            <a:noAutofit/>
          </a:bodyPr>
          <a:lstStyle/>
          <a:p>
            <a:pPr marL="0" marR="0" lvl="0" indent="0" algn="ctr" rtl="0">
              <a:lnSpc>
                <a:spcPct val="100000"/>
              </a:lnSpc>
              <a:spcBef>
                <a:spcPts val="0"/>
              </a:spcBef>
              <a:spcAft>
                <a:spcPts val="0"/>
              </a:spcAft>
              <a:buClr>
                <a:srgbClr val="FFFFFF"/>
              </a:buClr>
              <a:buSzPts val="5000"/>
              <a:buFont typeface="Arial"/>
              <a:buNone/>
            </a:pPr>
            <a:endParaRPr lang="en-MY" dirty="0"/>
          </a:p>
          <a:p>
            <a:pPr marL="285750" marR="0" lvl="0" indent="-285750" algn="ctr" rtl="0">
              <a:lnSpc>
                <a:spcPct val="100000"/>
              </a:lnSpc>
              <a:spcBef>
                <a:spcPts val="0"/>
              </a:spcBef>
              <a:spcAft>
                <a:spcPts val="0"/>
              </a:spcAft>
              <a:buClr>
                <a:srgbClr val="FFFFFF"/>
              </a:buClr>
              <a:buSzPts val="5000"/>
              <a:buFont typeface="Arial" panose="020B0604020202020204" pitchFamily="34" charset="0"/>
              <a:buChar char="•"/>
            </a:pPr>
            <a:endParaRPr dirty="0"/>
          </a:p>
        </p:txBody>
      </p:sp>
      <p:pic>
        <p:nvPicPr>
          <p:cNvPr id="38" name="Google Shape;38;p3" descr="Picture1.png"/>
          <p:cNvPicPr preferRelativeResize="0"/>
          <p:nvPr/>
        </p:nvPicPr>
        <p:blipFill rotWithShape="1">
          <a:blip r:embed="rId3">
            <a:alphaModFix amt="71516"/>
          </a:blip>
          <a:srcRect/>
          <a:stretch/>
        </p:blipFill>
        <p:spPr>
          <a:xfrm flipH="1">
            <a:off x="2439260" y="670628"/>
            <a:ext cx="120233" cy="2107837"/>
          </a:xfrm>
          <a:prstGeom prst="rect">
            <a:avLst/>
          </a:prstGeom>
          <a:noFill/>
          <a:ln>
            <a:noFill/>
          </a:ln>
        </p:spPr>
      </p:pic>
      <p:sp>
        <p:nvSpPr>
          <p:cNvPr id="39" name="Google Shape;39;p3"/>
          <p:cNvSpPr/>
          <p:nvPr/>
        </p:nvSpPr>
        <p:spPr>
          <a:xfrm>
            <a:off x="2001853" y="2566567"/>
            <a:ext cx="874813" cy="1197254"/>
          </a:xfrm>
          <a:custGeom>
            <a:avLst/>
            <a:gdLst/>
            <a:ahLst/>
            <a:cxnLst/>
            <a:rect l="l" t="t" r="r" b="b"/>
            <a:pathLst>
              <a:path w="21600" h="21600" extrusionOk="0">
                <a:moveTo>
                  <a:pt x="0" y="2021"/>
                </a:moveTo>
                <a:lnTo>
                  <a:pt x="21600" y="0"/>
                </a:lnTo>
                <a:lnTo>
                  <a:pt x="21576" y="21600"/>
                </a:lnTo>
                <a:lnTo>
                  <a:pt x="0" y="19530"/>
                </a:lnTo>
                <a:lnTo>
                  <a:pt x="0" y="2021"/>
                </a:lnTo>
                <a:close/>
              </a:path>
            </a:pathLst>
          </a:custGeom>
          <a:gradFill>
            <a:gsLst>
              <a:gs pos="0">
                <a:srgbClr val="FED300"/>
              </a:gs>
              <a:gs pos="2028">
                <a:srgbClr val="FED300"/>
              </a:gs>
              <a:gs pos="100000">
                <a:srgbClr val="FF9D2D"/>
              </a:gs>
            </a:gsLst>
            <a:lin ang="8628016"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40" name="Google Shape;40;p3"/>
          <p:cNvSpPr/>
          <p:nvPr/>
        </p:nvSpPr>
        <p:spPr>
          <a:xfrm>
            <a:off x="2800988" y="2571949"/>
            <a:ext cx="1187017" cy="1261742"/>
          </a:xfrm>
          <a:custGeom>
            <a:avLst/>
            <a:gdLst/>
            <a:ahLst/>
            <a:cxnLst/>
            <a:rect l="l" t="t" r="r" b="b"/>
            <a:pathLst>
              <a:path w="21600" h="21600" extrusionOk="0">
                <a:moveTo>
                  <a:pt x="0" y="0"/>
                </a:moveTo>
                <a:lnTo>
                  <a:pt x="21600" y="826"/>
                </a:lnTo>
                <a:lnTo>
                  <a:pt x="21564" y="20683"/>
                </a:lnTo>
                <a:lnTo>
                  <a:pt x="0" y="21600"/>
                </a:lnTo>
                <a:lnTo>
                  <a:pt x="0" y="0"/>
                </a:lnTo>
                <a:close/>
              </a:path>
            </a:pathLst>
          </a:custGeom>
          <a:gradFill>
            <a:gsLst>
              <a:gs pos="0">
                <a:srgbClr val="FED300"/>
              </a:gs>
              <a:gs pos="2028">
                <a:srgbClr val="FED300"/>
              </a:gs>
              <a:gs pos="100000">
                <a:srgbClr val="FF9D2D"/>
              </a:gs>
            </a:gsLst>
            <a:lin ang="8628016"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dirty="0">
              <a:solidFill>
                <a:srgbClr val="000000"/>
              </a:solidFill>
              <a:latin typeface="Calibri"/>
              <a:ea typeface="Calibri"/>
              <a:cs typeface="Calibri"/>
              <a:sym typeface="Calibri"/>
            </a:endParaRPr>
          </a:p>
        </p:txBody>
      </p:sp>
      <p:sp>
        <p:nvSpPr>
          <p:cNvPr id="41" name="Google Shape;41;p3"/>
          <p:cNvSpPr/>
          <p:nvPr/>
        </p:nvSpPr>
        <p:spPr>
          <a:xfrm>
            <a:off x="3947631" y="2533946"/>
            <a:ext cx="7903485" cy="1294091"/>
          </a:xfrm>
          <a:custGeom>
            <a:avLst/>
            <a:gdLst/>
            <a:ahLst/>
            <a:cxnLst/>
            <a:rect l="l" t="t" r="r" b="b"/>
            <a:pathLst>
              <a:path w="21600" h="21600" extrusionOk="0">
                <a:moveTo>
                  <a:pt x="0" y="715"/>
                </a:moveTo>
                <a:lnTo>
                  <a:pt x="21597" y="0"/>
                </a:lnTo>
                <a:lnTo>
                  <a:pt x="21600" y="21600"/>
                </a:lnTo>
                <a:lnTo>
                  <a:pt x="0" y="20707"/>
                </a:lnTo>
                <a:lnTo>
                  <a:pt x="0" y="715"/>
                </a:lnTo>
                <a:close/>
              </a:path>
            </a:pathLst>
          </a:custGeom>
          <a:gradFill>
            <a:gsLst>
              <a:gs pos="0">
                <a:srgbClr val="FED300"/>
              </a:gs>
              <a:gs pos="2028">
                <a:srgbClr val="FED300"/>
              </a:gs>
              <a:gs pos="100000">
                <a:srgbClr val="FF9D2D"/>
              </a:gs>
            </a:gsLst>
            <a:lin ang="8628016" scaled="0"/>
          </a:gradFill>
          <a:ln>
            <a:noFill/>
          </a:ln>
          <a:effectLst>
            <a:outerShdw blurRad="101600" dist="118426" dir="2118751" rotWithShape="0">
              <a:srgbClr val="000000">
                <a:alpha val="23137"/>
              </a:srgbClr>
            </a:outerShdw>
          </a:effectLst>
        </p:spPr>
        <p:txBody>
          <a:bodyPr spcFirstLastPara="1" wrap="square" lIns="45700" tIns="45700" rIns="45700" bIns="45700" anchor="ctr" anchorCtr="0">
            <a:noAutofit/>
          </a:bodyPr>
          <a:lstStyle/>
          <a:p>
            <a:pPr lvl="0" algn="just"/>
            <a:endParaRPr lang="ms-MY" sz="2400" dirty="0">
              <a:latin typeface="Tahoma" panose="020B0604030504040204" pitchFamily="34" charset="0"/>
              <a:ea typeface="Tahoma" panose="020B0604030504040204" pitchFamily="34" charset="0"/>
              <a:cs typeface="Tahoma" panose="020B0604030504040204" pitchFamily="34" charset="0"/>
            </a:endParaRPr>
          </a:p>
        </p:txBody>
      </p:sp>
      <p:pic>
        <p:nvPicPr>
          <p:cNvPr id="49" name="Google Shape;49;p3" descr="Picture1.png"/>
          <p:cNvPicPr preferRelativeResize="0"/>
          <p:nvPr/>
        </p:nvPicPr>
        <p:blipFill rotWithShape="1">
          <a:blip r:embed="rId3">
            <a:alphaModFix amt="71516"/>
          </a:blip>
          <a:srcRect/>
          <a:stretch/>
        </p:blipFill>
        <p:spPr>
          <a:xfrm flipH="1">
            <a:off x="1941246" y="1995737"/>
            <a:ext cx="120233" cy="2107837"/>
          </a:xfrm>
          <a:prstGeom prst="rect">
            <a:avLst/>
          </a:prstGeom>
          <a:noFill/>
          <a:ln>
            <a:noFill/>
          </a:ln>
        </p:spPr>
      </p:pic>
      <p:sp>
        <p:nvSpPr>
          <p:cNvPr id="50" name="Google Shape;50;p3"/>
          <p:cNvSpPr/>
          <p:nvPr/>
        </p:nvSpPr>
        <p:spPr>
          <a:xfrm>
            <a:off x="1722558" y="3635620"/>
            <a:ext cx="874813" cy="1170889"/>
          </a:xfrm>
          <a:custGeom>
            <a:avLst/>
            <a:gdLst/>
            <a:ahLst/>
            <a:cxnLst/>
            <a:rect l="l" t="t" r="r" b="b"/>
            <a:pathLst>
              <a:path w="21600" h="21600" extrusionOk="0">
                <a:moveTo>
                  <a:pt x="0" y="2021"/>
                </a:moveTo>
                <a:lnTo>
                  <a:pt x="21600" y="0"/>
                </a:lnTo>
                <a:lnTo>
                  <a:pt x="21576" y="21600"/>
                </a:lnTo>
                <a:lnTo>
                  <a:pt x="0" y="19530"/>
                </a:lnTo>
                <a:lnTo>
                  <a:pt x="0" y="2021"/>
                </a:lnTo>
                <a:close/>
              </a:path>
            </a:pathLst>
          </a:custGeom>
          <a:solidFill>
            <a:schemeClr val="accent4">
              <a:lumMod val="40000"/>
              <a:lumOff val="60000"/>
            </a:schemeClr>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2" name="Google Shape;52;p3"/>
          <p:cNvSpPr/>
          <p:nvPr/>
        </p:nvSpPr>
        <p:spPr>
          <a:xfrm>
            <a:off x="2604432" y="3812759"/>
            <a:ext cx="9277275" cy="1175593"/>
          </a:xfrm>
          <a:custGeom>
            <a:avLst/>
            <a:gdLst/>
            <a:ahLst/>
            <a:cxnLst/>
            <a:rect l="l" t="t" r="r" b="b"/>
            <a:pathLst>
              <a:path w="21600" h="21600" extrusionOk="0">
                <a:moveTo>
                  <a:pt x="0" y="715"/>
                </a:moveTo>
                <a:lnTo>
                  <a:pt x="21597" y="0"/>
                </a:lnTo>
                <a:lnTo>
                  <a:pt x="21600" y="21600"/>
                </a:lnTo>
                <a:lnTo>
                  <a:pt x="0" y="20707"/>
                </a:lnTo>
                <a:lnTo>
                  <a:pt x="0" y="715"/>
                </a:lnTo>
                <a:close/>
              </a:path>
            </a:pathLst>
          </a:custGeom>
          <a:solidFill>
            <a:schemeClr val="accent4">
              <a:lumMod val="40000"/>
              <a:lumOff val="60000"/>
            </a:schemeClr>
          </a:solidFill>
          <a:ln>
            <a:noFill/>
          </a:ln>
          <a:effectLst>
            <a:outerShdw blurRad="101600" dist="118426" dir="2118751" rotWithShape="0">
              <a:srgbClr val="000000">
                <a:alpha val="23137"/>
              </a:srgbClr>
            </a:outerShdw>
          </a:effectLst>
        </p:spPr>
        <p:txBody>
          <a:bodyPr spcFirstLastPara="1" wrap="square" lIns="45700" tIns="45700" rIns="45700" bIns="45700" anchor="ctr" anchorCtr="0">
            <a:noAutofit/>
          </a:bodyPr>
          <a:lstStyle/>
          <a:p>
            <a:pPr lvl="0" algn="just"/>
            <a:r>
              <a:rPr lang="ms-MY" sz="2400" dirty="0">
                <a:latin typeface="Tahoma" panose="020B0604030504040204" pitchFamily="34" charset="0"/>
                <a:ea typeface="Tahoma" panose="020B0604030504040204" pitchFamily="34" charset="0"/>
                <a:cs typeface="Tahoma" panose="020B0604030504040204" pitchFamily="34" charset="0"/>
              </a:rPr>
              <a:t>Peringkat bagi sesuatu dokumen yang mempunyai lampiran atau kembaran mestilah dikelaskan dengan peringkat lampiran atau kembaran yang tertinggi; </a:t>
            </a:r>
            <a:r>
              <a:rPr lang="ms-MY" sz="2400" b="1" dirty="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contohnya</a:t>
            </a:r>
            <a:r>
              <a:rPr lang="ms-MY" sz="2400" dirty="0">
                <a:latin typeface="Tahoma" panose="020B0604030504040204" pitchFamily="34" charset="0"/>
                <a:ea typeface="Tahoma" panose="020B0604030504040204" pitchFamily="34" charset="0"/>
                <a:cs typeface="Tahoma" panose="020B0604030504040204" pitchFamily="34" charset="0"/>
              </a:rPr>
              <a:t> </a:t>
            </a:r>
            <a:r>
              <a:rPr lang="ms-MY" sz="2400" dirty="0">
                <a:solidFill>
                  <a:srgbClr val="FF0000"/>
                </a:solidFill>
                <a:latin typeface="Tahoma" panose="020B0604030504040204" pitchFamily="34" charset="0"/>
                <a:ea typeface="Tahoma" panose="020B0604030504040204" pitchFamily="34" charset="0"/>
                <a:cs typeface="Tahoma" panose="020B0604030504040204" pitchFamily="34" charset="0"/>
              </a:rPr>
              <a:t>dokumen yang mengandung lampiran yang dikelaskan sebagai </a:t>
            </a:r>
            <a:r>
              <a:rPr lang="ms-MY" sz="2400" b="1" dirty="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‘Rahsia Besar’ </a:t>
            </a:r>
            <a:r>
              <a:rPr lang="ms-MY" sz="2400" dirty="0">
                <a:solidFill>
                  <a:srgbClr val="FF0000"/>
                </a:solidFill>
                <a:latin typeface="Tahoma" panose="020B0604030504040204" pitchFamily="34" charset="0"/>
                <a:ea typeface="Tahoma" panose="020B0604030504040204" pitchFamily="34" charset="0"/>
                <a:cs typeface="Tahoma" panose="020B0604030504040204" pitchFamily="34" charset="0"/>
              </a:rPr>
              <a:t>mestilah dikelaskan sebagai </a:t>
            </a:r>
            <a:r>
              <a:rPr lang="ms-MY" sz="2400" b="1" dirty="0">
                <a:solidFill>
                  <a:schemeClr val="tx1">
                    <a:lumMod val="95000"/>
                    <a:lumOff val="5000"/>
                  </a:schemeClr>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‘Rahsia Besar’ </a:t>
            </a:r>
            <a:r>
              <a:rPr lang="ms-MY" sz="2400" dirty="0">
                <a:solidFill>
                  <a:srgbClr val="FF0000"/>
                </a:solidFill>
                <a:latin typeface="Tahoma" panose="020B0604030504040204" pitchFamily="34" charset="0"/>
                <a:ea typeface="Tahoma" panose="020B0604030504040204" pitchFamily="34" charset="0"/>
                <a:cs typeface="Tahoma" panose="020B0604030504040204" pitchFamily="34" charset="0"/>
              </a:rPr>
              <a:t>tetapi dokumen yang dikelaskan sebagai </a:t>
            </a:r>
            <a:r>
              <a:rPr lang="ms-MY" sz="2400" b="1" dirty="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‘Rahsia Besar’ </a:t>
            </a:r>
            <a:r>
              <a:rPr lang="ms-MY" sz="2400" dirty="0">
                <a:solidFill>
                  <a:srgbClr val="FF0000"/>
                </a:solidFill>
                <a:latin typeface="Tahoma" panose="020B0604030504040204" pitchFamily="34" charset="0"/>
                <a:ea typeface="Tahoma" panose="020B0604030504040204" pitchFamily="34" charset="0"/>
                <a:cs typeface="Tahoma" panose="020B0604030504040204" pitchFamily="34" charset="0"/>
              </a:rPr>
              <a:t>mungkin mengandung lampiran yang dikelaskan sebagai </a:t>
            </a:r>
            <a:r>
              <a:rPr lang="ms-MY" sz="2400" b="1" dirty="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‘Terhad’</a:t>
            </a:r>
            <a:r>
              <a:rPr lang="ms-MY" sz="2400" dirty="0">
                <a:latin typeface="Tahoma" panose="020B0604030504040204" pitchFamily="34" charset="0"/>
                <a:ea typeface="Tahoma" panose="020B0604030504040204" pitchFamily="34" charset="0"/>
                <a:cs typeface="Tahoma" panose="020B0604030504040204" pitchFamily="34" charset="0"/>
              </a:rPr>
              <a:t> </a:t>
            </a:r>
            <a:r>
              <a:rPr lang="ms-MY" sz="2400" dirty="0">
                <a:solidFill>
                  <a:srgbClr val="FF0000"/>
                </a:solidFill>
                <a:latin typeface="Tahoma" panose="020B0604030504040204" pitchFamily="34" charset="0"/>
                <a:ea typeface="Tahoma" panose="020B0604030504040204" pitchFamily="34" charset="0"/>
                <a:cs typeface="Tahoma" panose="020B0604030504040204" pitchFamily="34" charset="0"/>
              </a:rPr>
              <a:t>ataupun tidak dikelaskan langsung;</a:t>
            </a:r>
            <a:endParaRPr lang="en-MY" sz="2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
        <p:nvSpPr>
          <p:cNvPr id="55" name="Google Shape;55;p3"/>
          <p:cNvSpPr txBox="1"/>
          <p:nvPr/>
        </p:nvSpPr>
        <p:spPr>
          <a:xfrm>
            <a:off x="3234547" y="3732174"/>
            <a:ext cx="854892" cy="739141"/>
          </a:xfrm>
          <a:prstGeom prst="rect">
            <a:avLst/>
          </a:prstGeom>
          <a:noFill/>
          <a:ln>
            <a:noFill/>
          </a:ln>
        </p:spPr>
        <p:txBody>
          <a:bodyPr spcFirstLastPara="1" wrap="square" lIns="45700" tIns="45700" rIns="45700" bIns="45700" anchor="t" anchorCtr="0">
            <a:noAutofit/>
          </a:bodyPr>
          <a:lstStyle/>
          <a:p>
            <a:pPr marL="285750" marR="0" lvl="0" indent="-285750" algn="ctr" rtl="0">
              <a:lnSpc>
                <a:spcPct val="100000"/>
              </a:lnSpc>
              <a:spcBef>
                <a:spcPts val="0"/>
              </a:spcBef>
              <a:spcAft>
                <a:spcPts val="0"/>
              </a:spcAft>
              <a:buClr>
                <a:srgbClr val="FFFFFF"/>
              </a:buClr>
              <a:buSzPts val="5000"/>
              <a:buFont typeface="Arial" panose="020B0604020202020204" pitchFamily="34" charset="0"/>
              <a:buChar char="•"/>
            </a:pPr>
            <a:endParaRPr lang="en-US" sz="5000" dirty="0">
              <a:solidFill>
                <a:srgbClr val="FFFFFF"/>
              </a:solidFill>
              <a:latin typeface="Arial"/>
              <a:cs typeface="Arial"/>
              <a:sym typeface="Arial"/>
            </a:endParaRPr>
          </a:p>
        </p:txBody>
      </p:sp>
      <p:pic>
        <p:nvPicPr>
          <p:cNvPr id="64" name="Google Shape;49;p3" descr="Picture1.png">
            <a:extLst>
              <a:ext uri="{FF2B5EF4-FFF2-40B4-BE49-F238E27FC236}">
                <a16:creationId xmlns="" xmlns:a16="http://schemas.microsoft.com/office/drawing/2014/main" id="{11642C0E-805D-4417-9B3E-43B035D688E5}"/>
              </a:ext>
            </a:extLst>
          </p:cNvPr>
          <p:cNvPicPr preferRelativeResize="0"/>
          <p:nvPr/>
        </p:nvPicPr>
        <p:blipFill rotWithShape="1">
          <a:blip r:embed="rId3">
            <a:alphaModFix amt="71516"/>
          </a:blip>
          <a:srcRect/>
          <a:stretch/>
        </p:blipFill>
        <p:spPr>
          <a:xfrm flipH="1">
            <a:off x="1648407" y="3117538"/>
            <a:ext cx="120233" cy="2107837"/>
          </a:xfrm>
          <a:prstGeom prst="rect">
            <a:avLst/>
          </a:prstGeom>
          <a:noFill/>
          <a:ln>
            <a:noFill/>
          </a:ln>
        </p:spPr>
      </p:pic>
      <p:sp>
        <p:nvSpPr>
          <p:cNvPr id="65" name="TextBox 64">
            <a:extLst>
              <a:ext uri="{FF2B5EF4-FFF2-40B4-BE49-F238E27FC236}">
                <a16:creationId xmlns="" xmlns:a16="http://schemas.microsoft.com/office/drawing/2014/main" id="{6F218D90-D97F-46D5-8FA0-00EAAED39103}"/>
              </a:ext>
            </a:extLst>
          </p:cNvPr>
          <p:cNvSpPr txBox="1"/>
          <p:nvPr/>
        </p:nvSpPr>
        <p:spPr>
          <a:xfrm>
            <a:off x="1978351" y="6183087"/>
            <a:ext cx="6954415" cy="430887"/>
          </a:xfrm>
          <a:prstGeom prst="rect">
            <a:avLst/>
          </a:prstGeom>
          <a:noFill/>
        </p:spPr>
        <p:txBody>
          <a:bodyPr wrap="square">
            <a:spAutoFit/>
          </a:bodyPr>
          <a:lstStyle/>
          <a:p>
            <a:pPr>
              <a:defRPr/>
            </a:pPr>
            <a:r>
              <a:rPr lang="en-US" sz="1100" spc="280" dirty="0"/>
              <a:t>PEJABAT KETUA PEGAWAI KESELAMATAN KERAJAAN MALAYSIA</a:t>
            </a:r>
          </a:p>
          <a:p>
            <a:pPr>
              <a:defRPr/>
            </a:pPr>
            <a:r>
              <a:rPr lang="en-US" sz="1100" spc="280" dirty="0"/>
              <a:t>JABATAN PERDANA MENTERI</a:t>
            </a:r>
          </a:p>
        </p:txBody>
      </p:sp>
      <p:pic>
        <p:nvPicPr>
          <p:cNvPr id="66" name="Picture 65">
            <a:extLst>
              <a:ext uri="{FF2B5EF4-FFF2-40B4-BE49-F238E27FC236}">
                <a16:creationId xmlns="" xmlns:a16="http://schemas.microsoft.com/office/drawing/2014/main" id="{8B9551F3-F6EF-45C0-92C1-168A2A7D593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39228" y="5748203"/>
            <a:ext cx="1300637" cy="1042168"/>
          </a:xfrm>
          <a:prstGeom prst="rect">
            <a:avLst/>
          </a:prstGeom>
        </p:spPr>
      </p:pic>
      <p:sp>
        <p:nvSpPr>
          <p:cNvPr id="25" name="Title 1">
            <a:extLst>
              <a:ext uri="{FF2B5EF4-FFF2-40B4-BE49-F238E27FC236}">
                <a16:creationId xmlns="" xmlns:a16="http://schemas.microsoft.com/office/drawing/2014/main" id="{5C168A8B-8A11-4CB2-BC7A-E6C638D6DAFF}"/>
              </a:ext>
            </a:extLst>
          </p:cNvPr>
          <p:cNvSpPr txBox="1">
            <a:spLocks/>
          </p:cNvSpPr>
          <p:nvPr/>
        </p:nvSpPr>
        <p:spPr>
          <a:xfrm>
            <a:off x="1811970" y="251951"/>
            <a:ext cx="10058400" cy="793275"/>
          </a:xfrm>
          <a:prstGeom prst="rect">
            <a:avLst/>
          </a:prstGeom>
          <a:effectLst/>
        </p:spPr>
        <p:txBody>
          <a:bodyPr vert="horz" lIns="91440" tIns="45720" rIns="91440" bIns="45720" rtlCol="0" anchor="ct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r"/>
            <a:r>
              <a:rPr lang="en-US" sz="2800" b="1" dirty="0" err="1">
                <a:solidFill>
                  <a:srgbClr val="0070C0"/>
                </a:solidFill>
                <a:latin typeface="Tahoma" panose="020B0604030504040204" pitchFamily="34" charset="0"/>
                <a:ea typeface="Tahoma" panose="020B0604030504040204" pitchFamily="34" charset="0"/>
                <a:cs typeface="Tahoma" panose="020B0604030504040204" pitchFamily="34" charset="0"/>
              </a:rPr>
              <a:t>sambungan</a:t>
            </a:r>
            <a:endParaRPr lang="en-MY" sz="2800" b="1" dirty="0">
              <a:solidFill>
                <a:srgbClr val="0070C0"/>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516060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38"/>
                                        </p:tgtEl>
                                        <p:attrNameLst>
                                          <p:attrName>style.visibility</p:attrName>
                                        </p:attrNameLst>
                                      </p:cBhvr>
                                      <p:to>
                                        <p:strVal val="visible"/>
                                      </p:to>
                                    </p:set>
                                    <p:anim calcmode="lin" valueType="num">
                                      <p:cBhvr additive="base">
                                        <p:cTn id="7" dur="500"/>
                                        <p:tgtEl>
                                          <p:spTgt spid="38"/>
                                        </p:tgtEl>
                                        <p:attrNameLst>
                                          <p:attrName>ppt_w</p:attrName>
                                        </p:attrNameLst>
                                      </p:cBhvr>
                                      <p:tavLst>
                                        <p:tav tm="0">
                                          <p:val>
                                            <p:strVal val="0"/>
                                          </p:val>
                                        </p:tav>
                                        <p:tav tm="100000">
                                          <p:val>
                                            <p:strVal val="#ppt_w"/>
                                          </p:val>
                                        </p:tav>
                                      </p:tavLst>
                                    </p:anim>
                                    <p:anim calcmode="lin" valueType="num">
                                      <p:cBhvr additive="base">
                                        <p:cTn id="8" dur="500"/>
                                        <p:tgtEl>
                                          <p:spTgt spid="38"/>
                                        </p:tgtEl>
                                        <p:attrNameLst>
                                          <p:attrName>ppt_h</p:attrName>
                                        </p:attrNameLst>
                                      </p:cBhvr>
                                      <p:tavLst>
                                        <p:tav tm="0">
                                          <p:val>
                                            <p:strVal val="0"/>
                                          </p:val>
                                        </p:tav>
                                        <p:tav tm="100000">
                                          <p:val>
                                            <p:strVal val="#ppt_h"/>
                                          </p:val>
                                        </p:tav>
                                      </p:tavLst>
                                    </p:anim>
                                  </p:childTnLst>
                                </p:cTn>
                              </p:par>
                            </p:childTnLst>
                          </p:cTn>
                        </p:par>
                        <p:par>
                          <p:cTn id="9" fill="hold">
                            <p:stCondLst>
                              <p:cond delay="500"/>
                            </p:stCondLst>
                            <p:childTnLst>
                              <p:par>
                                <p:cTn id="10" presetID="10" presetClass="entr" presetSubtype="0" fill="hold" nodeType="after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500"/>
                                        <p:tgtEl>
                                          <p:spTgt spid="28"/>
                                        </p:tgtEl>
                                      </p:cBhvr>
                                    </p:animEffect>
                                  </p:childTnLst>
                                </p:cTn>
                              </p:par>
                            </p:childTnLst>
                          </p:cTn>
                        </p:par>
                        <p:par>
                          <p:cTn id="13" fill="hold">
                            <p:stCondLst>
                              <p:cond delay="1000"/>
                            </p:stCondLst>
                            <p:childTnLst>
                              <p:par>
                                <p:cTn id="14" presetID="10" presetClass="entr" presetSubtype="0" fill="hold" nodeType="after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fade">
                                      <p:cBhvr>
                                        <p:cTn id="16" dur="500"/>
                                        <p:tgtEl>
                                          <p:spTgt spid="29"/>
                                        </p:tgtEl>
                                      </p:cBhvr>
                                    </p:animEffect>
                                  </p:childTnLst>
                                </p:cTn>
                              </p:par>
                            </p:childTnLst>
                          </p:cTn>
                        </p:par>
                        <p:par>
                          <p:cTn id="17" fill="hold">
                            <p:stCondLst>
                              <p:cond delay="1500"/>
                            </p:stCondLst>
                            <p:childTnLst>
                              <p:par>
                                <p:cTn id="18" presetID="10" presetClass="entr" presetSubtype="0" fill="hold" nodeType="afterEffect">
                                  <p:stCondLst>
                                    <p:cond delay="0"/>
                                  </p:stCondLst>
                                  <p:childTnLst>
                                    <p:set>
                                      <p:cBhvr>
                                        <p:cTn id="19" dur="1" fill="hold">
                                          <p:stCondLst>
                                            <p:cond delay="0"/>
                                          </p:stCondLst>
                                        </p:cTn>
                                        <p:tgtEl>
                                          <p:spTgt spid="30"/>
                                        </p:tgtEl>
                                        <p:attrNameLst>
                                          <p:attrName>style.visibility</p:attrName>
                                        </p:attrNameLst>
                                      </p:cBhvr>
                                      <p:to>
                                        <p:strVal val="visible"/>
                                      </p:to>
                                    </p:set>
                                    <p:animEffect transition="in" filter="fade">
                                      <p:cBhvr>
                                        <p:cTn id="20" dur="500"/>
                                        <p:tgtEl>
                                          <p:spTgt spid="30"/>
                                        </p:tgtEl>
                                      </p:cBhvr>
                                    </p:animEffect>
                                  </p:childTnLst>
                                </p:cTn>
                              </p:par>
                            </p:childTnLst>
                          </p:cTn>
                        </p:par>
                        <p:par>
                          <p:cTn id="21" fill="hold">
                            <p:stCondLst>
                              <p:cond delay="2000"/>
                            </p:stCondLst>
                            <p:childTnLst>
                              <p:par>
                                <p:cTn id="22" presetID="23" presetClass="entr" presetSubtype="16" fill="hold" nodeType="afterEffect">
                                  <p:stCondLst>
                                    <p:cond delay="0"/>
                                  </p:stCondLst>
                                  <p:childTnLst>
                                    <p:set>
                                      <p:cBhvr>
                                        <p:cTn id="23" dur="1" fill="hold">
                                          <p:stCondLst>
                                            <p:cond delay="0"/>
                                          </p:stCondLst>
                                        </p:cTn>
                                        <p:tgtEl>
                                          <p:spTgt spid="33"/>
                                        </p:tgtEl>
                                        <p:attrNameLst>
                                          <p:attrName>style.visibility</p:attrName>
                                        </p:attrNameLst>
                                      </p:cBhvr>
                                      <p:to>
                                        <p:strVal val="visible"/>
                                      </p:to>
                                    </p:set>
                                    <p:anim calcmode="lin" valueType="num">
                                      <p:cBhvr additive="base">
                                        <p:cTn id="24" dur="500"/>
                                        <p:tgtEl>
                                          <p:spTgt spid="33"/>
                                        </p:tgtEl>
                                        <p:attrNameLst>
                                          <p:attrName>ppt_w</p:attrName>
                                        </p:attrNameLst>
                                      </p:cBhvr>
                                      <p:tavLst>
                                        <p:tav tm="0">
                                          <p:val>
                                            <p:strVal val="0"/>
                                          </p:val>
                                        </p:tav>
                                        <p:tav tm="100000">
                                          <p:val>
                                            <p:strVal val="#ppt_w"/>
                                          </p:val>
                                        </p:tav>
                                      </p:tavLst>
                                    </p:anim>
                                    <p:anim calcmode="lin" valueType="num">
                                      <p:cBhvr additive="base">
                                        <p:cTn id="25" dur="500"/>
                                        <p:tgtEl>
                                          <p:spTgt spid="33"/>
                                        </p:tgtEl>
                                        <p:attrNameLst>
                                          <p:attrName>ppt_h</p:attrName>
                                        </p:attrNameLst>
                                      </p:cBhvr>
                                      <p:tavLst>
                                        <p:tav tm="0">
                                          <p:val>
                                            <p:strVal val="0"/>
                                          </p:val>
                                        </p:tav>
                                        <p:tav tm="100000">
                                          <p:val>
                                            <p:strVal val="#ppt_h"/>
                                          </p:val>
                                        </p:tav>
                                      </p:tavLst>
                                    </p:anim>
                                  </p:childTnLst>
                                </p:cTn>
                              </p:par>
                            </p:childTnLst>
                          </p:cTn>
                        </p:par>
                        <p:par>
                          <p:cTn id="26" fill="hold">
                            <p:stCondLst>
                              <p:cond delay="2500"/>
                            </p:stCondLst>
                            <p:childTnLst>
                              <p:par>
                                <p:cTn id="27" presetID="23" presetClass="entr" presetSubtype="16" fill="hold" nodeType="afterEffect">
                                  <p:stCondLst>
                                    <p:cond delay="0"/>
                                  </p:stCondLst>
                                  <p:childTnLst>
                                    <p:set>
                                      <p:cBhvr>
                                        <p:cTn id="28" dur="1" fill="hold">
                                          <p:stCondLst>
                                            <p:cond delay="0"/>
                                          </p:stCondLst>
                                        </p:cTn>
                                        <p:tgtEl>
                                          <p:spTgt spid="49"/>
                                        </p:tgtEl>
                                        <p:attrNameLst>
                                          <p:attrName>style.visibility</p:attrName>
                                        </p:attrNameLst>
                                      </p:cBhvr>
                                      <p:to>
                                        <p:strVal val="visible"/>
                                      </p:to>
                                    </p:set>
                                    <p:anim calcmode="lin" valueType="num">
                                      <p:cBhvr additive="base">
                                        <p:cTn id="29" dur="500"/>
                                        <p:tgtEl>
                                          <p:spTgt spid="49"/>
                                        </p:tgtEl>
                                        <p:attrNameLst>
                                          <p:attrName>ppt_w</p:attrName>
                                        </p:attrNameLst>
                                      </p:cBhvr>
                                      <p:tavLst>
                                        <p:tav tm="0">
                                          <p:val>
                                            <p:strVal val="0"/>
                                          </p:val>
                                        </p:tav>
                                        <p:tav tm="100000">
                                          <p:val>
                                            <p:strVal val="#ppt_w"/>
                                          </p:val>
                                        </p:tav>
                                      </p:tavLst>
                                    </p:anim>
                                    <p:anim calcmode="lin" valueType="num">
                                      <p:cBhvr additive="base">
                                        <p:cTn id="30" dur="500"/>
                                        <p:tgtEl>
                                          <p:spTgt spid="49"/>
                                        </p:tgtEl>
                                        <p:attrNameLst>
                                          <p:attrName>ppt_h</p:attrName>
                                        </p:attrNameLst>
                                      </p:cBhvr>
                                      <p:tavLst>
                                        <p:tav tm="0">
                                          <p:val>
                                            <p:strVal val="0"/>
                                          </p:val>
                                        </p:tav>
                                        <p:tav tm="100000">
                                          <p:val>
                                            <p:strVal val="#ppt_h"/>
                                          </p:val>
                                        </p:tav>
                                      </p:tavLst>
                                    </p:anim>
                                  </p:childTnLst>
                                </p:cTn>
                              </p:par>
                            </p:childTnLst>
                          </p:cTn>
                        </p:par>
                        <p:par>
                          <p:cTn id="31" fill="hold">
                            <p:stCondLst>
                              <p:cond delay="3000"/>
                            </p:stCondLst>
                            <p:childTnLst>
                              <p:par>
                                <p:cTn id="32" presetID="10" presetClass="entr" presetSubtype="0" fill="hold" nodeType="afterEffect">
                                  <p:stCondLst>
                                    <p:cond delay="0"/>
                                  </p:stCondLst>
                                  <p:childTnLst>
                                    <p:set>
                                      <p:cBhvr>
                                        <p:cTn id="33" dur="1" fill="hold">
                                          <p:stCondLst>
                                            <p:cond delay="0"/>
                                          </p:stCondLst>
                                        </p:cTn>
                                        <p:tgtEl>
                                          <p:spTgt spid="39"/>
                                        </p:tgtEl>
                                        <p:attrNameLst>
                                          <p:attrName>style.visibility</p:attrName>
                                        </p:attrNameLst>
                                      </p:cBhvr>
                                      <p:to>
                                        <p:strVal val="visible"/>
                                      </p:to>
                                    </p:set>
                                    <p:animEffect transition="in" filter="fade">
                                      <p:cBhvr>
                                        <p:cTn id="34" dur="500"/>
                                        <p:tgtEl>
                                          <p:spTgt spid="39"/>
                                        </p:tgtEl>
                                      </p:cBhvr>
                                    </p:animEffect>
                                  </p:childTnLst>
                                </p:cTn>
                              </p:par>
                            </p:childTnLst>
                          </p:cTn>
                        </p:par>
                        <p:par>
                          <p:cTn id="35" fill="hold">
                            <p:stCondLst>
                              <p:cond delay="3500"/>
                            </p:stCondLst>
                            <p:childTnLst>
                              <p:par>
                                <p:cTn id="36" presetID="10" presetClass="entr" presetSubtype="0" fill="hold" nodeType="afterEffect">
                                  <p:stCondLst>
                                    <p:cond delay="0"/>
                                  </p:stCondLst>
                                  <p:childTnLst>
                                    <p:set>
                                      <p:cBhvr>
                                        <p:cTn id="37" dur="1" fill="hold">
                                          <p:stCondLst>
                                            <p:cond delay="0"/>
                                          </p:stCondLst>
                                        </p:cTn>
                                        <p:tgtEl>
                                          <p:spTgt spid="40"/>
                                        </p:tgtEl>
                                        <p:attrNameLst>
                                          <p:attrName>style.visibility</p:attrName>
                                        </p:attrNameLst>
                                      </p:cBhvr>
                                      <p:to>
                                        <p:strVal val="visible"/>
                                      </p:to>
                                    </p:set>
                                    <p:animEffect transition="in" filter="fade">
                                      <p:cBhvr>
                                        <p:cTn id="38" dur="500"/>
                                        <p:tgtEl>
                                          <p:spTgt spid="40"/>
                                        </p:tgtEl>
                                      </p:cBhvr>
                                    </p:animEffect>
                                  </p:childTnLst>
                                </p:cTn>
                              </p:par>
                            </p:childTnLst>
                          </p:cTn>
                        </p:par>
                        <p:par>
                          <p:cTn id="39" fill="hold">
                            <p:stCondLst>
                              <p:cond delay="4000"/>
                            </p:stCondLst>
                            <p:childTnLst>
                              <p:par>
                                <p:cTn id="40" presetID="10" presetClass="entr" presetSubtype="0" fill="hold" nodeType="afterEffect">
                                  <p:stCondLst>
                                    <p:cond delay="0"/>
                                  </p:stCondLst>
                                  <p:childTnLst>
                                    <p:set>
                                      <p:cBhvr>
                                        <p:cTn id="41" dur="1" fill="hold">
                                          <p:stCondLst>
                                            <p:cond delay="0"/>
                                          </p:stCondLst>
                                        </p:cTn>
                                        <p:tgtEl>
                                          <p:spTgt spid="41"/>
                                        </p:tgtEl>
                                        <p:attrNameLst>
                                          <p:attrName>style.visibility</p:attrName>
                                        </p:attrNameLst>
                                      </p:cBhvr>
                                      <p:to>
                                        <p:strVal val="visible"/>
                                      </p:to>
                                    </p:set>
                                    <p:animEffect transition="in" filter="fade">
                                      <p:cBhvr>
                                        <p:cTn id="42" dur="500"/>
                                        <p:tgtEl>
                                          <p:spTgt spid="41"/>
                                        </p:tgtEl>
                                      </p:cBhvr>
                                    </p:animEffect>
                                  </p:childTnLst>
                                </p:cTn>
                              </p:par>
                            </p:childTnLst>
                          </p:cTn>
                        </p:par>
                        <p:par>
                          <p:cTn id="43" fill="hold">
                            <p:stCondLst>
                              <p:cond delay="4500"/>
                            </p:stCondLst>
                            <p:childTnLst>
                              <p:par>
                                <p:cTn id="44" presetID="10" presetClass="entr" presetSubtype="0" fill="hold" nodeType="afterEffect">
                                  <p:stCondLst>
                                    <p:cond delay="0"/>
                                  </p:stCondLst>
                                  <p:childTnLst>
                                    <p:set>
                                      <p:cBhvr>
                                        <p:cTn id="45" dur="1" fill="hold">
                                          <p:stCondLst>
                                            <p:cond delay="0"/>
                                          </p:stCondLst>
                                        </p:cTn>
                                        <p:tgtEl>
                                          <p:spTgt spid="50"/>
                                        </p:tgtEl>
                                        <p:attrNameLst>
                                          <p:attrName>style.visibility</p:attrName>
                                        </p:attrNameLst>
                                      </p:cBhvr>
                                      <p:to>
                                        <p:strVal val="visible"/>
                                      </p:to>
                                    </p:set>
                                    <p:animEffect transition="in" filter="fade">
                                      <p:cBhvr>
                                        <p:cTn id="46" dur="500"/>
                                        <p:tgtEl>
                                          <p:spTgt spid="50"/>
                                        </p:tgtEl>
                                      </p:cBhvr>
                                    </p:animEffect>
                                  </p:childTnLst>
                                </p:cTn>
                              </p:par>
                            </p:childTnLst>
                          </p:cTn>
                        </p:par>
                        <p:par>
                          <p:cTn id="47" fill="hold">
                            <p:stCondLst>
                              <p:cond delay="5000"/>
                            </p:stCondLst>
                            <p:childTnLst>
                              <p:par>
                                <p:cTn id="48" presetID="10" presetClass="entr" presetSubtype="0" fill="hold" nodeType="afterEffect">
                                  <p:stCondLst>
                                    <p:cond delay="0"/>
                                  </p:stCondLst>
                                  <p:childTnLst>
                                    <p:set>
                                      <p:cBhvr>
                                        <p:cTn id="49" dur="1" fill="hold">
                                          <p:stCondLst>
                                            <p:cond delay="0"/>
                                          </p:stCondLst>
                                        </p:cTn>
                                        <p:tgtEl>
                                          <p:spTgt spid="52"/>
                                        </p:tgtEl>
                                        <p:attrNameLst>
                                          <p:attrName>style.visibility</p:attrName>
                                        </p:attrNameLst>
                                      </p:cBhvr>
                                      <p:to>
                                        <p:strVal val="visible"/>
                                      </p:to>
                                    </p:set>
                                    <p:animEffect transition="in" filter="fade">
                                      <p:cBhvr>
                                        <p:cTn id="50" dur="500"/>
                                        <p:tgtEl>
                                          <p:spTgt spid="52"/>
                                        </p:tgtEl>
                                      </p:cBhvr>
                                    </p:animEffect>
                                  </p:childTnLst>
                                </p:cTn>
                              </p:par>
                            </p:childTnLst>
                          </p:cTn>
                        </p:par>
                        <p:par>
                          <p:cTn id="51" fill="hold">
                            <p:stCondLst>
                              <p:cond delay="5500"/>
                            </p:stCondLst>
                            <p:childTnLst>
                              <p:par>
                                <p:cTn id="52" presetID="23" presetClass="entr" presetSubtype="16" fill="hold" nodeType="afterEffect">
                                  <p:stCondLst>
                                    <p:cond delay="0"/>
                                  </p:stCondLst>
                                  <p:childTnLst>
                                    <p:set>
                                      <p:cBhvr>
                                        <p:cTn id="53" dur="1" fill="hold">
                                          <p:stCondLst>
                                            <p:cond delay="0"/>
                                          </p:stCondLst>
                                        </p:cTn>
                                        <p:tgtEl>
                                          <p:spTgt spid="55"/>
                                        </p:tgtEl>
                                        <p:attrNameLst>
                                          <p:attrName>style.visibility</p:attrName>
                                        </p:attrNameLst>
                                      </p:cBhvr>
                                      <p:to>
                                        <p:strVal val="visible"/>
                                      </p:to>
                                    </p:set>
                                    <p:anim calcmode="lin" valueType="num">
                                      <p:cBhvr additive="base">
                                        <p:cTn id="54" dur="500"/>
                                        <p:tgtEl>
                                          <p:spTgt spid="55"/>
                                        </p:tgtEl>
                                        <p:attrNameLst>
                                          <p:attrName>ppt_w</p:attrName>
                                        </p:attrNameLst>
                                      </p:cBhvr>
                                      <p:tavLst>
                                        <p:tav tm="0">
                                          <p:val>
                                            <p:strVal val="0"/>
                                          </p:val>
                                        </p:tav>
                                        <p:tav tm="100000">
                                          <p:val>
                                            <p:strVal val="#ppt_w"/>
                                          </p:val>
                                        </p:tav>
                                      </p:tavLst>
                                    </p:anim>
                                    <p:anim calcmode="lin" valueType="num">
                                      <p:cBhvr additive="base">
                                        <p:cTn id="55" dur="500"/>
                                        <p:tgtEl>
                                          <p:spTgt spid="55"/>
                                        </p:tgtEl>
                                        <p:attrNameLst>
                                          <p:attrName>ppt_h</p:attrName>
                                        </p:attrNameLst>
                                      </p:cBhvr>
                                      <p:tavLst>
                                        <p:tav tm="0">
                                          <p:val>
                                            <p:strVal val="0"/>
                                          </p:val>
                                        </p:tav>
                                        <p:tav tm="100000">
                                          <p:val>
                                            <p:strVal val="#ppt_h"/>
                                          </p:val>
                                        </p:tav>
                                      </p:tavLst>
                                    </p:anim>
                                  </p:childTnLst>
                                </p:cTn>
                              </p:par>
                            </p:childTnLst>
                          </p:cTn>
                        </p:par>
                        <p:par>
                          <p:cTn id="56" fill="hold">
                            <p:stCondLst>
                              <p:cond delay="6000"/>
                            </p:stCondLst>
                            <p:childTnLst>
                              <p:par>
                                <p:cTn id="57" presetID="23" presetClass="entr" presetSubtype="16" fill="hold" nodeType="afterEffect">
                                  <p:stCondLst>
                                    <p:cond delay="0"/>
                                  </p:stCondLst>
                                  <p:childTnLst>
                                    <p:set>
                                      <p:cBhvr>
                                        <p:cTn id="58" dur="1" fill="hold">
                                          <p:stCondLst>
                                            <p:cond delay="0"/>
                                          </p:stCondLst>
                                        </p:cTn>
                                        <p:tgtEl>
                                          <p:spTgt spid="27"/>
                                        </p:tgtEl>
                                        <p:attrNameLst>
                                          <p:attrName>style.visibility</p:attrName>
                                        </p:attrNameLst>
                                      </p:cBhvr>
                                      <p:to>
                                        <p:strVal val="visible"/>
                                      </p:to>
                                    </p:set>
                                    <p:anim calcmode="lin" valueType="num">
                                      <p:cBhvr additive="base">
                                        <p:cTn id="59" dur="500"/>
                                        <p:tgtEl>
                                          <p:spTgt spid="27"/>
                                        </p:tgtEl>
                                        <p:attrNameLst>
                                          <p:attrName>ppt_w</p:attrName>
                                        </p:attrNameLst>
                                      </p:cBhvr>
                                      <p:tavLst>
                                        <p:tav tm="0">
                                          <p:val>
                                            <p:strVal val="0"/>
                                          </p:val>
                                        </p:tav>
                                        <p:tav tm="100000">
                                          <p:val>
                                            <p:strVal val="#ppt_w"/>
                                          </p:val>
                                        </p:tav>
                                      </p:tavLst>
                                    </p:anim>
                                    <p:anim calcmode="lin" valueType="num">
                                      <p:cBhvr additive="base">
                                        <p:cTn id="60" dur="500"/>
                                        <p:tgtEl>
                                          <p:spTgt spid="27"/>
                                        </p:tgtEl>
                                        <p:attrNameLst>
                                          <p:attrName>ppt_h</p:attrName>
                                        </p:attrNameLst>
                                      </p:cBhvr>
                                      <p:tavLst>
                                        <p:tav tm="0">
                                          <p:val>
                                            <p:strVal val="0"/>
                                          </p:val>
                                        </p:tav>
                                        <p:tav tm="100000">
                                          <p:val>
                                            <p:strVal val="#ppt_h"/>
                                          </p:val>
                                        </p:tav>
                                      </p:tavLst>
                                    </p:anim>
                                  </p:childTnLst>
                                </p:cTn>
                              </p:par>
                            </p:childTnLst>
                          </p:cTn>
                        </p:par>
                        <p:par>
                          <p:cTn id="61" fill="hold">
                            <p:stCondLst>
                              <p:cond delay="6500"/>
                            </p:stCondLst>
                            <p:childTnLst>
                              <p:par>
                                <p:cTn id="62" presetID="10" presetClass="entr" presetSubtype="0" fill="hold" nodeType="afterEffect">
                                  <p:stCondLst>
                                    <p:cond delay="0"/>
                                  </p:stCondLst>
                                  <p:childTnLst>
                                    <p:set>
                                      <p:cBhvr>
                                        <p:cTn id="63" dur="1" fill="hold">
                                          <p:stCondLst>
                                            <p:cond delay="0"/>
                                          </p:stCondLst>
                                        </p:cTn>
                                        <p:tgtEl>
                                          <p:spTgt spid="17"/>
                                        </p:tgtEl>
                                        <p:attrNameLst>
                                          <p:attrName>style.visibility</p:attrName>
                                        </p:attrNameLst>
                                      </p:cBhvr>
                                      <p:to>
                                        <p:strVal val="visible"/>
                                      </p:to>
                                    </p:set>
                                    <p:animEffect transition="in" filter="fade">
                                      <p:cBhvr>
                                        <p:cTn id="64" dur="500"/>
                                        <p:tgtEl>
                                          <p:spTgt spid="17"/>
                                        </p:tgtEl>
                                      </p:cBhvr>
                                    </p:animEffect>
                                  </p:childTnLst>
                                </p:cTn>
                              </p:par>
                            </p:childTnLst>
                          </p:cTn>
                        </p:par>
                        <p:par>
                          <p:cTn id="65" fill="hold">
                            <p:stCondLst>
                              <p:cond delay="7000"/>
                            </p:stCondLst>
                            <p:childTnLst>
                              <p:par>
                                <p:cTn id="66" presetID="10" presetClass="entr" presetSubtype="0" fill="hold" nodeType="afterEffect">
                                  <p:stCondLst>
                                    <p:cond delay="0"/>
                                  </p:stCondLst>
                                  <p:childTnLst>
                                    <p:set>
                                      <p:cBhvr>
                                        <p:cTn id="67" dur="1" fill="hold">
                                          <p:stCondLst>
                                            <p:cond delay="0"/>
                                          </p:stCondLst>
                                        </p:cTn>
                                        <p:tgtEl>
                                          <p:spTgt spid="18"/>
                                        </p:tgtEl>
                                        <p:attrNameLst>
                                          <p:attrName>style.visibility</p:attrName>
                                        </p:attrNameLst>
                                      </p:cBhvr>
                                      <p:to>
                                        <p:strVal val="visible"/>
                                      </p:to>
                                    </p:set>
                                    <p:animEffect transition="in" filter="fade">
                                      <p:cBhvr>
                                        <p:cTn id="68" dur="500"/>
                                        <p:tgtEl>
                                          <p:spTgt spid="18"/>
                                        </p:tgtEl>
                                      </p:cBhvr>
                                    </p:animEffect>
                                  </p:childTnLst>
                                </p:cTn>
                              </p:par>
                            </p:childTnLst>
                          </p:cTn>
                        </p:par>
                        <p:par>
                          <p:cTn id="69" fill="hold">
                            <p:stCondLst>
                              <p:cond delay="7500"/>
                            </p:stCondLst>
                            <p:childTnLst>
                              <p:par>
                                <p:cTn id="70" presetID="10" presetClass="entr" presetSubtype="0" fill="hold" nodeType="afterEffect">
                                  <p:stCondLst>
                                    <p:cond delay="0"/>
                                  </p:stCondLst>
                                  <p:childTnLst>
                                    <p:set>
                                      <p:cBhvr>
                                        <p:cTn id="71" dur="1" fill="hold">
                                          <p:stCondLst>
                                            <p:cond delay="0"/>
                                          </p:stCondLst>
                                        </p:cTn>
                                        <p:tgtEl>
                                          <p:spTgt spid="19"/>
                                        </p:tgtEl>
                                        <p:attrNameLst>
                                          <p:attrName>style.visibility</p:attrName>
                                        </p:attrNameLst>
                                      </p:cBhvr>
                                      <p:to>
                                        <p:strVal val="visible"/>
                                      </p:to>
                                    </p:set>
                                    <p:animEffect transition="in" filter="fade">
                                      <p:cBhvr>
                                        <p:cTn id="72" dur="500"/>
                                        <p:tgtEl>
                                          <p:spTgt spid="19"/>
                                        </p:tgtEl>
                                      </p:cBhvr>
                                    </p:animEffect>
                                  </p:childTnLst>
                                </p:cTn>
                              </p:par>
                            </p:childTnLst>
                          </p:cTn>
                        </p:par>
                        <p:par>
                          <p:cTn id="73" fill="hold">
                            <p:stCondLst>
                              <p:cond delay="8000"/>
                            </p:stCondLst>
                            <p:childTnLst>
                              <p:par>
                                <p:cTn id="74" presetID="23" presetClass="entr" presetSubtype="16" fill="hold" nodeType="afterEffect">
                                  <p:stCondLst>
                                    <p:cond delay="0"/>
                                  </p:stCondLst>
                                  <p:childTnLst>
                                    <p:set>
                                      <p:cBhvr>
                                        <p:cTn id="75" dur="1" fill="hold">
                                          <p:stCondLst>
                                            <p:cond delay="0"/>
                                          </p:stCondLst>
                                        </p:cTn>
                                        <p:tgtEl>
                                          <p:spTgt spid="64"/>
                                        </p:tgtEl>
                                        <p:attrNameLst>
                                          <p:attrName>style.visibility</p:attrName>
                                        </p:attrNameLst>
                                      </p:cBhvr>
                                      <p:to>
                                        <p:strVal val="visible"/>
                                      </p:to>
                                    </p:set>
                                    <p:anim calcmode="lin" valueType="num">
                                      <p:cBhvr additive="base">
                                        <p:cTn id="76" dur="500"/>
                                        <p:tgtEl>
                                          <p:spTgt spid="64"/>
                                        </p:tgtEl>
                                        <p:attrNameLst>
                                          <p:attrName>ppt_w</p:attrName>
                                        </p:attrNameLst>
                                      </p:cBhvr>
                                      <p:tavLst>
                                        <p:tav tm="0">
                                          <p:val>
                                            <p:strVal val="0"/>
                                          </p:val>
                                        </p:tav>
                                        <p:tav tm="100000">
                                          <p:val>
                                            <p:strVal val="#ppt_w"/>
                                          </p:val>
                                        </p:tav>
                                      </p:tavLst>
                                    </p:anim>
                                    <p:anim calcmode="lin" valueType="num">
                                      <p:cBhvr additive="base">
                                        <p:cTn id="77" dur="500"/>
                                        <p:tgtEl>
                                          <p:spTgt spid="64"/>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6"/>
        <p:cNvGrpSpPr/>
        <p:nvPr/>
      </p:nvGrpSpPr>
      <p:grpSpPr>
        <a:xfrm>
          <a:off x="0" y="0"/>
          <a:ext cx="0" cy="0"/>
          <a:chOff x="0" y="0"/>
          <a:chExt cx="0" cy="0"/>
        </a:xfrm>
      </p:grpSpPr>
      <p:sp>
        <p:nvSpPr>
          <p:cNvPr id="40" name="Google Shape;40;p3"/>
          <p:cNvSpPr/>
          <p:nvPr/>
        </p:nvSpPr>
        <p:spPr>
          <a:xfrm>
            <a:off x="2853164" y="2367049"/>
            <a:ext cx="1187017" cy="1133528"/>
          </a:xfrm>
          <a:custGeom>
            <a:avLst/>
            <a:gdLst/>
            <a:ahLst/>
            <a:cxnLst/>
            <a:rect l="l" t="t" r="r" b="b"/>
            <a:pathLst>
              <a:path w="21600" h="21600" extrusionOk="0">
                <a:moveTo>
                  <a:pt x="0" y="0"/>
                </a:moveTo>
                <a:lnTo>
                  <a:pt x="21600" y="826"/>
                </a:lnTo>
                <a:lnTo>
                  <a:pt x="21564" y="20683"/>
                </a:lnTo>
                <a:lnTo>
                  <a:pt x="0" y="21600"/>
                </a:lnTo>
                <a:lnTo>
                  <a:pt x="0" y="0"/>
                </a:lnTo>
                <a:close/>
              </a:path>
            </a:pathLst>
          </a:custGeom>
          <a:gradFill>
            <a:gsLst>
              <a:gs pos="0">
                <a:srgbClr val="FED300"/>
              </a:gs>
              <a:gs pos="2028">
                <a:srgbClr val="FED300"/>
              </a:gs>
              <a:gs pos="100000">
                <a:srgbClr val="FF9D2D"/>
              </a:gs>
            </a:gsLst>
            <a:lin ang="8628016"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dirty="0">
              <a:solidFill>
                <a:srgbClr val="000000"/>
              </a:solidFill>
              <a:latin typeface="Calibri"/>
              <a:ea typeface="Calibri"/>
              <a:cs typeface="Calibri"/>
              <a:sym typeface="Calibri"/>
            </a:endParaRPr>
          </a:p>
        </p:txBody>
      </p:sp>
      <p:sp>
        <p:nvSpPr>
          <p:cNvPr id="41" name="Google Shape;41;p3"/>
          <p:cNvSpPr/>
          <p:nvPr/>
        </p:nvSpPr>
        <p:spPr>
          <a:xfrm>
            <a:off x="3622887" y="2380011"/>
            <a:ext cx="8185029" cy="1154308"/>
          </a:xfrm>
          <a:custGeom>
            <a:avLst/>
            <a:gdLst/>
            <a:ahLst/>
            <a:cxnLst/>
            <a:rect l="l" t="t" r="r" b="b"/>
            <a:pathLst>
              <a:path w="21600" h="21600" extrusionOk="0">
                <a:moveTo>
                  <a:pt x="0" y="715"/>
                </a:moveTo>
                <a:lnTo>
                  <a:pt x="21597" y="0"/>
                </a:lnTo>
                <a:lnTo>
                  <a:pt x="21600" y="21600"/>
                </a:lnTo>
                <a:lnTo>
                  <a:pt x="0" y="20707"/>
                </a:lnTo>
                <a:lnTo>
                  <a:pt x="0" y="715"/>
                </a:lnTo>
                <a:close/>
              </a:path>
            </a:pathLst>
          </a:custGeom>
          <a:gradFill>
            <a:gsLst>
              <a:gs pos="0">
                <a:srgbClr val="FED300"/>
              </a:gs>
              <a:gs pos="2028">
                <a:srgbClr val="FED300"/>
              </a:gs>
              <a:gs pos="100000">
                <a:srgbClr val="FF9D2D"/>
              </a:gs>
            </a:gsLst>
            <a:lin ang="8628016" scaled="0"/>
          </a:gradFill>
          <a:ln>
            <a:noFill/>
          </a:ln>
          <a:effectLst>
            <a:outerShdw blurRad="101600" dist="118426" dir="2118751" rotWithShape="0">
              <a:srgbClr val="000000">
                <a:alpha val="23137"/>
              </a:srgbClr>
            </a:outerShdw>
          </a:effectLst>
        </p:spPr>
        <p:txBody>
          <a:bodyPr spcFirstLastPara="1" wrap="square" lIns="45700" tIns="45700" rIns="45700" bIns="45700" anchor="ctr" anchorCtr="0">
            <a:noAutofit/>
          </a:bodyPr>
          <a:lstStyle/>
          <a:p>
            <a:pPr lvl="0" algn="just"/>
            <a:endParaRPr lang="ms-MY" sz="2400" dirty="0">
              <a:latin typeface="Tahoma" panose="020B0604030504040204" pitchFamily="34" charset="0"/>
              <a:ea typeface="Tahoma" panose="020B0604030504040204" pitchFamily="34" charset="0"/>
              <a:cs typeface="Tahoma" panose="020B0604030504040204" pitchFamily="34" charset="0"/>
            </a:endParaRPr>
          </a:p>
        </p:txBody>
      </p:sp>
      <p:sp>
        <p:nvSpPr>
          <p:cNvPr id="17" name="Google Shape;17;p3"/>
          <p:cNvSpPr/>
          <p:nvPr/>
        </p:nvSpPr>
        <p:spPr>
          <a:xfrm>
            <a:off x="1448214" y="4768571"/>
            <a:ext cx="874813" cy="1240880"/>
          </a:xfrm>
          <a:custGeom>
            <a:avLst/>
            <a:gdLst/>
            <a:ahLst/>
            <a:cxnLst/>
            <a:rect l="l" t="t" r="r" b="b"/>
            <a:pathLst>
              <a:path w="21600" h="21600" extrusionOk="0">
                <a:moveTo>
                  <a:pt x="0" y="2021"/>
                </a:moveTo>
                <a:lnTo>
                  <a:pt x="21600" y="0"/>
                </a:lnTo>
                <a:lnTo>
                  <a:pt x="21576" y="21600"/>
                </a:lnTo>
                <a:lnTo>
                  <a:pt x="0" y="19530"/>
                </a:lnTo>
                <a:lnTo>
                  <a:pt x="0" y="2021"/>
                </a:lnTo>
                <a:close/>
              </a:path>
            </a:pathLst>
          </a:custGeom>
          <a:gradFill>
            <a:gsLst>
              <a:gs pos="0">
                <a:srgbClr val="D34B6F"/>
              </a:gs>
              <a:gs pos="100000">
                <a:srgbClr val="AD226F"/>
              </a:gs>
            </a:gsLst>
            <a:lin ang="8628016"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8" name="Google Shape;18;p3"/>
          <p:cNvSpPr/>
          <p:nvPr/>
        </p:nvSpPr>
        <p:spPr>
          <a:xfrm>
            <a:off x="2323027" y="4780335"/>
            <a:ext cx="1187017" cy="1217351"/>
          </a:xfrm>
          <a:custGeom>
            <a:avLst/>
            <a:gdLst/>
            <a:ahLst/>
            <a:cxnLst/>
            <a:rect l="l" t="t" r="r" b="b"/>
            <a:pathLst>
              <a:path w="21600" h="21600" extrusionOk="0">
                <a:moveTo>
                  <a:pt x="0" y="0"/>
                </a:moveTo>
                <a:lnTo>
                  <a:pt x="21600" y="826"/>
                </a:lnTo>
                <a:lnTo>
                  <a:pt x="21564" y="20683"/>
                </a:lnTo>
                <a:lnTo>
                  <a:pt x="0" y="21600"/>
                </a:lnTo>
                <a:lnTo>
                  <a:pt x="0" y="0"/>
                </a:lnTo>
                <a:close/>
              </a:path>
            </a:pathLst>
          </a:custGeom>
          <a:gradFill>
            <a:gsLst>
              <a:gs pos="0">
                <a:srgbClr val="D34B6F"/>
              </a:gs>
              <a:gs pos="100000">
                <a:srgbClr val="AD226F"/>
              </a:gs>
            </a:gsLst>
            <a:lin ang="8628016"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9" name="Google Shape;19;p3"/>
          <p:cNvSpPr/>
          <p:nvPr/>
        </p:nvSpPr>
        <p:spPr>
          <a:xfrm>
            <a:off x="3510044" y="4802206"/>
            <a:ext cx="8371663" cy="1240880"/>
          </a:xfrm>
          <a:custGeom>
            <a:avLst/>
            <a:gdLst/>
            <a:ahLst/>
            <a:cxnLst/>
            <a:rect l="l" t="t" r="r" b="b"/>
            <a:pathLst>
              <a:path w="21600" h="21600" extrusionOk="0">
                <a:moveTo>
                  <a:pt x="0" y="715"/>
                </a:moveTo>
                <a:lnTo>
                  <a:pt x="21597" y="0"/>
                </a:lnTo>
                <a:lnTo>
                  <a:pt x="21600" y="21600"/>
                </a:lnTo>
                <a:lnTo>
                  <a:pt x="0" y="20707"/>
                </a:lnTo>
                <a:lnTo>
                  <a:pt x="0" y="715"/>
                </a:lnTo>
                <a:close/>
              </a:path>
            </a:pathLst>
          </a:custGeom>
          <a:gradFill>
            <a:gsLst>
              <a:gs pos="0">
                <a:srgbClr val="D34B6F"/>
              </a:gs>
              <a:gs pos="100000">
                <a:srgbClr val="AD226F"/>
              </a:gs>
            </a:gsLst>
            <a:lin ang="8628016" scaled="0"/>
          </a:gradFill>
          <a:ln>
            <a:noFill/>
          </a:ln>
          <a:effectLst>
            <a:outerShdw blurRad="101600" dist="118426" dir="2118751" rotWithShape="0">
              <a:srgbClr val="000000">
                <a:alpha val="23137"/>
              </a:srgbClr>
            </a:outerShdw>
          </a:effectLst>
        </p:spPr>
        <p:txBody>
          <a:bodyPr spcFirstLastPara="1" wrap="square" lIns="45700" tIns="45700" rIns="45700" bIns="45700" anchor="ctr" anchorCtr="0">
            <a:noAutofit/>
          </a:bodyPr>
          <a:lstStyle/>
          <a:p>
            <a:pPr lvl="0" algn="just"/>
            <a:endParaRPr lang="en-MY" sz="2400" dirty="0">
              <a:latin typeface="Tahoma" panose="020B0604030504040204" pitchFamily="34" charset="0"/>
              <a:ea typeface="Tahoma" panose="020B0604030504040204" pitchFamily="34" charset="0"/>
              <a:cs typeface="Tahoma" panose="020B0604030504040204" pitchFamily="34" charset="0"/>
            </a:endParaRPr>
          </a:p>
        </p:txBody>
      </p:sp>
      <p:pic>
        <p:nvPicPr>
          <p:cNvPr id="27" name="Google Shape;27;p3" descr="Picture1.png"/>
          <p:cNvPicPr preferRelativeResize="0"/>
          <p:nvPr/>
        </p:nvPicPr>
        <p:blipFill rotWithShape="1">
          <a:blip r:embed="rId3">
            <a:alphaModFix amt="71516"/>
          </a:blip>
          <a:srcRect/>
          <a:stretch/>
        </p:blipFill>
        <p:spPr>
          <a:xfrm flipH="1">
            <a:off x="1377211" y="4191669"/>
            <a:ext cx="120233" cy="2107836"/>
          </a:xfrm>
          <a:prstGeom prst="rect">
            <a:avLst/>
          </a:prstGeom>
          <a:noFill/>
          <a:ln>
            <a:noFill/>
          </a:ln>
        </p:spPr>
      </p:pic>
      <p:sp>
        <p:nvSpPr>
          <p:cNvPr id="28" name="Google Shape;28;p3"/>
          <p:cNvSpPr/>
          <p:nvPr/>
        </p:nvSpPr>
        <p:spPr>
          <a:xfrm>
            <a:off x="2519684" y="1073642"/>
            <a:ext cx="874813" cy="1138457"/>
          </a:xfrm>
          <a:custGeom>
            <a:avLst/>
            <a:gdLst/>
            <a:ahLst/>
            <a:cxnLst/>
            <a:rect l="l" t="t" r="r" b="b"/>
            <a:pathLst>
              <a:path w="21600" h="21600" extrusionOk="0">
                <a:moveTo>
                  <a:pt x="0" y="2021"/>
                </a:moveTo>
                <a:lnTo>
                  <a:pt x="21600" y="0"/>
                </a:lnTo>
                <a:lnTo>
                  <a:pt x="21576" y="21600"/>
                </a:lnTo>
                <a:lnTo>
                  <a:pt x="0" y="19530"/>
                </a:lnTo>
                <a:lnTo>
                  <a:pt x="0" y="2021"/>
                </a:lnTo>
                <a:close/>
              </a:path>
            </a:pathLst>
          </a:custGeom>
          <a:gradFill>
            <a:gsLst>
              <a:gs pos="0">
                <a:srgbClr val="CDE963"/>
              </a:gs>
              <a:gs pos="2028">
                <a:srgbClr val="CDE963"/>
              </a:gs>
              <a:gs pos="100000">
                <a:srgbClr val="5DBF25"/>
              </a:gs>
            </a:gsLst>
            <a:lin ang="8628016"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9" name="Google Shape;29;p3"/>
          <p:cNvSpPr/>
          <p:nvPr/>
        </p:nvSpPr>
        <p:spPr>
          <a:xfrm>
            <a:off x="3354123" y="1041091"/>
            <a:ext cx="1187017" cy="1133006"/>
          </a:xfrm>
          <a:custGeom>
            <a:avLst/>
            <a:gdLst/>
            <a:ahLst/>
            <a:cxnLst/>
            <a:rect l="l" t="t" r="r" b="b"/>
            <a:pathLst>
              <a:path w="21600" h="21600" extrusionOk="0">
                <a:moveTo>
                  <a:pt x="0" y="0"/>
                </a:moveTo>
                <a:lnTo>
                  <a:pt x="21600" y="826"/>
                </a:lnTo>
                <a:lnTo>
                  <a:pt x="21564" y="20683"/>
                </a:lnTo>
                <a:lnTo>
                  <a:pt x="0" y="21600"/>
                </a:lnTo>
                <a:lnTo>
                  <a:pt x="0" y="0"/>
                </a:lnTo>
                <a:close/>
              </a:path>
            </a:pathLst>
          </a:custGeom>
          <a:gradFill>
            <a:gsLst>
              <a:gs pos="0">
                <a:srgbClr val="CDE963"/>
              </a:gs>
              <a:gs pos="2028">
                <a:srgbClr val="CDE963"/>
              </a:gs>
              <a:gs pos="100000">
                <a:srgbClr val="5DBF25"/>
              </a:gs>
            </a:gsLst>
            <a:path path="circle">
              <a:fillToRect l="100000" b="100000"/>
            </a:path>
            <a:tileRect t="-100000" r="-10000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30" name="Google Shape;30;p3"/>
          <p:cNvSpPr/>
          <p:nvPr/>
        </p:nvSpPr>
        <p:spPr>
          <a:xfrm>
            <a:off x="3510044" y="903514"/>
            <a:ext cx="8281357" cy="2214024"/>
          </a:xfrm>
          <a:custGeom>
            <a:avLst/>
            <a:gdLst/>
            <a:ahLst/>
            <a:cxnLst/>
            <a:rect l="l" t="t" r="r" b="b"/>
            <a:pathLst>
              <a:path w="21600" h="21600" extrusionOk="0">
                <a:moveTo>
                  <a:pt x="0" y="715"/>
                </a:moveTo>
                <a:lnTo>
                  <a:pt x="21597" y="0"/>
                </a:lnTo>
                <a:lnTo>
                  <a:pt x="21600" y="21600"/>
                </a:lnTo>
                <a:lnTo>
                  <a:pt x="0" y="20707"/>
                </a:lnTo>
                <a:lnTo>
                  <a:pt x="0" y="715"/>
                </a:lnTo>
                <a:close/>
              </a:path>
            </a:pathLst>
          </a:custGeom>
          <a:gradFill>
            <a:gsLst>
              <a:gs pos="0">
                <a:srgbClr val="CDE963"/>
              </a:gs>
              <a:gs pos="2028">
                <a:srgbClr val="CDE963"/>
              </a:gs>
              <a:gs pos="100000">
                <a:srgbClr val="5DBF25"/>
              </a:gs>
            </a:gsLst>
            <a:lin ang="8628016" scaled="0"/>
          </a:gradFill>
          <a:ln>
            <a:noFill/>
          </a:ln>
          <a:effectLst>
            <a:outerShdw blurRad="101600" dist="118426" dir="2118751" rotWithShape="0">
              <a:srgbClr val="000000">
                <a:alpha val="23137"/>
              </a:srgbClr>
            </a:outerShdw>
          </a:effectLst>
        </p:spPr>
        <p:txBody>
          <a:bodyPr spcFirstLastPara="1" wrap="square" lIns="45700" tIns="45700" rIns="45700" bIns="45700" anchor="ctr" anchorCtr="0">
            <a:noAutofit/>
          </a:bodyPr>
          <a:lstStyle/>
          <a:p>
            <a:pPr marL="285750" lvl="0" indent="-285750" algn="just">
              <a:spcBef>
                <a:spcPct val="20000"/>
              </a:spcBef>
              <a:spcAft>
                <a:spcPts val="600"/>
              </a:spcAft>
              <a:buClr>
                <a:srgbClr val="30ACEC">
                  <a:lumMod val="75000"/>
                </a:srgbClr>
              </a:buClr>
              <a:buSzPct val="145000"/>
              <a:buFont typeface="Arial"/>
              <a:buChar char="•"/>
            </a:pPr>
            <a:r>
              <a:rPr lang="ms-MY" sz="2000" dirty="0">
                <a:solidFill>
                  <a:prstClr val="black"/>
                </a:solidFill>
                <a:latin typeface="Tahoma" panose="020B0604030504040204" pitchFamily="34" charset="0"/>
                <a:ea typeface="Tahoma" panose="020B0604030504040204" pitchFamily="34" charset="0"/>
                <a:cs typeface="Tahoma" panose="020B0604030504040204" pitchFamily="34" charset="0"/>
              </a:rPr>
              <a:t>Sebelum memberikan salah satu peringkat keselamatan yang tinggi kepada sesuatu dokumen, pemula hendaklah menentukan sama ada jika dokumen tersebut dikompromi ia boleh menyebabkan kerosakan seperti yang dinyatakan dalam tafsiran peringkat keselamatan, dan sama ada langkah-langkah keselamatan yang diambil mengikut peringkat keselamatan yang tinggi seperti yang diberikan, benar-benar perlu.</a:t>
            </a:r>
          </a:p>
        </p:txBody>
      </p:sp>
      <p:sp>
        <p:nvSpPr>
          <p:cNvPr id="33" name="Google Shape;33;p3"/>
          <p:cNvSpPr txBox="1"/>
          <p:nvPr/>
        </p:nvSpPr>
        <p:spPr>
          <a:xfrm>
            <a:off x="4310907" y="1819365"/>
            <a:ext cx="854891" cy="739141"/>
          </a:xfrm>
          <a:prstGeom prst="rect">
            <a:avLst/>
          </a:prstGeom>
          <a:noFill/>
          <a:ln>
            <a:noFill/>
          </a:ln>
        </p:spPr>
        <p:txBody>
          <a:bodyPr spcFirstLastPara="1" wrap="square" lIns="45700" tIns="45700" rIns="45700" bIns="45700" anchor="t" anchorCtr="0">
            <a:noAutofit/>
          </a:bodyPr>
          <a:lstStyle/>
          <a:p>
            <a:pPr marL="0" marR="0" lvl="0" indent="0" algn="ctr" rtl="0">
              <a:lnSpc>
                <a:spcPct val="100000"/>
              </a:lnSpc>
              <a:spcBef>
                <a:spcPts val="0"/>
              </a:spcBef>
              <a:spcAft>
                <a:spcPts val="0"/>
              </a:spcAft>
              <a:buClr>
                <a:srgbClr val="FFFFFF"/>
              </a:buClr>
              <a:buSzPts val="5000"/>
              <a:buFont typeface="Arial"/>
              <a:buNone/>
            </a:pPr>
            <a:endParaRPr lang="en-MY" dirty="0"/>
          </a:p>
          <a:p>
            <a:pPr marL="285750" marR="0" lvl="0" indent="-285750" algn="ctr" rtl="0">
              <a:lnSpc>
                <a:spcPct val="100000"/>
              </a:lnSpc>
              <a:spcBef>
                <a:spcPts val="0"/>
              </a:spcBef>
              <a:spcAft>
                <a:spcPts val="0"/>
              </a:spcAft>
              <a:buClr>
                <a:srgbClr val="FFFFFF"/>
              </a:buClr>
              <a:buSzPts val="5000"/>
              <a:buFont typeface="Arial" panose="020B0604020202020204" pitchFamily="34" charset="0"/>
              <a:buChar char="•"/>
            </a:pPr>
            <a:endParaRPr dirty="0"/>
          </a:p>
        </p:txBody>
      </p:sp>
      <p:pic>
        <p:nvPicPr>
          <p:cNvPr id="38" name="Google Shape;38;p3" descr="Picture1.png"/>
          <p:cNvPicPr preferRelativeResize="0"/>
          <p:nvPr/>
        </p:nvPicPr>
        <p:blipFill rotWithShape="1">
          <a:blip r:embed="rId3">
            <a:alphaModFix amt="71516"/>
          </a:blip>
          <a:srcRect/>
          <a:stretch/>
        </p:blipFill>
        <p:spPr>
          <a:xfrm flipH="1">
            <a:off x="2439260" y="670628"/>
            <a:ext cx="120233" cy="2107837"/>
          </a:xfrm>
          <a:prstGeom prst="rect">
            <a:avLst/>
          </a:prstGeom>
          <a:noFill/>
          <a:ln>
            <a:noFill/>
          </a:ln>
        </p:spPr>
      </p:pic>
      <p:sp>
        <p:nvSpPr>
          <p:cNvPr id="39" name="Google Shape;39;p3"/>
          <p:cNvSpPr/>
          <p:nvPr/>
        </p:nvSpPr>
        <p:spPr>
          <a:xfrm>
            <a:off x="1978351" y="2377801"/>
            <a:ext cx="874813" cy="1122776"/>
          </a:xfrm>
          <a:custGeom>
            <a:avLst/>
            <a:gdLst/>
            <a:ahLst/>
            <a:cxnLst/>
            <a:rect l="l" t="t" r="r" b="b"/>
            <a:pathLst>
              <a:path w="21600" h="21600" extrusionOk="0">
                <a:moveTo>
                  <a:pt x="0" y="2021"/>
                </a:moveTo>
                <a:lnTo>
                  <a:pt x="21600" y="0"/>
                </a:lnTo>
                <a:lnTo>
                  <a:pt x="21576" y="21600"/>
                </a:lnTo>
                <a:lnTo>
                  <a:pt x="0" y="19530"/>
                </a:lnTo>
                <a:lnTo>
                  <a:pt x="0" y="2021"/>
                </a:lnTo>
                <a:close/>
              </a:path>
            </a:pathLst>
          </a:custGeom>
          <a:gradFill>
            <a:gsLst>
              <a:gs pos="0">
                <a:srgbClr val="FED300"/>
              </a:gs>
              <a:gs pos="2028">
                <a:srgbClr val="FED300"/>
              </a:gs>
              <a:gs pos="100000">
                <a:srgbClr val="FF9D2D"/>
              </a:gs>
            </a:gsLst>
            <a:lin ang="8628016"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pic>
        <p:nvPicPr>
          <p:cNvPr id="49" name="Google Shape;49;p3" descr="Picture1.png"/>
          <p:cNvPicPr preferRelativeResize="0"/>
          <p:nvPr/>
        </p:nvPicPr>
        <p:blipFill rotWithShape="1">
          <a:blip r:embed="rId3">
            <a:alphaModFix amt="71516"/>
          </a:blip>
          <a:srcRect/>
          <a:stretch/>
        </p:blipFill>
        <p:spPr>
          <a:xfrm flipH="1">
            <a:off x="1963208" y="1760649"/>
            <a:ext cx="120233" cy="2107837"/>
          </a:xfrm>
          <a:prstGeom prst="rect">
            <a:avLst/>
          </a:prstGeom>
          <a:noFill/>
          <a:ln>
            <a:noFill/>
          </a:ln>
        </p:spPr>
      </p:pic>
      <p:sp>
        <p:nvSpPr>
          <p:cNvPr id="50" name="Google Shape;50;p3"/>
          <p:cNvSpPr/>
          <p:nvPr/>
        </p:nvSpPr>
        <p:spPr>
          <a:xfrm>
            <a:off x="1689013" y="3571295"/>
            <a:ext cx="874813" cy="1170889"/>
          </a:xfrm>
          <a:custGeom>
            <a:avLst/>
            <a:gdLst/>
            <a:ahLst/>
            <a:cxnLst/>
            <a:rect l="l" t="t" r="r" b="b"/>
            <a:pathLst>
              <a:path w="21600" h="21600" extrusionOk="0">
                <a:moveTo>
                  <a:pt x="0" y="2021"/>
                </a:moveTo>
                <a:lnTo>
                  <a:pt x="21600" y="0"/>
                </a:lnTo>
                <a:lnTo>
                  <a:pt x="21576" y="21600"/>
                </a:lnTo>
                <a:lnTo>
                  <a:pt x="0" y="19530"/>
                </a:lnTo>
                <a:lnTo>
                  <a:pt x="0" y="2021"/>
                </a:lnTo>
                <a:close/>
              </a:path>
            </a:pathLst>
          </a:custGeom>
          <a:gradFill>
            <a:gsLst>
              <a:gs pos="0">
                <a:srgbClr val="FF8185"/>
              </a:gs>
              <a:gs pos="100000">
                <a:srgbClr val="CF5781"/>
              </a:gs>
            </a:gsLst>
            <a:lin ang="8628016"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1" name="Google Shape;51;p3"/>
          <p:cNvSpPr/>
          <p:nvPr/>
        </p:nvSpPr>
        <p:spPr>
          <a:xfrm>
            <a:off x="2582730" y="3547942"/>
            <a:ext cx="1187017" cy="1185028"/>
          </a:xfrm>
          <a:custGeom>
            <a:avLst/>
            <a:gdLst/>
            <a:ahLst/>
            <a:cxnLst/>
            <a:rect l="l" t="t" r="r" b="b"/>
            <a:pathLst>
              <a:path w="21600" h="21600" extrusionOk="0">
                <a:moveTo>
                  <a:pt x="0" y="0"/>
                </a:moveTo>
                <a:lnTo>
                  <a:pt x="21600" y="826"/>
                </a:lnTo>
                <a:lnTo>
                  <a:pt x="21564" y="20683"/>
                </a:lnTo>
                <a:lnTo>
                  <a:pt x="0" y="21600"/>
                </a:lnTo>
                <a:lnTo>
                  <a:pt x="0" y="0"/>
                </a:lnTo>
                <a:close/>
              </a:path>
            </a:pathLst>
          </a:custGeom>
          <a:gradFill>
            <a:gsLst>
              <a:gs pos="0">
                <a:srgbClr val="FF8185"/>
              </a:gs>
              <a:gs pos="100000">
                <a:srgbClr val="CF5781"/>
              </a:gs>
            </a:gsLst>
            <a:lin ang="8628016"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2" name="Google Shape;52;p3"/>
          <p:cNvSpPr/>
          <p:nvPr/>
        </p:nvSpPr>
        <p:spPr>
          <a:xfrm>
            <a:off x="3633148" y="3463829"/>
            <a:ext cx="8185892" cy="2579257"/>
          </a:xfrm>
          <a:custGeom>
            <a:avLst/>
            <a:gdLst/>
            <a:ahLst/>
            <a:cxnLst/>
            <a:rect l="l" t="t" r="r" b="b"/>
            <a:pathLst>
              <a:path w="21600" h="21600" extrusionOk="0">
                <a:moveTo>
                  <a:pt x="0" y="715"/>
                </a:moveTo>
                <a:lnTo>
                  <a:pt x="21597" y="0"/>
                </a:lnTo>
                <a:lnTo>
                  <a:pt x="21600" y="21600"/>
                </a:lnTo>
                <a:lnTo>
                  <a:pt x="0" y="20707"/>
                </a:lnTo>
                <a:lnTo>
                  <a:pt x="0" y="715"/>
                </a:lnTo>
                <a:close/>
              </a:path>
            </a:pathLst>
          </a:custGeom>
          <a:gradFill>
            <a:gsLst>
              <a:gs pos="0">
                <a:srgbClr val="FF8185"/>
              </a:gs>
              <a:gs pos="100000">
                <a:srgbClr val="CF5781"/>
              </a:gs>
            </a:gsLst>
            <a:lin ang="8628016" scaled="0"/>
          </a:gradFill>
          <a:ln>
            <a:noFill/>
          </a:ln>
          <a:effectLst>
            <a:outerShdw blurRad="101600" dist="118426" dir="2118751" rotWithShape="0">
              <a:srgbClr val="000000">
                <a:alpha val="23137"/>
              </a:srgbClr>
            </a:outerShdw>
          </a:effectLst>
        </p:spPr>
        <p:txBody>
          <a:bodyPr spcFirstLastPara="1" wrap="square" lIns="45700" tIns="45700" rIns="45700" bIns="45700" anchor="ctr" anchorCtr="0">
            <a:noAutofit/>
          </a:bodyPr>
          <a:lstStyle/>
          <a:p>
            <a:pPr marL="800100" lvl="1" indent="-342900" algn="just">
              <a:buFont typeface="Arial" panose="020B0604020202020204" pitchFamily="34" charset="0"/>
              <a:buChar char="•"/>
            </a:pPr>
            <a:r>
              <a:rPr lang="ms-MY" sz="2000" b="1" i="1" dirty="0">
                <a:latin typeface="Tahoma" panose="020B0604030504040204" pitchFamily="34" charset="0"/>
                <a:ea typeface="Tahoma" panose="020B0604030504040204" pitchFamily="34" charset="0"/>
                <a:cs typeface="Tahoma" panose="020B0604030504040204" pitchFamily="34" charset="0"/>
              </a:rPr>
              <a:t>Contohnya, jika dokumen tersebut hendak dikelaskan sebagai “Rahsia”, pemula hendaklah menentukan sama ada pendedahan dokumen tersebut akan menyebabkan kerosakan yang dinyatakan dalam tafsiran “Rahsia” iaitu benar-benar membahayakan Negara, menyebabkan kerosakan besar kepada kepentingan dan martabat Malaysia atau memberikan keuntungan besar kepada sesebuah kuasa asing;</a:t>
            </a:r>
            <a:endParaRPr lang="en-MY" sz="2000" b="1" i="1" dirty="0">
              <a:latin typeface="Tahoma" panose="020B0604030504040204" pitchFamily="34" charset="0"/>
              <a:ea typeface="Tahoma" panose="020B0604030504040204" pitchFamily="34" charset="0"/>
              <a:cs typeface="Tahoma" panose="020B0604030504040204" pitchFamily="34" charset="0"/>
            </a:endParaRPr>
          </a:p>
        </p:txBody>
      </p:sp>
      <p:pic>
        <p:nvPicPr>
          <p:cNvPr id="64" name="Google Shape;49;p3" descr="Picture1.png">
            <a:extLst>
              <a:ext uri="{FF2B5EF4-FFF2-40B4-BE49-F238E27FC236}">
                <a16:creationId xmlns="" xmlns:a16="http://schemas.microsoft.com/office/drawing/2014/main" id="{11642C0E-805D-4417-9B3E-43B035D688E5}"/>
              </a:ext>
            </a:extLst>
          </p:cNvPr>
          <p:cNvPicPr preferRelativeResize="0"/>
          <p:nvPr/>
        </p:nvPicPr>
        <p:blipFill rotWithShape="1">
          <a:blip r:embed="rId3">
            <a:alphaModFix amt="71516"/>
          </a:blip>
          <a:srcRect/>
          <a:stretch/>
        </p:blipFill>
        <p:spPr>
          <a:xfrm flipH="1">
            <a:off x="1648407" y="3117538"/>
            <a:ext cx="120233" cy="2107837"/>
          </a:xfrm>
          <a:prstGeom prst="rect">
            <a:avLst/>
          </a:prstGeom>
          <a:noFill/>
          <a:ln>
            <a:noFill/>
          </a:ln>
        </p:spPr>
      </p:pic>
      <p:sp>
        <p:nvSpPr>
          <p:cNvPr id="65" name="TextBox 64">
            <a:extLst>
              <a:ext uri="{FF2B5EF4-FFF2-40B4-BE49-F238E27FC236}">
                <a16:creationId xmlns="" xmlns:a16="http://schemas.microsoft.com/office/drawing/2014/main" id="{6F218D90-D97F-46D5-8FA0-00EAAED39103}"/>
              </a:ext>
            </a:extLst>
          </p:cNvPr>
          <p:cNvSpPr txBox="1"/>
          <p:nvPr/>
        </p:nvSpPr>
        <p:spPr>
          <a:xfrm>
            <a:off x="1978351" y="6183087"/>
            <a:ext cx="6954415" cy="430887"/>
          </a:xfrm>
          <a:prstGeom prst="rect">
            <a:avLst/>
          </a:prstGeom>
          <a:noFill/>
        </p:spPr>
        <p:txBody>
          <a:bodyPr wrap="square">
            <a:spAutoFit/>
          </a:bodyPr>
          <a:lstStyle/>
          <a:p>
            <a:pPr>
              <a:defRPr/>
            </a:pPr>
            <a:r>
              <a:rPr lang="en-US" sz="1100" spc="280" dirty="0"/>
              <a:t>PEJABAT KETUA PEGAWAI KESELAMATAN KERAJAAN MALAYSIA</a:t>
            </a:r>
          </a:p>
          <a:p>
            <a:pPr>
              <a:defRPr/>
            </a:pPr>
            <a:r>
              <a:rPr lang="en-US" sz="1100" spc="280" dirty="0"/>
              <a:t>JABATAN PERDANA MENTERI</a:t>
            </a:r>
          </a:p>
        </p:txBody>
      </p:sp>
      <p:pic>
        <p:nvPicPr>
          <p:cNvPr id="66" name="Picture 65">
            <a:extLst>
              <a:ext uri="{FF2B5EF4-FFF2-40B4-BE49-F238E27FC236}">
                <a16:creationId xmlns="" xmlns:a16="http://schemas.microsoft.com/office/drawing/2014/main" id="{8B9551F3-F6EF-45C0-92C1-168A2A7D593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39228" y="5748203"/>
            <a:ext cx="1300637" cy="1042168"/>
          </a:xfrm>
          <a:prstGeom prst="rect">
            <a:avLst/>
          </a:prstGeom>
        </p:spPr>
      </p:pic>
      <p:sp>
        <p:nvSpPr>
          <p:cNvPr id="24" name="Title 1">
            <a:extLst>
              <a:ext uri="{FF2B5EF4-FFF2-40B4-BE49-F238E27FC236}">
                <a16:creationId xmlns="" xmlns:a16="http://schemas.microsoft.com/office/drawing/2014/main" id="{5C168A8B-8A11-4CB2-BC7A-E6C638D6DAFF}"/>
              </a:ext>
            </a:extLst>
          </p:cNvPr>
          <p:cNvSpPr txBox="1">
            <a:spLocks/>
          </p:cNvSpPr>
          <p:nvPr/>
        </p:nvSpPr>
        <p:spPr>
          <a:xfrm>
            <a:off x="1823307" y="120767"/>
            <a:ext cx="10058400" cy="793275"/>
          </a:xfrm>
          <a:prstGeom prst="rect">
            <a:avLst/>
          </a:prstGeom>
          <a:effectLst/>
        </p:spPr>
        <p:txBody>
          <a:bodyPr vert="horz" lIns="91440" tIns="45720" rIns="91440" bIns="45720" rtlCol="0" anchor="ct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r"/>
            <a:r>
              <a:rPr lang="en-US" sz="2800" b="1" dirty="0" err="1">
                <a:solidFill>
                  <a:srgbClr val="0070C0"/>
                </a:solidFill>
                <a:latin typeface="Tahoma" panose="020B0604030504040204" pitchFamily="34" charset="0"/>
                <a:ea typeface="Tahoma" panose="020B0604030504040204" pitchFamily="34" charset="0"/>
                <a:cs typeface="Tahoma" panose="020B0604030504040204" pitchFamily="34" charset="0"/>
              </a:rPr>
              <a:t>sambungan</a:t>
            </a:r>
            <a:endParaRPr lang="en-MY" sz="2800" b="1" dirty="0">
              <a:solidFill>
                <a:srgbClr val="0070C0"/>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089615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38"/>
                                        </p:tgtEl>
                                        <p:attrNameLst>
                                          <p:attrName>style.visibility</p:attrName>
                                        </p:attrNameLst>
                                      </p:cBhvr>
                                      <p:to>
                                        <p:strVal val="visible"/>
                                      </p:to>
                                    </p:set>
                                    <p:anim calcmode="lin" valueType="num">
                                      <p:cBhvr additive="base">
                                        <p:cTn id="7" dur="500"/>
                                        <p:tgtEl>
                                          <p:spTgt spid="38"/>
                                        </p:tgtEl>
                                        <p:attrNameLst>
                                          <p:attrName>ppt_w</p:attrName>
                                        </p:attrNameLst>
                                      </p:cBhvr>
                                      <p:tavLst>
                                        <p:tav tm="0">
                                          <p:val>
                                            <p:strVal val="0"/>
                                          </p:val>
                                        </p:tav>
                                        <p:tav tm="100000">
                                          <p:val>
                                            <p:strVal val="#ppt_w"/>
                                          </p:val>
                                        </p:tav>
                                      </p:tavLst>
                                    </p:anim>
                                    <p:anim calcmode="lin" valueType="num">
                                      <p:cBhvr additive="base">
                                        <p:cTn id="8" dur="500"/>
                                        <p:tgtEl>
                                          <p:spTgt spid="38"/>
                                        </p:tgtEl>
                                        <p:attrNameLst>
                                          <p:attrName>ppt_h</p:attrName>
                                        </p:attrNameLst>
                                      </p:cBhvr>
                                      <p:tavLst>
                                        <p:tav tm="0">
                                          <p:val>
                                            <p:strVal val="0"/>
                                          </p:val>
                                        </p:tav>
                                        <p:tav tm="100000">
                                          <p:val>
                                            <p:strVal val="#ppt_h"/>
                                          </p:val>
                                        </p:tav>
                                      </p:tavLst>
                                    </p:anim>
                                  </p:childTnLst>
                                </p:cTn>
                              </p:par>
                            </p:childTnLst>
                          </p:cTn>
                        </p:par>
                        <p:par>
                          <p:cTn id="9" fill="hold">
                            <p:stCondLst>
                              <p:cond delay="500"/>
                            </p:stCondLst>
                            <p:childTnLst>
                              <p:par>
                                <p:cTn id="10" presetID="10" presetClass="entr" presetSubtype="0" fill="hold" nodeType="after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500"/>
                                        <p:tgtEl>
                                          <p:spTgt spid="28"/>
                                        </p:tgtEl>
                                      </p:cBhvr>
                                    </p:animEffect>
                                  </p:childTnLst>
                                </p:cTn>
                              </p:par>
                            </p:childTnLst>
                          </p:cTn>
                        </p:par>
                        <p:par>
                          <p:cTn id="13" fill="hold">
                            <p:stCondLst>
                              <p:cond delay="1000"/>
                            </p:stCondLst>
                            <p:childTnLst>
                              <p:par>
                                <p:cTn id="14" presetID="10" presetClass="entr" presetSubtype="0" fill="hold" nodeType="after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fade">
                                      <p:cBhvr>
                                        <p:cTn id="16" dur="500"/>
                                        <p:tgtEl>
                                          <p:spTgt spid="29"/>
                                        </p:tgtEl>
                                      </p:cBhvr>
                                    </p:animEffect>
                                  </p:childTnLst>
                                </p:cTn>
                              </p:par>
                            </p:childTnLst>
                          </p:cTn>
                        </p:par>
                        <p:par>
                          <p:cTn id="17" fill="hold">
                            <p:stCondLst>
                              <p:cond delay="1500"/>
                            </p:stCondLst>
                            <p:childTnLst>
                              <p:par>
                                <p:cTn id="18" presetID="10" presetClass="entr" presetSubtype="0" fill="hold" nodeType="afterEffect">
                                  <p:stCondLst>
                                    <p:cond delay="0"/>
                                  </p:stCondLst>
                                  <p:childTnLst>
                                    <p:set>
                                      <p:cBhvr>
                                        <p:cTn id="19" dur="1" fill="hold">
                                          <p:stCondLst>
                                            <p:cond delay="0"/>
                                          </p:stCondLst>
                                        </p:cTn>
                                        <p:tgtEl>
                                          <p:spTgt spid="30"/>
                                        </p:tgtEl>
                                        <p:attrNameLst>
                                          <p:attrName>style.visibility</p:attrName>
                                        </p:attrNameLst>
                                      </p:cBhvr>
                                      <p:to>
                                        <p:strVal val="visible"/>
                                      </p:to>
                                    </p:set>
                                    <p:animEffect transition="in" filter="fade">
                                      <p:cBhvr>
                                        <p:cTn id="20" dur="500"/>
                                        <p:tgtEl>
                                          <p:spTgt spid="30"/>
                                        </p:tgtEl>
                                      </p:cBhvr>
                                    </p:animEffect>
                                  </p:childTnLst>
                                </p:cTn>
                              </p:par>
                            </p:childTnLst>
                          </p:cTn>
                        </p:par>
                        <p:par>
                          <p:cTn id="21" fill="hold">
                            <p:stCondLst>
                              <p:cond delay="2000"/>
                            </p:stCondLst>
                            <p:childTnLst>
                              <p:par>
                                <p:cTn id="22" presetID="23" presetClass="entr" presetSubtype="16" fill="hold" nodeType="afterEffect">
                                  <p:stCondLst>
                                    <p:cond delay="0"/>
                                  </p:stCondLst>
                                  <p:childTnLst>
                                    <p:set>
                                      <p:cBhvr>
                                        <p:cTn id="23" dur="1" fill="hold">
                                          <p:stCondLst>
                                            <p:cond delay="0"/>
                                          </p:stCondLst>
                                        </p:cTn>
                                        <p:tgtEl>
                                          <p:spTgt spid="33"/>
                                        </p:tgtEl>
                                        <p:attrNameLst>
                                          <p:attrName>style.visibility</p:attrName>
                                        </p:attrNameLst>
                                      </p:cBhvr>
                                      <p:to>
                                        <p:strVal val="visible"/>
                                      </p:to>
                                    </p:set>
                                    <p:anim calcmode="lin" valueType="num">
                                      <p:cBhvr additive="base">
                                        <p:cTn id="24" dur="500"/>
                                        <p:tgtEl>
                                          <p:spTgt spid="33"/>
                                        </p:tgtEl>
                                        <p:attrNameLst>
                                          <p:attrName>ppt_w</p:attrName>
                                        </p:attrNameLst>
                                      </p:cBhvr>
                                      <p:tavLst>
                                        <p:tav tm="0">
                                          <p:val>
                                            <p:strVal val="0"/>
                                          </p:val>
                                        </p:tav>
                                        <p:tav tm="100000">
                                          <p:val>
                                            <p:strVal val="#ppt_w"/>
                                          </p:val>
                                        </p:tav>
                                      </p:tavLst>
                                    </p:anim>
                                    <p:anim calcmode="lin" valueType="num">
                                      <p:cBhvr additive="base">
                                        <p:cTn id="25" dur="500"/>
                                        <p:tgtEl>
                                          <p:spTgt spid="33"/>
                                        </p:tgtEl>
                                        <p:attrNameLst>
                                          <p:attrName>ppt_h</p:attrName>
                                        </p:attrNameLst>
                                      </p:cBhvr>
                                      <p:tavLst>
                                        <p:tav tm="0">
                                          <p:val>
                                            <p:strVal val="0"/>
                                          </p:val>
                                        </p:tav>
                                        <p:tav tm="100000">
                                          <p:val>
                                            <p:strVal val="#ppt_h"/>
                                          </p:val>
                                        </p:tav>
                                      </p:tavLst>
                                    </p:anim>
                                  </p:childTnLst>
                                </p:cTn>
                              </p:par>
                            </p:childTnLst>
                          </p:cTn>
                        </p:par>
                        <p:par>
                          <p:cTn id="26" fill="hold">
                            <p:stCondLst>
                              <p:cond delay="2500"/>
                            </p:stCondLst>
                            <p:childTnLst>
                              <p:par>
                                <p:cTn id="27" presetID="23" presetClass="entr" presetSubtype="16" fill="hold" nodeType="afterEffect">
                                  <p:stCondLst>
                                    <p:cond delay="0"/>
                                  </p:stCondLst>
                                  <p:childTnLst>
                                    <p:set>
                                      <p:cBhvr>
                                        <p:cTn id="28" dur="1" fill="hold">
                                          <p:stCondLst>
                                            <p:cond delay="0"/>
                                          </p:stCondLst>
                                        </p:cTn>
                                        <p:tgtEl>
                                          <p:spTgt spid="49"/>
                                        </p:tgtEl>
                                        <p:attrNameLst>
                                          <p:attrName>style.visibility</p:attrName>
                                        </p:attrNameLst>
                                      </p:cBhvr>
                                      <p:to>
                                        <p:strVal val="visible"/>
                                      </p:to>
                                    </p:set>
                                    <p:anim calcmode="lin" valueType="num">
                                      <p:cBhvr additive="base">
                                        <p:cTn id="29" dur="500"/>
                                        <p:tgtEl>
                                          <p:spTgt spid="49"/>
                                        </p:tgtEl>
                                        <p:attrNameLst>
                                          <p:attrName>ppt_w</p:attrName>
                                        </p:attrNameLst>
                                      </p:cBhvr>
                                      <p:tavLst>
                                        <p:tav tm="0">
                                          <p:val>
                                            <p:strVal val="0"/>
                                          </p:val>
                                        </p:tav>
                                        <p:tav tm="100000">
                                          <p:val>
                                            <p:strVal val="#ppt_w"/>
                                          </p:val>
                                        </p:tav>
                                      </p:tavLst>
                                    </p:anim>
                                    <p:anim calcmode="lin" valueType="num">
                                      <p:cBhvr additive="base">
                                        <p:cTn id="30" dur="500"/>
                                        <p:tgtEl>
                                          <p:spTgt spid="49"/>
                                        </p:tgtEl>
                                        <p:attrNameLst>
                                          <p:attrName>ppt_h</p:attrName>
                                        </p:attrNameLst>
                                      </p:cBhvr>
                                      <p:tavLst>
                                        <p:tav tm="0">
                                          <p:val>
                                            <p:strVal val="0"/>
                                          </p:val>
                                        </p:tav>
                                        <p:tav tm="100000">
                                          <p:val>
                                            <p:strVal val="#ppt_h"/>
                                          </p:val>
                                        </p:tav>
                                      </p:tavLst>
                                    </p:anim>
                                  </p:childTnLst>
                                </p:cTn>
                              </p:par>
                            </p:childTnLst>
                          </p:cTn>
                        </p:par>
                        <p:par>
                          <p:cTn id="31" fill="hold">
                            <p:stCondLst>
                              <p:cond delay="3000"/>
                            </p:stCondLst>
                            <p:childTnLst>
                              <p:par>
                                <p:cTn id="32" presetID="10" presetClass="entr" presetSubtype="0" fill="hold" nodeType="afterEffect">
                                  <p:stCondLst>
                                    <p:cond delay="0"/>
                                  </p:stCondLst>
                                  <p:childTnLst>
                                    <p:set>
                                      <p:cBhvr>
                                        <p:cTn id="33" dur="1" fill="hold">
                                          <p:stCondLst>
                                            <p:cond delay="0"/>
                                          </p:stCondLst>
                                        </p:cTn>
                                        <p:tgtEl>
                                          <p:spTgt spid="39"/>
                                        </p:tgtEl>
                                        <p:attrNameLst>
                                          <p:attrName>style.visibility</p:attrName>
                                        </p:attrNameLst>
                                      </p:cBhvr>
                                      <p:to>
                                        <p:strVal val="visible"/>
                                      </p:to>
                                    </p:set>
                                    <p:animEffect transition="in" filter="fade">
                                      <p:cBhvr>
                                        <p:cTn id="34" dur="500"/>
                                        <p:tgtEl>
                                          <p:spTgt spid="39"/>
                                        </p:tgtEl>
                                      </p:cBhvr>
                                    </p:animEffect>
                                  </p:childTnLst>
                                </p:cTn>
                              </p:par>
                            </p:childTnLst>
                          </p:cTn>
                        </p:par>
                        <p:par>
                          <p:cTn id="35" fill="hold">
                            <p:stCondLst>
                              <p:cond delay="3500"/>
                            </p:stCondLst>
                            <p:childTnLst>
                              <p:par>
                                <p:cTn id="36" presetID="10" presetClass="entr" presetSubtype="0" fill="hold" nodeType="afterEffect">
                                  <p:stCondLst>
                                    <p:cond delay="0"/>
                                  </p:stCondLst>
                                  <p:childTnLst>
                                    <p:set>
                                      <p:cBhvr>
                                        <p:cTn id="37" dur="1" fill="hold">
                                          <p:stCondLst>
                                            <p:cond delay="0"/>
                                          </p:stCondLst>
                                        </p:cTn>
                                        <p:tgtEl>
                                          <p:spTgt spid="40"/>
                                        </p:tgtEl>
                                        <p:attrNameLst>
                                          <p:attrName>style.visibility</p:attrName>
                                        </p:attrNameLst>
                                      </p:cBhvr>
                                      <p:to>
                                        <p:strVal val="visible"/>
                                      </p:to>
                                    </p:set>
                                    <p:animEffect transition="in" filter="fade">
                                      <p:cBhvr>
                                        <p:cTn id="38" dur="500"/>
                                        <p:tgtEl>
                                          <p:spTgt spid="40"/>
                                        </p:tgtEl>
                                      </p:cBhvr>
                                    </p:animEffect>
                                  </p:childTnLst>
                                </p:cTn>
                              </p:par>
                            </p:childTnLst>
                          </p:cTn>
                        </p:par>
                        <p:par>
                          <p:cTn id="39" fill="hold">
                            <p:stCondLst>
                              <p:cond delay="4000"/>
                            </p:stCondLst>
                            <p:childTnLst>
                              <p:par>
                                <p:cTn id="40" presetID="10" presetClass="entr" presetSubtype="0" fill="hold" nodeType="afterEffect">
                                  <p:stCondLst>
                                    <p:cond delay="0"/>
                                  </p:stCondLst>
                                  <p:childTnLst>
                                    <p:set>
                                      <p:cBhvr>
                                        <p:cTn id="41" dur="1" fill="hold">
                                          <p:stCondLst>
                                            <p:cond delay="0"/>
                                          </p:stCondLst>
                                        </p:cTn>
                                        <p:tgtEl>
                                          <p:spTgt spid="41"/>
                                        </p:tgtEl>
                                        <p:attrNameLst>
                                          <p:attrName>style.visibility</p:attrName>
                                        </p:attrNameLst>
                                      </p:cBhvr>
                                      <p:to>
                                        <p:strVal val="visible"/>
                                      </p:to>
                                    </p:set>
                                    <p:animEffect transition="in" filter="fade">
                                      <p:cBhvr>
                                        <p:cTn id="42" dur="500"/>
                                        <p:tgtEl>
                                          <p:spTgt spid="41"/>
                                        </p:tgtEl>
                                      </p:cBhvr>
                                    </p:animEffect>
                                  </p:childTnLst>
                                </p:cTn>
                              </p:par>
                            </p:childTnLst>
                          </p:cTn>
                        </p:par>
                        <p:par>
                          <p:cTn id="43" fill="hold">
                            <p:stCondLst>
                              <p:cond delay="4500"/>
                            </p:stCondLst>
                            <p:childTnLst>
                              <p:par>
                                <p:cTn id="44" presetID="10" presetClass="entr" presetSubtype="0" fill="hold" nodeType="afterEffect">
                                  <p:stCondLst>
                                    <p:cond delay="0"/>
                                  </p:stCondLst>
                                  <p:childTnLst>
                                    <p:set>
                                      <p:cBhvr>
                                        <p:cTn id="45" dur="1" fill="hold">
                                          <p:stCondLst>
                                            <p:cond delay="0"/>
                                          </p:stCondLst>
                                        </p:cTn>
                                        <p:tgtEl>
                                          <p:spTgt spid="50"/>
                                        </p:tgtEl>
                                        <p:attrNameLst>
                                          <p:attrName>style.visibility</p:attrName>
                                        </p:attrNameLst>
                                      </p:cBhvr>
                                      <p:to>
                                        <p:strVal val="visible"/>
                                      </p:to>
                                    </p:set>
                                    <p:animEffect transition="in" filter="fade">
                                      <p:cBhvr>
                                        <p:cTn id="46" dur="500"/>
                                        <p:tgtEl>
                                          <p:spTgt spid="50"/>
                                        </p:tgtEl>
                                      </p:cBhvr>
                                    </p:animEffect>
                                  </p:childTnLst>
                                </p:cTn>
                              </p:par>
                            </p:childTnLst>
                          </p:cTn>
                        </p:par>
                        <p:par>
                          <p:cTn id="47" fill="hold">
                            <p:stCondLst>
                              <p:cond delay="5000"/>
                            </p:stCondLst>
                            <p:childTnLst>
                              <p:par>
                                <p:cTn id="48" presetID="10" presetClass="entr" presetSubtype="0" fill="hold" nodeType="afterEffect">
                                  <p:stCondLst>
                                    <p:cond delay="0"/>
                                  </p:stCondLst>
                                  <p:childTnLst>
                                    <p:set>
                                      <p:cBhvr>
                                        <p:cTn id="49" dur="1" fill="hold">
                                          <p:stCondLst>
                                            <p:cond delay="0"/>
                                          </p:stCondLst>
                                        </p:cTn>
                                        <p:tgtEl>
                                          <p:spTgt spid="51"/>
                                        </p:tgtEl>
                                        <p:attrNameLst>
                                          <p:attrName>style.visibility</p:attrName>
                                        </p:attrNameLst>
                                      </p:cBhvr>
                                      <p:to>
                                        <p:strVal val="visible"/>
                                      </p:to>
                                    </p:set>
                                    <p:animEffect transition="in" filter="fade">
                                      <p:cBhvr>
                                        <p:cTn id="50" dur="500"/>
                                        <p:tgtEl>
                                          <p:spTgt spid="51"/>
                                        </p:tgtEl>
                                      </p:cBhvr>
                                    </p:animEffect>
                                  </p:childTnLst>
                                </p:cTn>
                              </p:par>
                            </p:childTnLst>
                          </p:cTn>
                        </p:par>
                        <p:par>
                          <p:cTn id="51" fill="hold">
                            <p:stCondLst>
                              <p:cond delay="5500"/>
                            </p:stCondLst>
                            <p:childTnLst>
                              <p:par>
                                <p:cTn id="52" presetID="10" presetClass="entr" presetSubtype="0" fill="hold" nodeType="afterEffect">
                                  <p:stCondLst>
                                    <p:cond delay="0"/>
                                  </p:stCondLst>
                                  <p:childTnLst>
                                    <p:set>
                                      <p:cBhvr>
                                        <p:cTn id="53" dur="1" fill="hold">
                                          <p:stCondLst>
                                            <p:cond delay="0"/>
                                          </p:stCondLst>
                                        </p:cTn>
                                        <p:tgtEl>
                                          <p:spTgt spid="52"/>
                                        </p:tgtEl>
                                        <p:attrNameLst>
                                          <p:attrName>style.visibility</p:attrName>
                                        </p:attrNameLst>
                                      </p:cBhvr>
                                      <p:to>
                                        <p:strVal val="visible"/>
                                      </p:to>
                                    </p:set>
                                    <p:animEffect transition="in" filter="fade">
                                      <p:cBhvr>
                                        <p:cTn id="54" dur="500"/>
                                        <p:tgtEl>
                                          <p:spTgt spid="52"/>
                                        </p:tgtEl>
                                      </p:cBhvr>
                                    </p:animEffect>
                                  </p:childTnLst>
                                </p:cTn>
                              </p:par>
                            </p:childTnLst>
                          </p:cTn>
                        </p:par>
                        <p:par>
                          <p:cTn id="55" fill="hold">
                            <p:stCondLst>
                              <p:cond delay="6000"/>
                            </p:stCondLst>
                            <p:childTnLst>
                              <p:par>
                                <p:cTn id="56" presetID="23" presetClass="entr" presetSubtype="16" fill="hold" nodeType="afterEffect">
                                  <p:stCondLst>
                                    <p:cond delay="0"/>
                                  </p:stCondLst>
                                  <p:childTnLst>
                                    <p:set>
                                      <p:cBhvr>
                                        <p:cTn id="57" dur="1" fill="hold">
                                          <p:stCondLst>
                                            <p:cond delay="0"/>
                                          </p:stCondLst>
                                        </p:cTn>
                                        <p:tgtEl>
                                          <p:spTgt spid="27"/>
                                        </p:tgtEl>
                                        <p:attrNameLst>
                                          <p:attrName>style.visibility</p:attrName>
                                        </p:attrNameLst>
                                      </p:cBhvr>
                                      <p:to>
                                        <p:strVal val="visible"/>
                                      </p:to>
                                    </p:set>
                                    <p:anim calcmode="lin" valueType="num">
                                      <p:cBhvr additive="base">
                                        <p:cTn id="58" dur="500"/>
                                        <p:tgtEl>
                                          <p:spTgt spid="27"/>
                                        </p:tgtEl>
                                        <p:attrNameLst>
                                          <p:attrName>ppt_w</p:attrName>
                                        </p:attrNameLst>
                                      </p:cBhvr>
                                      <p:tavLst>
                                        <p:tav tm="0">
                                          <p:val>
                                            <p:strVal val="0"/>
                                          </p:val>
                                        </p:tav>
                                        <p:tav tm="100000">
                                          <p:val>
                                            <p:strVal val="#ppt_w"/>
                                          </p:val>
                                        </p:tav>
                                      </p:tavLst>
                                    </p:anim>
                                    <p:anim calcmode="lin" valueType="num">
                                      <p:cBhvr additive="base">
                                        <p:cTn id="59" dur="500"/>
                                        <p:tgtEl>
                                          <p:spTgt spid="27"/>
                                        </p:tgtEl>
                                        <p:attrNameLst>
                                          <p:attrName>ppt_h</p:attrName>
                                        </p:attrNameLst>
                                      </p:cBhvr>
                                      <p:tavLst>
                                        <p:tav tm="0">
                                          <p:val>
                                            <p:strVal val="0"/>
                                          </p:val>
                                        </p:tav>
                                        <p:tav tm="100000">
                                          <p:val>
                                            <p:strVal val="#ppt_h"/>
                                          </p:val>
                                        </p:tav>
                                      </p:tavLst>
                                    </p:anim>
                                  </p:childTnLst>
                                </p:cTn>
                              </p:par>
                            </p:childTnLst>
                          </p:cTn>
                        </p:par>
                        <p:par>
                          <p:cTn id="60" fill="hold">
                            <p:stCondLst>
                              <p:cond delay="6500"/>
                            </p:stCondLst>
                            <p:childTnLst>
                              <p:par>
                                <p:cTn id="61" presetID="10" presetClass="entr" presetSubtype="0" fill="hold" nodeType="afterEffect">
                                  <p:stCondLst>
                                    <p:cond delay="0"/>
                                  </p:stCondLst>
                                  <p:childTnLst>
                                    <p:set>
                                      <p:cBhvr>
                                        <p:cTn id="62" dur="1" fill="hold">
                                          <p:stCondLst>
                                            <p:cond delay="0"/>
                                          </p:stCondLst>
                                        </p:cTn>
                                        <p:tgtEl>
                                          <p:spTgt spid="17"/>
                                        </p:tgtEl>
                                        <p:attrNameLst>
                                          <p:attrName>style.visibility</p:attrName>
                                        </p:attrNameLst>
                                      </p:cBhvr>
                                      <p:to>
                                        <p:strVal val="visible"/>
                                      </p:to>
                                    </p:set>
                                    <p:animEffect transition="in" filter="fade">
                                      <p:cBhvr>
                                        <p:cTn id="63" dur="500"/>
                                        <p:tgtEl>
                                          <p:spTgt spid="17"/>
                                        </p:tgtEl>
                                      </p:cBhvr>
                                    </p:animEffect>
                                  </p:childTnLst>
                                </p:cTn>
                              </p:par>
                            </p:childTnLst>
                          </p:cTn>
                        </p:par>
                        <p:par>
                          <p:cTn id="64" fill="hold">
                            <p:stCondLst>
                              <p:cond delay="7000"/>
                            </p:stCondLst>
                            <p:childTnLst>
                              <p:par>
                                <p:cTn id="65" presetID="10" presetClass="entr" presetSubtype="0" fill="hold" nodeType="afterEffect">
                                  <p:stCondLst>
                                    <p:cond delay="0"/>
                                  </p:stCondLst>
                                  <p:childTnLst>
                                    <p:set>
                                      <p:cBhvr>
                                        <p:cTn id="66" dur="1" fill="hold">
                                          <p:stCondLst>
                                            <p:cond delay="0"/>
                                          </p:stCondLst>
                                        </p:cTn>
                                        <p:tgtEl>
                                          <p:spTgt spid="18"/>
                                        </p:tgtEl>
                                        <p:attrNameLst>
                                          <p:attrName>style.visibility</p:attrName>
                                        </p:attrNameLst>
                                      </p:cBhvr>
                                      <p:to>
                                        <p:strVal val="visible"/>
                                      </p:to>
                                    </p:set>
                                    <p:animEffect transition="in" filter="fade">
                                      <p:cBhvr>
                                        <p:cTn id="67" dur="500"/>
                                        <p:tgtEl>
                                          <p:spTgt spid="18"/>
                                        </p:tgtEl>
                                      </p:cBhvr>
                                    </p:animEffect>
                                  </p:childTnLst>
                                </p:cTn>
                              </p:par>
                            </p:childTnLst>
                          </p:cTn>
                        </p:par>
                        <p:par>
                          <p:cTn id="68" fill="hold">
                            <p:stCondLst>
                              <p:cond delay="7500"/>
                            </p:stCondLst>
                            <p:childTnLst>
                              <p:par>
                                <p:cTn id="69" presetID="10" presetClass="entr" presetSubtype="0" fill="hold" nodeType="afterEffect">
                                  <p:stCondLst>
                                    <p:cond delay="0"/>
                                  </p:stCondLst>
                                  <p:childTnLst>
                                    <p:set>
                                      <p:cBhvr>
                                        <p:cTn id="70" dur="1" fill="hold">
                                          <p:stCondLst>
                                            <p:cond delay="0"/>
                                          </p:stCondLst>
                                        </p:cTn>
                                        <p:tgtEl>
                                          <p:spTgt spid="19"/>
                                        </p:tgtEl>
                                        <p:attrNameLst>
                                          <p:attrName>style.visibility</p:attrName>
                                        </p:attrNameLst>
                                      </p:cBhvr>
                                      <p:to>
                                        <p:strVal val="visible"/>
                                      </p:to>
                                    </p:set>
                                    <p:animEffect transition="in" filter="fade">
                                      <p:cBhvr>
                                        <p:cTn id="71" dur="500"/>
                                        <p:tgtEl>
                                          <p:spTgt spid="19"/>
                                        </p:tgtEl>
                                      </p:cBhvr>
                                    </p:animEffect>
                                  </p:childTnLst>
                                </p:cTn>
                              </p:par>
                            </p:childTnLst>
                          </p:cTn>
                        </p:par>
                        <p:par>
                          <p:cTn id="72" fill="hold">
                            <p:stCondLst>
                              <p:cond delay="8000"/>
                            </p:stCondLst>
                            <p:childTnLst>
                              <p:par>
                                <p:cTn id="73" presetID="23" presetClass="entr" presetSubtype="16" fill="hold" nodeType="afterEffect">
                                  <p:stCondLst>
                                    <p:cond delay="0"/>
                                  </p:stCondLst>
                                  <p:childTnLst>
                                    <p:set>
                                      <p:cBhvr>
                                        <p:cTn id="74" dur="1" fill="hold">
                                          <p:stCondLst>
                                            <p:cond delay="0"/>
                                          </p:stCondLst>
                                        </p:cTn>
                                        <p:tgtEl>
                                          <p:spTgt spid="64"/>
                                        </p:tgtEl>
                                        <p:attrNameLst>
                                          <p:attrName>style.visibility</p:attrName>
                                        </p:attrNameLst>
                                      </p:cBhvr>
                                      <p:to>
                                        <p:strVal val="visible"/>
                                      </p:to>
                                    </p:set>
                                    <p:anim calcmode="lin" valueType="num">
                                      <p:cBhvr additive="base">
                                        <p:cTn id="75" dur="500"/>
                                        <p:tgtEl>
                                          <p:spTgt spid="64"/>
                                        </p:tgtEl>
                                        <p:attrNameLst>
                                          <p:attrName>ppt_w</p:attrName>
                                        </p:attrNameLst>
                                      </p:cBhvr>
                                      <p:tavLst>
                                        <p:tav tm="0">
                                          <p:val>
                                            <p:strVal val="0"/>
                                          </p:val>
                                        </p:tav>
                                        <p:tav tm="100000">
                                          <p:val>
                                            <p:strVal val="#ppt_w"/>
                                          </p:val>
                                        </p:tav>
                                      </p:tavLst>
                                    </p:anim>
                                    <p:anim calcmode="lin" valueType="num">
                                      <p:cBhvr additive="base">
                                        <p:cTn id="76" dur="500"/>
                                        <p:tgtEl>
                                          <p:spTgt spid="64"/>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6"/>
        <p:cNvGrpSpPr/>
        <p:nvPr/>
      </p:nvGrpSpPr>
      <p:grpSpPr>
        <a:xfrm>
          <a:off x="0" y="0"/>
          <a:ext cx="0" cy="0"/>
          <a:chOff x="0" y="0"/>
          <a:chExt cx="0" cy="0"/>
        </a:xfrm>
      </p:grpSpPr>
      <p:sp>
        <p:nvSpPr>
          <p:cNvPr id="52" name="Google Shape;52;p3"/>
          <p:cNvSpPr/>
          <p:nvPr/>
        </p:nvSpPr>
        <p:spPr>
          <a:xfrm>
            <a:off x="3695815" y="3534319"/>
            <a:ext cx="8185892" cy="1175593"/>
          </a:xfrm>
          <a:custGeom>
            <a:avLst/>
            <a:gdLst/>
            <a:ahLst/>
            <a:cxnLst/>
            <a:rect l="l" t="t" r="r" b="b"/>
            <a:pathLst>
              <a:path w="21600" h="21600" extrusionOk="0">
                <a:moveTo>
                  <a:pt x="0" y="715"/>
                </a:moveTo>
                <a:lnTo>
                  <a:pt x="21597" y="0"/>
                </a:lnTo>
                <a:lnTo>
                  <a:pt x="21600" y="21600"/>
                </a:lnTo>
                <a:lnTo>
                  <a:pt x="0" y="20707"/>
                </a:lnTo>
                <a:lnTo>
                  <a:pt x="0" y="715"/>
                </a:lnTo>
                <a:close/>
              </a:path>
            </a:pathLst>
          </a:custGeom>
          <a:gradFill>
            <a:gsLst>
              <a:gs pos="0">
                <a:srgbClr val="FF8185"/>
              </a:gs>
              <a:gs pos="100000">
                <a:srgbClr val="CF5781"/>
              </a:gs>
            </a:gsLst>
            <a:lin ang="8628016" scaled="0"/>
          </a:gradFill>
          <a:ln>
            <a:noFill/>
          </a:ln>
          <a:effectLst>
            <a:outerShdw blurRad="101600" dist="118426" dir="2118751" rotWithShape="0">
              <a:srgbClr val="000000">
                <a:alpha val="23137"/>
              </a:srgbClr>
            </a:outerShdw>
          </a:effectLst>
        </p:spPr>
        <p:txBody>
          <a:bodyPr spcFirstLastPara="1" wrap="square" lIns="45700" tIns="45700" rIns="45700" bIns="45700" anchor="ctr" anchorCtr="0">
            <a:noAutofit/>
          </a:bodyPr>
          <a:lstStyle/>
          <a:p>
            <a:pPr lvl="0" algn="just"/>
            <a:r>
              <a:rPr lang="ms-MY" sz="2400" dirty="0">
                <a:latin typeface="Tahoma" panose="020B0604030504040204" pitchFamily="34" charset="0"/>
                <a:ea typeface="Tahoma" panose="020B0604030504040204" pitchFamily="34" charset="0"/>
                <a:cs typeface="Tahoma" panose="020B0604030504040204" pitchFamily="34" charset="0"/>
              </a:rPr>
              <a:t> </a:t>
            </a:r>
          </a:p>
        </p:txBody>
      </p:sp>
      <p:sp>
        <p:nvSpPr>
          <p:cNvPr id="17" name="Google Shape;17;p3"/>
          <p:cNvSpPr/>
          <p:nvPr/>
        </p:nvSpPr>
        <p:spPr>
          <a:xfrm>
            <a:off x="1448214" y="4485258"/>
            <a:ext cx="874813" cy="1524193"/>
          </a:xfrm>
          <a:custGeom>
            <a:avLst/>
            <a:gdLst/>
            <a:ahLst/>
            <a:cxnLst/>
            <a:rect l="l" t="t" r="r" b="b"/>
            <a:pathLst>
              <a:path w="21600" h="21600" extrusionOk="0">
                <a:moveTo>
                  <a:pt x="0" y="2021"/>
                </a:moveTo>
                <a:lnTo>
                  <a:pt x="21600" y="0"/>
                </a:lnTo>
                <a:lnTo>
                  <a:pt x="21576" y="21600"/>
                </a:lnTo>
                <a:lnTo>
                  <a:pt x="0" y="19530"/>
                </a:lnTo>
                <a:lnTo>
                  <a:pt x="0" y="2021"/>
                </a:lnTo>
                <a:close/>
              </a:path>
            </a:pathLst>
          </a:custGeom>
          <a:gradFill>
            <a:gsLst>
              <a:gs pos="0">
                <a:srgbClr val="D34B6F"/>
              </a:gs>
              <a:gs pos="100000">
                <a:srgbClr val="AD226F"/>
              </a:gs>
            </a:gsLst>
            <a:lin ang="8628016"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8" name="Google Shape;18;p3"/>
          <p:cNvSpPr/>
          <p:nvPr/>
        </p:nvSpPr>
        <p:spPr>
          <a:xfrm>
            <a:off x="2323027" y="4492809"/>
            <a:ext cx="1187017" cy="1504877"/>
          </a:xfrm>
          <a:custGeom>
            <a:avLst/>
            <a:gdLst/>
            <a:ahLst/>
            <a:cxnLst/>
            <a:rect l="l" t="t" r="r" b="b"/>
            <a:pathLst>
              <a:path w="21600" h="21600" extrusionOk="0">
                <a:moveTo>
                  <a:pt x="0" y="0"/>
                </a:moveTo>
                <a:lnTo>
                  <a:pt x="21600" y="826"/>
                </a:lnTo>
                <a:lnTo>
                  <a:pt x="21564" y="20683"/>
                </a:lnTo>
                <a:lnTo>
                  <a:pt x="0" y="21600"/>
                </a:lnTo>
                <a:lnTo>
                  <a:pt x="0" y="0"/>
                </a:lnTo>
                <a:close/>
              </a:path>
            </a:pathLst>
          </a:custGeom>
          <a:gradFill>
            <a:gsLst>
              <a:gs pos="0">
                <a:srgbClr val="D34B6F"/>
              </a:gs>
              <a:gs pos="100000">
                <a:srgbClr val="AD226F"/>
              </a:gs>
            </a:gsLst>
            <a:lin ang="8628016"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9" name="Google Shape;19;p3"/>
          <p:cNvSpPr/>
          <p:nvPr/>
        </p:nvSpPr>
        <p:spPr>
          <a:xfrm>
            <a:off x="3148611" y="4441736"/>
            <a:ext cx="8702506" cy="1578649"/>
          </a:xfrm>
          <a:custGeom>
            <a:avLst/>
            <a:gdLst/>
            <a:ahLst/>
            <a:cxnLst/>
            <a:rect l="l" t="t" r="r" b="b"/>
            <a:pathLst>
              <a:path w="21600" h="21600" extrusionOk="0">
                <a:moveTo>
                  <a:pt x="0" y="715"/>
                </a:moveTo>
                <a:lnTo>
                  <a:pt x="21597" y="0"/>
                </a:lnTo>
                <a:lnTo>
                  <a:pt x="21600" y="21600"/>
                </a:lnTo>
                <a:lnTo>
                  <a:pt x="0" y="20707"/>
                </a:lnTo>
                <a:lnTo>
                  <a:pt x="0" y="715"/>
                </a:lnTo>
                <a:close/>
              </a:path>
            </a:pathLst>
          </a:custGeom>
          <a:gradFill>
            <a:gsLst>
              <a:gs pos="0">
                <a:srgbClr val="D34B6F"/>
              </a:gs>
              <a:gs pos="100000">
                <a:srgbClr val="AD226F"/>
              </a:gs>
            </a:gsLst>
            <a:lin ang="8628016" scaled="0"/>
          </a:gradFill>
          <a:ln>
            <a:noFill/>
          </a:ln>
          <a:effectLst>
            <a:outerShdw blurRad="101600" dist="118426" dir="2118751" rotWithShape="0">
              <a:srgbClr val="000000">
                <a:alpha val="23137"/>
              </a:srgbClr>
            </a:outerShdw>
          </a:effectLst>
        </p:spPr>
        <p:txBody>
          <a:bodyPr spcFirstLastPara="1" wrap="square" lIns="45700" tIns="45700" rIns="45700" bIns="45700" anchor="ctr" anchorCtr="0">
            <a:noAutofit/>
          </a:bodyPr>
          <a:lstStyle/>
          <a:p>
            <a:pPr marL="285750" lvl="0" indent="-285750" algn="just">
              <a:spcBef>
                <a:spcPct val="20000"/>
              </a:spcBef>
              <a:spcAft>
                <a:spcPts val="600"/>
              </a:spcAft>
              <a:buClr>
                <a:srgbClr val="30ACEC">
                  <a:lumMod val="75000"/>
                </a:srgbClr>
              </a:buClr>
              <a:buSzPct val="145000"/>
              <a:buFont typeface="Arial"/>
              <a:buChar char="•"/>
            </a:pPr>
            <a:r>
              <a:rPr lang="ms-MY" sz="2400" dirty="0">
                <a:solidFill>
                  <a:prstClr val="black"/>
                </a:solidFill>
                <a:latin typeface="Tahoma" panose="020B0604030504040204" pitchFamily="34" charset="0"/>
                <a:ea typeface="Tahoma" panose="020B0604030504040204" pitchFamily="34" charset="0"/>
                <a:cs typeface="Tahoma" panose="020B0604030504040204" pitchFamily="34" charset="0"/>
              </a:rPr>
              <a:t>Penggunaan peringkat keselamatan yang tinggi yang tidak mustahak akan membebankan setiap orang yang menyelenggarakan dokumen tersebut dengan langkah-langkah yang sebenarnya tidak perlu. </a:t>
            </a:r>
          </a:p>
        </p:txBody>
      </p:sp>
      <p:pic>
        <p:nvPicPr>
          <p:cNvPr id="27" name="Google Shape;27;p3" descr="Picture1.png"/>
          <p:cNvPicPr preferRelativeResize="0"/>
          <p:nvPr/>
        </p:nvPicPr>
        <p:blipFill rotWithShape="1">
          <a:blip r:embed="rId3">
            <a:alphaModFix amt="71516"/>
          </a:blip>
          <a:srcRect/>
          <a:stretch/>
        </p:blipFill>
        <p:spPr>
          <a:xfrm flipH="1">
            <a:off x="1377211" y="4191669"/>
            <a:ext cx="120233" cy="2107836"/>
          </a:xfrm>
          <a:prstGeom prst="rect">
            <a:avLst/>
          </a:prstGeom>
          <a:noFill/>
          <a:ln>
            <a:noFill/>
          </a:ln>
        </p:spPr>
      </p:pic>
      <p:sp>
        <p:nvSpPr>
          <p:cNvPr id="28" name="Google Shape;28;p3"/>
          <p:cNvSpPr/>
          <p:nvPr/>
        </p:nvSpPr>
        <p:spPr>
          <a:xfrm>
            <a:off x="2519684" y="1073642"/>
            <a:ext cx="874813" cy="1138457"/>
          </a:xfrm>
          <a:custGeom>
            <a:avLst/>
            <a:gdLst/>
            <a:ahLst/>
            <a:cxnLst/>
            <a:rect l="l" t="t" r="r" b="b"/>
            <a:pathLst>
              <a:path w="21600" h="21600" extrusionOk="0">
                <a:moveTo>
                  <a:pt x="0" y="2021"/>
                </a:moveTo>
                <a:lnTo>
                  <a:pt x="21600" y="0"/>
                </a:lnTo>
                <a:lnTo>
                  <a:pt x="21576" y="21600"/>
                </a:lnTo>
                <a:lnTo>
                  <a:pt x="0" y="19530"/>
                </a:lnTo>
                <a:lnTo>
                  <a:pt x="0" y="2021"/>
                </a:lnTo>
                <a:close/>
              </a:path>
            </a:pathLst>
          </a:custGeom>
          <a:gradFill>
            <a:gsLst>
              <a:gs pos="0">
                <a:srgbClr val="CDE963"/>
              </a:gs>
              <a:gs pos="2028">
                <a:srgbClr val="CDE963"/>
              </a:gs>
              <a:gs pos="100000">
                <a:srgbClr val="5DBF25"/>
              </a:gs>
            </a:gsLst>
            <a:lin ang="8628016"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9" name="Google Shape;29;p3"/>
          <p:cNvSpPr/>
          <p:nvPr/>
        </p:nvSpPr>
        <p:spPr>
          <a:xfrm>
            <a:off x="3354123" y="1041091"/>
            <a:ext cx="1187017" cy="1133006"/>
          </a:xfrm>
          <a:custGeom>
            <a:avLst/>
            <a:gdLst/>
            <a:ahLst/>
            <a:cxnLst/>
            <a:rect l="l" t="t" r="r" b="b"/>
            <a:pathLst>
              <a:path w="21600" h="21600" extrusionOk="0">
                <a:moveTo>
                  <a:pt x="0" y="0"/>
                </a:moveTo>
                <a:lnTo>
                  <a:pt x="21600" y="826"/>
                </a:lnTo>
                <a:lnTo>
                  <a:pt x="21564" y="20683"/>
                </a:lnTo>
                <a:lnTo>
                  <a:pt x="0" y="21600"/>
                </a:lnTo>
                <a:lnTo>
                  <a:pt x="0" y="0"/>
                </a:lnTo>
                <a:close/>
              </a:path>
            </a:pathLst>
          </a:custGeom>
          <a:gradFill>
            <a:gsLst>
              <a:gs pos="0">
                <a:srgbClr val="CDE963"/>
              </a:gs>
              <a:gs pos="2028">
                <a:srgbClr val="CDE963"/>
              </a:gs>
              <a:gs pos="100000">
                <a:srgbClr val="5DBF25"/>
              </a:gs>
            </a:gsLst>
            <a:path path="circle">
              <a:fillToRect l="100000" b="100000"/>
            </a:path>
            <a:tileRect t="-100000" r="-10000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30" name="Google Shape;30;p3"/>
          <p:cNvSpPr/>
          <p:nvPr/>
        </p:nvSpPr>
        <p:spPr>
          <a:xfrm>
            <a:off x="4007346" y="1095637"/>
            <a:ext cx="7843770" cy="1095983"/>
          </a:xfrm>
          <a:custGeom>
            <a:avLst/>
            <a:gdLst/>
            <a:ahLst/>
            <a:cxnLst/>
            <a:rect l="l" t="t" r="r" b="b"/>
            <a:pathLst>
              <a:path w="21600" h="21600" extrusionOk="0">
                <a:moveTo>
                  <a:pt x="0" y="715"/>
                </a:moveTo>
                <a:lnTo>
                  <a:pt x="21597" y="0"/>
                </a:lnTo>
                <a:lnTo>
                  <a:pt x="21600" y="21600"/>
                </a:lnTo>
                <a:lnTo>
                  <a:pt x="0" y="20707"/>
                </a:lnTo>
                <a:lnTo>
                  <a:pt x="0" y="715"/>
                </a:lnTo>
                <a:close/>
              </a:path>
            </a:pathLst>
          </a:custGeom>
          <a:gradFill>
            <a:gsLst>
              <a:gs pos="0">
                <a:srgbClr val="CDE963"/>
              </a:gs>
              <a:gs pos="2028">
                <a:srgbClr val="CDE963"/>
              </a:gs>
              <a:gs pos="100000">
                <a:srgbClr val="5DBF25"/>
              </a:gs>
            </a:gsLst>
            <a:lin ang="8628016" scaled="0"/>
          </a:gradFill>
          <a:ln>
            <a:noFill/>
          </a:ln>
          <a:effectLst>
            <a:outerShdw blurRad="101600" dist="118426" dir="2118751" rotWithShape="0">
              <a:srgbClr val="000000">
                <a:alpha val="23137"/>
              </a:srgbClr>
            </a:outerShdw>
          </a:effectLst>
        </p:spPr>
        <p:txBody>
          <a:bodyPr spcFirstLastPara="1" wrap="square" lIns="45700" tIns="45700" rIns="45700" bIns="45700" anchor="ctr" anchorCtr="0">
            <a:noAutofit/>
          </a:bodyPr>
          <a:lstStyle/>
          <a:p>
            <a:pPr marL="285750" lvl="0" indent="-285750" algn="just">
              <a:spcBef>
                <a:spcPct val="20000"/>
              </a:spcBef>
              <a:spcAft>
                <a:spcPts val="600"/>
              </a:spcAft>
              <a:buClr>
                <a:srgbClr val="30ACEC">
                  <a:lumMod val="75000"/>
                </a:srgbClr>
              </a:buClr>
              <a:buSzPct val="145000"/>
              <a:buFont typeface="Arial"/>
              <a:buChar char="•"/>
            </a:pPr>
            <a:r>
              <a:rPr lang="ms-MY" sz="2400" dirty="0">
                <a:solidFill>
                  <a:prstClr val="black"/>
                </a:solidFill>
                <a:latin typeface="Tahoma" panose="020B0604030504040204" pitchFamily="34" charset="0"/>
                <a:ea typeface="Tahoma" panose="020B0604030504040204" pitchFamily="34" charset="0"/>
                <a:cs typeface="Tahoma" panose="020B0604030504040204" pitchFamily="34" charset="0"/>
              </a:rPr>
              <a:t>Sesuatu dokumen perlulah diberikan peringkat keselamatan yang sewajarnya. </a:t>
            </a:r>
          </a:p>
        </p:txBody>
      </p:sp>
      <p:sp>
        <p:nvSpPr>
          <p:cNvPr id="33" name="Google Shape;33;p3"/>
          <p:cNvSpPr txBox="1"/>
          <p:nvPr/>
        </p:nvSpPr>
        <p:spPr>
          <a:xfrm>
            <a:off x="4310907" y="1819365"/>
            <a:ext cx="854891" cy="739141"/>
          </a:xfrm>
          <a:prstGeom prst="rect">
            <a:avLst/>
          </a:prstGeom>
          <a:noFill/>
          <a:ln>
            <a:noFill/>
          </a:ln>
        </p:spPr>
        <p:txBody>
          <a:bodyPr spcFirstLastPara="1" wrap="square" lIns="45700" tIns="45700" rIns="45700" bIns="45700" anchor="t" anchorCtr="0">
            <a:noAutofit/>
          </a:bodyPr>
          <a:lstStyle/>
          <a:p>
            <a:pPr marL="0" marR="0" lvl="0" indent="0" algn="ctr" rtl="0">
              <a:lnSpc>
                <a:spcPct val="100000"/>
              </a:lnSpc>
              <a:spcBef>
                <a:spcPts val="0"/>
              </a:spcBef>
              <a:spcAft>
                <a:spcPts val="0"/>
              </a:spcAft>
              <a:buClr>
                <a:srgbClr val="FFFFFF"/>
              </a:buClr>
              <a:buSzPts val="5000"/>
              <a:buFont typeface="Arial"/>
              <a:buNone/>
            </a:pPr>
            <a:endParaRPr lang="en-MY" dirty="0"/>
          </a:p>
          <a:p>
            <a:pPr marL="285750" marR="0" lvl="0" indent="-285750" algn="ctr" rtl="0">
              <a:lnSpc>
                <a:spcPct val="100000"/>
              </a:lnSpc>
              <a:spcBef>
                <a:spcPts val="0"/>
              </a:spcBef>
              <a:spcAft>
                <a:spcPts val="0"/>
              </a:spcAft>
              <a:buClr>
                <a:srgbClr val="FFFFFF"/>
              </a:buClr>
              <a:buSzPts val="5000"/>
              <a:buFont typeface="Arial" panose="020B0604020202020204" pitchFamily="34" charset="0"/>
              <a:buChar char="•"/>
            </a:pPr>
            <a:endParaRPr dirty="0"/>
          </a:p>
        </p:txBody>
      </p:sp>
      <p:pic>
        <p:nvPicPr>
          <p:cNvPr id="38" name="Google Shape;38;p3" descr="Picture1.png"/>
          <p:cNvPicPr preferRelativeResize="0"/>
          <p:nvPr/>
        </p:nvPicPr>
        <p:blipFill rotWithShape="1">
          <a:blip r:embed="rId3">
            <a:alphaModFix amt="71516"/>
          </a:blip>
          <a:srcRect/>
          <a:stretch/>
        </p:blipFill>
        <p:spPr>
          <a:xfrm flipH="1">
            <a:off x="2439260" y="670628"/>
            <a:ext cx="120233" cy="2107837"/>
          </a:xfrm>
          <a:prstGeom prst="rect">
            <a:avLst/>
          </a:prstGeom>
          <a:noFill/>
          <a:ln>
            <a:noFill/>
          </a:ln>
        </p:spPr>
      </p:pic>
      <p:sp>
        <p:nvSpPr>
          <p:cNvPr id="39" name="Google Shape;39;p3"/>
          <p:cNvSpPr/>
          <p:nvPr/>
        </p:nvSpPr>
        <p:spPr>
          <a:xfrm>
            <a:off x="1978351" y="2377801"/>
            <a:ext cx="874813" cy="1922056"/>
          </a:xfrm>
          <a:custGeom>
            <a:avLst/>
            <a:gdLst/>
            <a:ahLst/>
            <a:cxnLst/>
            <a:rect l="l" t="t" r="r" b="b"/>
            <a:pathLst>
              <a:path w="21600" h="21600" extrusionOk="0">
                <a:moveTo>
                  <a:pt x="0" y="2021"/>
                </a:moveTo>
                <a:lnTo>
                  <a:pt x="21600" y="0"/>
                </a:lnTo>
                <a:lnTo>
                  <a:pt x="21576" y="21600"/>
                </a:lnTo>
                <a:lnTo>
                  <a:pt x="0" y="19530"/>
                </a:lnTo>
                <a:lnTo>
                  <a:pt x="0" y="2021"/>
                </a:lnTo>
                <a:close/>
              </a:path>
            </a:pathLst>
          </a:custGeom>
          <a:gradFill>
            <a:gsLst>
              <a:gs pos="0">
                <a:srgbClr val="FED300"/>
              </a:gs>
              <a:gs pos="2028">
                <a:srgbClr val="FED300"/>
              </a:gs>
              <a:gs pos="100000">
                <a:srgbClr val="FF9D2D"/>
              </a:gs>
            </a:gsLst>
            <a:lin ang="8628016"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40" name="Google Shape;40;p3"/>
          <p:cNvSpPr/>
          <p:nvPr/>
        </p:nvSpPr>
        <p:spPr>
          <a:xfrm>
            <a:off x="2853164" y="2367049"/>
            <a:ext cx="1187017" cy="1932808"/>
          </a:xfrm>
          <a:custGeom>
            <a:avLst/>
            <a:gdLst/>
            <a:ahLst/>
            <a:cxnLst/>
            <a:rect l="l" t="t" r="r" b="b"/>
            <a:pathLst>
              <a:path w="21600" h="21600" extrusionOk="0">
                <a:moveTo>
                  <a:pt x="0" y="0"/>
                </a:moveTo>
                <a:lnTo>
                  <a:pt x="21600" y="826"/>
                </a:lnTo>
                <a:lnTo>
                  <a:pt x="21564" y="20683"/>
                </a:lnTo>
                <a:lnTo>
                  <a:pt x="0" y="21600"/>
                </a:lnTo>
                <a:lnTo>
                  <a:pt x="0" y="0"/>
                </a:lnTo>
                <a:close/>
              </a:path>
            </a:pathLst>
          </a:custGeom>
          <a:gradFill>
            <a:gsLst>
              <a:gs pos="0">
                <a:srgbClr val="FED300"/>
              </a:gs>
              <a:gs pos="2028">
                <a:srgbClr val="FED300"/>
              </a:gs>
              <a:gs pos="100000">
                <a:srgbClr val="FF9D2D"/>
              </a:gs>
            </a:gsLst>
            <a:lin ang="8628016"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dirty="0">
              <a:solidFill>
                <a:srgbClr val="000000"/>
              </a:solidFill>
              <a:latin typeface="Calibri"/>
              <a:ea typeface="Calibri"/>
              <a:cs typeface="Calibri"/>
              <a:sym typeface="Calibri"/>
            </a:endParaRPr>
          </a:p>
        </p:txBody>
      </p:sp>
      <p:sp>
        <p:nvSpPr>
          <p:cNvPr id="41" name="Google Shape;41;p3"/>
          <p:cNvSpPr/>
          <p:nvPr/>
        </p:nvSpPr>
        <p:spPr>
          <a:xfrm>
            <a:off x="3695816" y="2168174"/>
            <a:ext cx="8155300" cy="2251425"/>
          </a:xfrm>
          <a:custGeom>
            <a:avLst/>
            <a:gdLst/>
            <a:ahLst/>
            <a:cxnLst/>
            <a:rect l="l" t="t" r="r" b="b"/>
            <a:pathLst>
              <a:path w="21600" h="21600" extrusionOk="0">
                <a:moveTo>
                  <a:pt x="0" y="715"/>
                </a:moveTo>
                <a:lnTo>
                  <a:pt x="21597" y="0"/>
                </a:lnTo>
                <a:lnTo>
                  <a:pt x="21600" y="21600"/>
                </a:lnTo>
                <a:lnTo>
                  <a:pt x="0" y="20707"/>
                </a:lnTo>
                <a:lnTo>
                  <a:pt x="0" y="715"/>
                </a:lnTo>
                <a:close/>
              </a:path>
            </a:pathLst>
          </a:custGeom>
          <a:gradFill>
            <a:gsLst>
              <a:gs pos="0">
                <a:srgbClr val="FED300"/>
              </a:gs>
              <a:gs pos="2028">
                <a:srgbClr val="FED300"/>
              </a:gs>
              <a:gs pos="100000">
                <a:srgbClr val="FF9D2D"/>
              </a:gs>
            </a:gsLst>
            <a:lin ang="8628016" scaled="0"/>
          </a:gradFill>
          <a:ln>
            <a:noFill/>
          </a:ln>
          <a:effectLst>
            <a:outerShdw blurRad="101600" dist="118426" dir="2118751" rotWithShape="0">
              <a:srgbClr val="000000">
                <a:alpha val="23137"/>
              </a:srgbClr>
            </a:outerShdw>
          </a:effectLst>
        </p:spPr>
        <p:txBody>
          <a:bodyPr spcFirstLastPara="1" wrap="square" lIns="45700" tIns="45700" rIns="45700" bIns="45700" anchor="ctr" anchorCtr="0">
            <a:noAutofit/>
          </a:bodyPr>
          <a:lstStyle/>
          <a:p>
            <a:pPr marL="285750" lvl="0" indent="-285750" algn="just">
              <a:spcBef>
                <a:spcPct val="20000"/>
              </a:spcBef>
              <a:spcAft>
                <a:spcPts val="600"/>
              </a:spcAft>
              <a:buClr>
                <a:srgbClr val="30ACEC">
                  <a:lumMod val="75000"/>
                </a:srgbClr>
              </a:buClr>
              <a:buSzPct val="145000"/>
              <a:buFont typeface="Arial"/>
              <a:buChar char="•"/>
            </a:pPr>
            <a:r>
              <a:rPr lang="ms-MY" sz="2400" dirty="0">
                <a:solidFill>
                  <a:prstClr val="black"/>
                </a:solidFill>
                <a:latin typeface="Tahoma" panose="020B0604030504040204" pitchFamily="34" charset="0"/>
                <a:ea typeface="Tahoma" panose="020B0604030504040204" pitchFamily="34" charset="0"/>
                <a:cs typeface="Tahoma" panose="020B0604030504040204" pitchFamily="34" charset="0"/>
              </a:rPr>
              <a:t>Ini kerana bahaya yang timbul dengan penggunaan peringkat keselamatan yang terlalu rendah adalah nyata tetapi juga tidak kurang bahayanya dengan penggunaan peringkat keselamatan yang terlalu tinggi yang tidak seimbang dengan peringkat keselamatan yang betul. </a:t>
            </a:r>
          </a:p>
        </p:txBody>
      </p:sp>
      <p:pic>
        <p:nvPicPr>
          <p:cNvPr id="49" name="Google Shape;49;p3" descr="Picture1.png"/>
          <p:cNvPicPr preferRelativeResize="0"/>
          <p:nvPr/>
        </p:nvPicPr>
        <p:blipFill rotWithShape="1">
          <a:blip r:embed="rId3">
            <a:alphaModFix amt="71516"/>
          </a:blip>
          <a:srcRect/>
          <a:stretch/>
        </p:blipFill>
        <p:spPr>
          <a:xfrm flipH="1">
            <a:off x="1963208" y="1760649"/>
            <a:ext cx="120233" cy="2107837"/>
          </a:xfrm>
          <a:prstGeom prst="rect">
            <a:avLst/>
          </a:prstGeom>
          <a:noFill/>
          <a:ln>
            <a:noFill/>
          </a:ln>
        </p:spPr>
      </p:pic>
      <p:pic>
        <p:nvPicPr>
          <p:cNvPr id="64" name="Google Shape;49;p3" descr="Picture1.png">
            <a:extLst>
              <a:ext uri="{FF2B5EF4-FFF2-40B4-BE49-F238E27FC236}">
                <a16:creationId xmlns="" xmlns:a16="http://schemas.microsoft.com/office/drawing/2014/main" id="{11642C0E-805D-4417-9B3E-43B035D688E5}"/>
              </a:ext>
            </a:extLst>
          </p:cNvPr>
          <p:cNvPicPr preferRelativeResize="0"/>
          <p:nvPr/>
        </p:nvPicPr>
        <p:blipFill rotWithShape="1">
          <a:blip r:embed="rId3">
            <a:alphaModFix amt="71516"/>
          </a:blip>
          <a:srcRect/>
          <a:stretch/>
        </p:blipFill>
        <p:spPr>
          <a:xfrm flipH="1">
            <a:off x="1648407" y="3117538"/>
            <a:ext cx="120233" cy="2107837"/>
          </a:xfrm>
          <a:prstGeom prst="rect">
            <a:avLst/>
          </a:prstGeom>
          <a:noFill/>
          <a:ln>
            <a:noFill/>
          </a:ln>
        </p:spPr>
      </p:pic>
      <p:sp>
        <p:nvSpPr>
          <p:cNvPr id="65" name="TextBox 64">
            <a:extLst>
              <a:ext uri="{FF2B5EF4-FFF2-40B4-BE49-F238E27FC236}">
                <a16:creationId xmlns="" xmlns:a16="http://schemas.microsoft.com/office/drawing/2014/main" id="{6F218D90-D97F-46D5-8FA0-00EAAED39103}"/>
              </a:ext>
            </a:extLst>
          </p:cNvPr>
          <p:cNvSpPr txBox="1"/>
          <p:nvPr/>
        </p:nvSpPr>
        <p:spPr>
          <a:xfrm>
            <a:off x="1978351" y="6183087"/>
            <a:ext cx="6954415" cy="430887"/>
          </a:xfrm>
          <a:prstGeom prst="rect">
            <a:avLst/>
          </a:prstGeom>
          <a:noFill/>
        </p:spPr>
        <p:txBody>
          <a:bodyPr wrap="square">
            <a:spAutoFit/>
          </a:bodyPr>
          <a:lstStyle/>
          <a:p>
            <a:pPr>
              <a:defRPr/>
            </a:pPr>
            <a:r>
              <a:rPr lang="en-US" sz="1100" spc="280" dirty="0"/>
              <a:t>PEJABAT KETUA PEGAWAI KESELAMATAN KERAJAAN MALAYSIA</a:t>
            </a:r>
          </a:p>
          <a:p>
            <a:pPr>
              <a:defRPr/>
            </a:pPr>
            <a:r>
              <a:rPr lang="en-US" sz="1100" spc="280" dirty="0"/>
              <a:t>JABATAN PERDANA MENTERI</a:t>
            </a:r>
          </a:p>
        </p:txBody>
      </p:sp>
      <p:pic>
        <p:nvPicPr>
          <p:cNvPr id="66" name="Picture 65">
            <a:extLst>
              <a:ext uri="{FF2B5EF4-FFF2-40B4-BE49-F238E27FC236}">
                <a16:creationId xmlns="" xmlns:a16="http://schemas.microsoft.com/office/drawing/2014/main" id="{8B9551F3-F6EF-45C0-92C1-168A2A7D593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39228" y="5748203"/>
            <a:ext cx="1300637" cy="1042168"/>
          </a:xfrm>
          <a:prstGeom prst="rect">
            <a:avLst/>
          </a:prstGeom>
        </p:spPr>
      </p:pic>
      <p:sp>
        <p:nvSpPr>
          <p:cNvPr id="24" name="Title 1">
            <a:extLst>
              <a:ext uri="{FF2B5EF4-FFF2-40B4-BE49-F238E27FC236}">
                <a16:creationId xmlns="" xmlns:a16="http://schemas.microsoft.com/office/drawing/2014/main" id="{5C168A8B-8A11-4CB2-BC7A-E6C638D6DAFF}"/>
              </a:ext>
            </a:extLst>
          </p:cNvPr>
          <p:cNvSpPr txBox="1">
            <a:spLocks/>
          </p:cNvSpPr>
          <p:nvPr/>
        </p:nvSpPr>
        <p:spPr>
          <a:xfrm>
            <a:off x="1823307" y="120767"/>
            <a:ext cx="10058400" cy="793275"/>
          </a:xfrm>
          <a:prstGeom prst="rect">
            <a:avLst/>
          </a:prstGeom>
          <a:effectLst/>
        </p:spPr>
        <p:txBody>
          <a:bodyPr vert="horz" lIns="91440" tIns="45720" rIns="91440" bIns="45720" rtlCol="0" anchor="ct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r"/>
            <a:r>
              <a:rPr lang="en-US" sz="2800" b="1" dirty="0" err="1">
                <a:solidFill>
                  <a:srgbClr val="0070C0"/>
                </a:solidFill>
                <a:latin typeface="Tahoma" panose="020B0604030504040204" pitchFamily="34" charset="0"/>
                <a:ea typeface="Tahoma" panose="020B0604030504040204" pitchFamily="34" charset="0"/>
                <a:cs typeface="Tahoma" panose="020B0604030504040204" pitchFamily="34" charset="0"/>
              </a:rPr>
              <a:t>sambungan</a:t>
            </a:r>
            <a:endParaRPr lang="en-MY" sz="2800" b="1" dirty="0">
              <a:solidFill>
                <a:srgbClr val="0070C0"/>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356490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38"/>
                                        </p:tgtEl>
                                        <p:attrNameLst>
                                          <p:attrName>style.visibility</p:attrName>
                                        </p:attrNameLst>
                                      </p:cBhvr>
                                      <p:to>
                                        <p:strVal val="visible"/>
                                      </p:to>
                                    </p:set>
                                    <p:anim calcmode="lin" valueType="num">
                                      <p:cBhvr additive="base">
                                        <p:cTn id="7" dur="500"/>
                                        <p:tgtEl>
                                          <p:spTgt spid="38"/>
                                        </p:tgtEl>
                                        <p:attrNameLst>
                                          <p:attrName>ppt_w</p:attrName>
                                        </p:attrNameLst>
                                      </p:cBhvr>
                                      <p:tavLst>
                                        <p:tav tm="0">
                                          <p:val>
                                            <p:strVal val="0"/>
                                          </p:val>
                                        </p:tav>
                                        <p:tav tm="100000">
                                          <p:val>
                                            <p:strVal val="#ppt_w"/>
                                          </p:val>
                                        </p:tav>
                                      </p:tavLst>
                                    </p:anim>
                                    <p:anim calcmode="lin" valueType="num">
                                      <p:cBhvr additive="base">
                                        <p:cTn id="8" dur="500"/>
                                        <p:tgtEl>
                                          <p:spTgt spid="38"/>
                                        </p:tgtEl>
                                        <p:attrNameLst>
                                          <p:attrName>ppt_h</p:attrName>
                                        </p:attrNameLst>
                                      </p:cBhvr>
                                      <p:tavLst>
                                        <p:tav tm="0">
                                          <p:val>
                                            <p:strVal val="0"/>
                                          </p:val>
                                        </p:tav>
                                        <p:tav tm="100000">
                                          <p:val>
                                            <p:strVal val="#ppt_h"/>
                                          </p:val>
                                        </p:tav>
                                      </p:tavLst>
                                    </p:anim>
                                  </p:childTnLst>
                                </p:cTn>
                              </p:par>
                            </p:childTnLst>
                          </p:cTn>
                        </p:par>
                        <p:par>
                          <p:cTn id="9" fill="hold">
                            <p:stCondLst>
                              <p:cond delay="500"/>
                            </p:stCondLst>
                            <p:childTnLst>
                              <p:par>
                                <p:cTn id="10" presetID="10" presetClass="entr" presetSubtype="0" fill="hold" nodeType="after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500"/>
                                        <p:tgtEl>
                                          <p:spTgt spid="28"/>
                                        </p:tgtEl>
                                      </p:cBhvr>
                                    </p:animEffect>
                                  </p:childTnLst>
                                </p:cTn>
                              </p:par>
                            </p:childTnLst>
                          </p:cTn>
                        </p:par>
                        <p:par>
                          <p:cTn id="13" fill="hold">
                            <p:stCondLst>
                              <p:cond delay="1000"/>
                            </p:stCondLst>
                            <p:childTnLst>
                              <p:par>
                                <p:cTn id="14" presetID="10" presetClass="entr" presetSubtype="0" fill="hold" nodeType="after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fade">
                                      <p:cBhvr>
                                        <p:cTn id="16" dur="500"/>
                                        <p:tgtEl>
                                          <p:spTgt spid="29"/>
                                        </p:tgtEl>
                                      </p:cBhvr>
                                    </p:animEffect>
                                  </p:childTnLst>
                                </p:cTn>
                              </p:par>
                            </p:childTnLst>
                          </p:cTn>
                        </p:par>
                        <p:par>
                          <p:cTn id="17" fill="hold">
                            <p:stCondLst>
                              <p:cond delay="1500"/>
                            </p:stCondLst>
                            <p:childTnLst>
                              <p:par>
                                <p:cTn id="18" presetID="10" presetClass="entr" presetSubtype="0" fill="hold" nodeType="afterEffect">
                                  <p:stCondLst>
                                    <p:cond delay="0"/>
                                  </p:stCondLst>
                                  <p:childTnLst>
                                    <p:set>
                                      <p:cBhvr>
                                        <p:cTn id="19" dur="1" fill="hold">
                                          <p:stCondLst>
                                            <p:cond delay="0"/>
                                          </p:stCondLst>
                                        </p:cTn>
                                        <p:tgtEl>
                                          <p:spTgt spid="30"/>
                                        </p:tgtEl>
                                        <p:attrNameLst>
                                          <p:attrName>style.visibility</p:attrName>
                                        </p:attrNameLst>
                                      </p:cBhvr>
                                      <p:to>
                                        <p:strVal val="visible"/>
                                      </p:to>
                                    </p:set>
                                    <p:animEffect transition="in" filter="fade">
                                      <p:cBhvr>
                                        <p:cTn id="20" dur="500"/>
                                        <p:tgtEl>
                                          <p:spTgt spid="30"/>
                                        </p:tgtEl>
                                      </p:cBhvr>
                                    </p:animEffect>
                                  </p:childTnLst>
                                </p:cTn>
                              </p:par>
                            </p:childTnLst>
                          </p:cTn>
                        </p:par>
                        <p:par>
                          <p:cTn id="21" fill="hold">
                            <p:stCondLst>
                              <p:cond delay="2000"/>
                            </p:stCondLst>
                            <p:childTnLst>
                              <p:par>
                                <p:cTn id="22" presetID="23" presetClass="entr" presetSubtype="16" fill="hold" nodeType="afterEffect">
                                  <p:stCondLst>
                                    <p:cond delay="0"/>
                                  </p:stCondLst>
                                  <p:childTnLst>
                                    <p:set>
                                      <p:cBhvr>
                                        <p:cTn id="23" dur="1" fill="hold">
                                          <p:stCondLst>
                                            <p:cond delay="0"/>
                                          </p:stCondLst>
                                        </p:cTn>
                                        <p:tgtEl>
                                          <p:spTgt spid="33"/>
                                        </p:tgtEl>
                                        <p:attrNameLst>
                                          <p:attrName>style.visibility</p:attrName>
                                        </p:attrNameLst>
                                      </p:cBhvr>
                                      <p:to>
                                        <p:strVal val="visible"/>
                                      </p:to>
                                    </p:set>
                                    <p:anim calcmode="lin" valueType="num">
                                      <p:cBhvr additive="base">
                                        <p:cTn id="24" dur="500"/>
                                        <p:tgtEl>
                                          <p:spTgt spid="33"/>
                                        </p:tgtEl>
                                        <p:attrNameLst>
                                          <p:attrName>ppt_w</p:attrName>
                                        </p:attrNameLst>
                                      </p:cBhvr>
                                      <p:tavLst>
                                        <p:tav tm="0">
                                          <p:val>
                                            <p:strVal val="0"/>
                                          </p:val>
                                        </p:tav>
                                        <p:tav tm="100000">
                                          <p:val>
                                            <p:strVal val="#ppt_w"/>
                                          </p:val>
                                        </p:tav>
                                      </p:tavLst>
                                    </p:anim>
                                    <p:anim calcmode="lin" valueType="num">
                                      <p:cBhvr additive="base">
                                        <p:cTn id="25" dur="500"/>
                                        <p:tgtEl>
                                          <p:spTgt spid="33"/>
                                        </p:tgtEl>
                                        <p:attrNameLst>
                                          <p:attrName>ppt_h</p:attrName>
                                        </p:attrNameLst>
                                      </p:cBhvr>
                                      <p:tavLst>
                                        <p:tav tm="0">
                                          <p:val>
                                            <p:strVal val="0"/>
                                          </p:val>
                                        </p:tav>
                                        <p:tav tm="100000">
                                          <p:val>
                                            <p:strVal val="#ppt_h"/>
                                          </p:val>
                                        </p:tav>
                                      </p:tavLst>
                                    </p:anim>
                                  </p:childTnLst>
                                </p:cTn>
                              </p:par>
                            </p:childTnLst>
                          </p:cTn>
                        </p:par>
                        <p:par>
                          <p:cTn id="26" fill="hold">
                            <p:stCondLst>
                              <p:cond delay="2500"/>
                            </p:stCondLst>
                            <p:childTnLst>
                              <p:par>
                                <p:cTn id="27" presetID="23" presetClass="entr" presetSubtype="16" fill="hold" nodeType="afterEffect">
                                  <p:stCondLst>
                                    <p:cond delay="0"/>
                                  </p:stCondLst>
                                  <p:childTnLst>
                                    <p:set>
                                      <p:cBhvr>
                                        <p:cTn id="28" dur="1" fill="hold">
                                          <p:stCondLst>
                                            <p:cond delay="0"/>
                                          </p:stCondLst>
                                        </p:cTn>
                                        <p:tgtEl>
                                          <p:spTgt spid="49"/>
                                        </p:tgtEl>
                                        <p:attrNameLst>
                                          <p:attrName>style.visibility</p:attrName>
                                        </p:attrNameLst>
                                      </p:cBhvr>
                                      <p:to>
                                        <p:strVal val="visible"/>
                                      </p:to>
                                    </p:set>
                                    <p:anim calcmode="lin" valueType="num">
                                      <p:cBhvr additive="base">
                                        <p:cTn id="29" dur="500"/>
                                        <p:tgtEl>
                                          <p:spTgt spid="49"/>
                                        </p:tgtEl>
                                        <p:attrNameLst>
                                          <p:attrName>ppt_w</p:attrName>
                                        </p:attrNameLst>
                                      </p:cBhvr>
                                      <p:tavLst>
                                        <p:tav tm="0">
                                          <p:val>
                                            <p:strVal val="0"/>
                                          </p:val>
                                        </p:tav>
                                        <p:tav tm="100000">
                                          <p:val>
                                            <p:strVal val="#ppt_w"/>
                                          </p:val>
                                        </p:tav>
                                      </p:tavLst>
                                    </p:anim>
                                    <p:anim calcmode="lin" valueType="num">
                                      <p:cBhvr additive="base">
                                        <p:cTn id="30" dur="500"/>
                                        <p:tgtEl>
                                          <p:spTgt spid="49"/>
                                        </p:tgtEl>
                                        <p:attrNameLst>
                                          <p:attrName>ppt_h</p:attrName>
                                        </p:attrNameLst>
                                      </p:cBhvr>
                                      <p:tavLst>
                                        <p:tav tm="0">
                                          <p:val>
                                            <p:strVal val="0"/>
                                          </p:val>
                                        </p:tav>
                                        <p:tav tm="100000">
                                          <p:val>
                                            <p:strVal val="#ppt_h"/>
                                          </p:val>
                                        </p:tav>
                                      </p:tavLst>
                                    </p:anim>
                                  </p:childTnLst>
                                </p:cTn>
                              </p:par>
                            </p:childTnLst>
                          </p:cTn>
                        </p:par>
                        <p:par>
                          <p:cTn id="31" fill="hold">
                            <p:stCondLst>
                              <p:cond delay="3000"/>
                            </p:stCondLst>
                            <p:childTnLst>
                              <p:par>
                                <p:cTn id="32" presetID="10" presetClass="entr" presetSubtype="0" fill="hold" nodeType="afterEffect">
                                  <p:stCondLst>
                                    <p:cond delay="0"/>
                                  </p:stCondLst>
                                  <p:childTnLst>
                                    <p:set>
                                      <p:cBhvr>
                                        <p:cTn id="33" dur="1" fill="hold">
                                          <p:stCondLst>
                                            <p:cond delay="0"/>
                                          </p:stCondLst>
                                        </p:cTn>
                                        <p:tgtEl>
                                          <p:spTgt spid="39"/>
                                        </p:tgtEl>
                                        <p:attrNameLst>
                                          <p:attrName>style.visibility</p:attrName>
                                        </p:attrNameLst>
                                      </p:cBhvr>
                                      <p:to>
                                        <p:strVal val="visible"/>
                                      </p:to>
                                    </p:set>
                                    <p:animEffect transition="in" filter="fade">
                                      <p:cBhvr>
                                        <p:cTn id="34" dur="500"/>
                                        <p:tgtEl>
                                          <p:spTgt spid="39"/>
                                        </p:tgtEl>
                                      </p:cBhvr>
                                    </p:animEffect>
                                  </p:childTnLst>
                                </p:cTn>
                              </p:par>
                            </p:childTnLst>
                          </p:cTn>
                        </p:par>
                        <p:par>
                          <p:cTn id="35" fill="hold">
                            <p:stCondLst>
                              <p:cond delay="3500"/>
                            </p:stCondLst>
                            <p:childTnLst>
                              <p:par>
                                <p:cTn id="36" presetID="10" presetClass="entr" presetSubtype="0" fill="hold" nodeType="afterEffect">
                                  <p:stCondLst>
                                    <p:cond delay="0"/>
                                  </p:stCondLst>
                                  <p:childTnLst>
                                    <p:set>
                                      <p:cBhvr>
                                        <p:cTn id="37" dur="1" fill="hold">
                                          <p:stCondLst>
                                            <p:cond delay="0"/>
                                          </p:stCondLst>
                                        </p:cTn>
                                        <p:tgtEl>
                                          <p:spTgt spid="40"/>
                                        </p:tgtEl>
                                        <p:attrNameLst>
                                          <p:attrName>style.visibility</p:attrName>
                                        </p:attrNameLst>
                                      </p:cBhvr>
                                      <p:to>
                                        <p:strVal val="visible"/>
                                      </p:to>
                                    </p:set>
                                    <p:animEffect transition="in" filter="fade">
                                      <p:cBhvr>
                                        <p:cTn id="38" dur="500"/>
                                        <p:tgtEl>
                                          <p:spTgt spid="40"/>
                                        </p:tgtEl>
                                      </p:cBhvr>
                                    </p:animEffect>
                                  </p:childTnLst>
                                </p:cTn>
                              </p:par>
                            </p:childTnLst>
                          </p:cTn>
                        </p:par>
                        <p:par>
                          <p:cTn id="39" fill="hold">
                            <p:stCondLst>
                              <p:cond delay="4000"/>
                            </p:stCondLst>
                            <p:childTnLst>
                              <p:par>
                                <p:cTn id="40" presetID="10" presetClass="entr" presetSubtype="0" fill="hold" nodeType="afterEffect">
                                  <p:stCondLst>
                                    <p:cond delay="0"/>
                                  </p:stCondLst>
                                  <p:childTnLst>
                                    <p:set>
                                      <p:cBhvr>
                                        <p:cTn id="41" dur="1" fill="hold">
                                          <p:stCondLst>
                                            <p:cond delay="0"/>
                                          </p:stCondLst>
                                        </p:cTn>
                                        <p:tgtEl>
                                          <p:spTgt spid="41"/>
                                        </p:tgtEl>
                                        <p:attrNameLst>
                                          <p:attrName>style.visibility</p:attrName>
                                        </p:attrNameLst>
                                      </p:cBhvr>
                                      <p:to>
                                        <p:strVal val="visible"/>
                                      </p:to>
                                    </p:set>
                                    <p:animEffect transition="in" filter="fade">
                                      <p:cBhvr>
                                        <p:cTn id="42" dur="500"/>
                                        <p:tgtEl>
                                          <p:spTgt spid="41"/>
                                        </p:tgtEl>
                                      </p:cBhvr>
                                    </p:animEffect>
                                  </p:childTnLst>
                                </p:cTn>
                              </p:par>
                            </p:childTnLst>
                          </p:cTn>
                        </p:par>
                        <p:par>
                          <p:cTn id="43" fill="hold">
                            <p:stCondLst>
                              <p:cond delay="4500"/>
                            </p:stCondLst>
                            <p:childTnLst>
                              <p:par>
                                <p:cTn id="44" presetID="10" presetClass="entr" presetSubtype="0" fill="hold" nodeType="afterEffect">
                                  <p:stCondLst>
                                    <p:cond delay="0"/>
                                  </p:stCondLst>
                                  <p:childTnLst>
                                    <p:set>
                                      <p:cBhvr>
                                        <p:cTn id="45" dur="1" fill="hold">
                                          <p:stCondLst>
                                            <p:cond delay="0"/>
                                          </p:stCondLst>
                                        </p:cTn>
                                        <p:tgtEl>
                                          <p:spTgt spid="52"/>
                                        </p:tgtEl>
                                        <p:attrNameLst>
                                          <p:attrName>style.visibility</p:attrName>
                                        </p:attrNameLst>
                                      </p:cBhvr>
                                      <p:to>
                                        <p:strVal val="visible"/>
                                      </p:to>
                                    </p:set>
                                    <p:animEffect transition="in" filter="fade">
                                      <p:cBhvr>
                                        <p:cTn id="46" dur="500"/>
                                        <p:tgtEl>
                                          <p:spTgt spid="52"/>
                                        </p:tgtEl>
                                      </p:cBhvr>
                                    </p:animEffect>
                                  </p:childTnLst>
                                </p:cTn>
                              </p:par>
                            </p:childTnLst>
                          </p:cTn>
                        </p:par>
                        <p:par>
                          <p:cTn id="47" fill="hold">
                            <p:stCondLst>
                              <p:cond delay="5000"/>
                            </p:stCondLst>
                            <p:childTnLst>
                              <p:par>
                                <p:cTn id="48" presetID="23" presetClass="entr" presetSubtype="16" fill="hold" nodeType="afterEffect">
                                  <p:stCondLst>
                                    <p:cond delay="0"/>
                                  </p:stCondLst>
                                  <p:childTnLst>
                                    <p:set>
                                      <p:cBhvr>
                                        <p:cTn id="49" dur="1" fill="hold">
                                          <p:stCondLst>
                                            <p:cond delay="0"/>
                                          </p:stCondLst>
                                        </p:cTn>
                                        <p:tgtEl>
                                          <p:spTgt spid="27"/>
                                        </p:tgtEl>
                                        <p:attrNameLst>
                                          <p:attrName>style.visibility</p:attrName>
                                        </p:attrNameLst>
                                      </p:cBhvr>
                                      <p:to>
                                        <p:strVal val="visible"/>
                                      </p:to>
                                    </p:set>
                                    <p:anim calcmode="lin" valueType="num">
                                      <p:cBhvr additive="base">
                                        <p:cTn id="50" dur="500"/>
                                        <p:tgtEl>
                                          <p:spTgt spid="27"/>
                                        </p:tgtEl>
                                        <p:attrNameLst>
                                          <p:attrName>ppt_w</p:attrName>
                                        </p:attrNameLst>
                                      </p:cBhvr>
                                      <p:tavLst>
                                        <p:tav tm="0">
                                          <p:val>
                                            <p:strVal val="0"/>
                                          </p:val>
                                        </p:tav>
                                        <p:tav tm="100000">
                                          <p:val>
                                            <p:strVal val="#ppt_w"/>
                                          </p:val>
                                        </p:tav>
                                      </p:tavLst>
                                    </p:anim>
                                    <p:anim calcmode="lin" valueType="num">
                                      <p:cBhvr additive="base">
                                        <p:cTn id="51" dur="500"/>
                                        <p:tgtEl>
                                          <p:spTgt spid="27"/>
                                        </p:tgtEl>
                                        <p:attrNameLst>
                                          <p:attrName>ppt_h</p:attrName>
                                        </p:attrNameLst>
                                      </p:cBhvr>
                                      <p:tavLst>
                                        <p:tav tm="0">
                                          <p:val>
                                            <p:strVal val="0"/>
                                          </p:val>
                                        </p:tav>
                                        <p:tav tm="100000">
                                          <p:val>
                                            <p:strVal val="#ppt_h"/>
                                          </p:val>
                                        </p:tav>
                                      </p:tavLst>
                                    </p:anim>
                                  </p:childTnLst>
                                </p:cTn>
                              </p:par>
                            </p:childTnLst>
                          </p:cTn>
                        </p:par>
                        <p:par>
                          <p:cTn id="52" fill="hold">
                            <p:stCondLst>
                              <p:cond delay="5500"/>
                            </p:stCondLst>
                            <p:childTnLst>
                              <p:par>
                                <p:cTn id="53" presetID="10" presetClass="entr" presetSubtype="0" fill="hold" nodeType="afterEffect">
                                  <p:stCondLst>
                                    <p:cond delay="0"/>
                                  </p:stCondLst>
                                  <p:childTnLst>
                                    <p:set>
                                      <p:cBhvr>
                                        <p:cTn id="54" dur="1" fill="hold">
                                          <p:stCondLst>
                                            <p:cond delay="0"/>
                                          </p:stCondLst>
                                        </p:cTn>
                                        <p:tgtEl>
                                          <p:spTgt spid="17"/>
                                        </p:tgtEl>
                                        <p:attrNameLst>
                                          <p:attrName>style.visibility</p:attrName>
                                        </p:attrNameLst>
                                      </p:cBhvr>
                                      <p:to>
                                        <p:strVal val="visible"/>
                                      </p:to>
                                    </p:set>
                                    <p:animEffect transition="in" filter="fade">
                                      <p:cBhvr>
                                        <p:cTn id="55" dur="500"/>
                                        <p:tgtEl>
                                          <p:spTgt spid="17"/>
                                        </p:tgtEl>
                                      </p:cBhvr>
                                    </p:animEffect>
                                  </p:childTnLst>
                                </p:cTn>
                              </p:par>
                            </p:childTnLst>
                          </p:cTn>
                        </p:par>
                        <p:par>
                          <p:cTn id="56" fill="hold">
                            <p:stCondLst>
                              <p:cond delay="6000"/>
                            </p:stCondLst>
                            <p:childTnLst>
                              <p:par>
                                <p:cTn id="57" presetID="10" presetClass="entr" presetSubtype="0" fill="hold" nodeType="afterEffect">
                                  <p:stCondLst>
                                    <p:cond delay="0"/>
                                  </p:stCondLst>
                                  <p:childTnLst>
                                    <p:set>
                                      <p:cBhvr>
                                        <p:cTn id="58" dur="1" fill="hold">
                                          <p:stCondLst>
                                            <p:cond delay="0"/>
                                          </p:stCondLst>
                                        </p:cTn>
                                        <p:tgtEl>
                                          <p:spTgt spid="18"/>
                                        </p:tgtEl>
                                        <p:attrNameLst>
                                          <p:attrName>style.visibility</p:attrName>
                                        </p:attrNameLst>
                                      </p:cBhvr>
                                      <p:to>
                                        <p:strVal val="visible"/>
                                      </p:to>
                                    </p:set>
                                    <p:animEffect transition="in" filter="fade">
                                      <p:cBhvr>
                                        <p:cTn id="59" dur="500"/>
                                        <p:tgtEl>
                                          <p:spTgt spid="18"/>
                                        </p:tgtEl>
                                      </p:cBhvr>
                                    </p:animEffect>
                                  </p:childTnLst>
                                </p:cTn>
                              </p:par>
                            </p:childTnLst>
                          </p:cTn>
                        </p:par>
                        <p:par>
                          <p:cTn id="60" fill="hold">
                            <p:stCondLst>
                              <p:cond delay="6500"/>
                            </p:stCondLst>
                            <p:childTnLst>
                              <p:par>
                                <p:cTn id="61" presetID="10" presetClass="entr" presetSubtype="0" fill="hold" nodeType="afterEffect">
                                  <p:stCondLst>
                                    <p:cond delay="0"/>
                                  </p:stCondLst>
                                  <p:childTnLst>
                                    <p:set>
                                      <p:cBhvr>
                                        <p:cTn id="62" dur="1" fill="hold">
                                          <p:stCondLst>
                                            <p:cond delay="0"/>
                                          </p:stCondLst>
                                        </p:cTn>
                                        <p:tgtEl>
                                          <p:spTgt spid="19"/>
                                        </p:tgtEl>
                                        <p:attrNameLst>
                                          <p:attrName>style.visibility</p:attrName>
                                        </p:attrNameLst>
                                      </p:cBhvr>
                                      <p:to>
                                        <p:strVal val="visible"/>
                                      </p:to>
                                    </p:set>
                                    <p:animEffect transition="in" filter="fade">
                                      <p:cBhvr>
                                        <p:cTn id="63" dur="500"/>
                                        <p:tgtEl>
                                          <p:spTgt spid="19"/>
                                        </p:tgtEl>
                                      </p:cBhvr>
                                    </p:animEffect>
                                  </p:childTnLst>
                                </p:cTn>
                              </p:par>
                            </p:childTnLst>
                          </p:cTn>
                        </p:par>
                        <p:par>
                          <p:cTn id="64" fill="hold">
                            <p:stCondLst>
                              <p:cond delay="7000"/>
                            </p:stCondLst>
                            <p:childTnLst>
                              <p:par>
                                <p:cTn id="65" presetID="23" presetClass="entr" presetSubtype="16" fill="hold" nodeType="afterEffect">
                                  <p:stCondLst>
                                    <p:cond delay="0"/>
                                  </p:stCondLst>
                                  <p:childTnLst>
                                    <p:set>
                                      <p:cBhvr>
                                        <p:cTn id="66" dur="1" fill="hold">
                                          <p:stCondLst>
                                            <p:cond delay="0"/>
                                          </p:stCondLst>
                                        </p:cTn>
                                        <p:tgtEl>
                                          <p:spTgt spid="64"/>
                                        </p:tgtEl>
                                        <p:attrNameLst>
                                          <p:attrName>style.visibility</p:attrName>
                                        </p:attrNameLst>
                                      </p:cBhvr>
                                      <p:to>
                                        <p:strVal val="visible"/>
                                      </p:to>
                                    </p:set>
                                    <p:anim calcmode="lin" valueType="num">
                                      <p:cBhvr additive="base">
                                        <p:cTn id="67" dur="500"/>
                                        <p:tgtEl>
                                          <p:spTgt spid="64"/>
                                        </p:tgtEl>
                                        <p:attrNameLst>
                                          <p:attrName>ppt_w</p:attrName>
                                        </p:attrNameLst>
                                      </p:cBhvr>
                                      <p:tavLst>
                                        <p:tav tm="0">
                                          <p:val>
                                            <p:strVal val="0"/>
                                          </p:val>
                                        </p:tav>
                                        <p:tav tm="100000">
                                          <p:val>
                                            <p:strVal val="#ppt_w"/>
                                          </p:val>
                                        </p:tav>
                                      </p:tavLst>
                                    </p:anim>
                                    <p:anim calcmode="lin" valueType="num">
                                      <p:cBhvr additive="base">
                                        <p:cTn id="68" dur="500"/>
                                        <p:tgtEl>
                                          <p:spTgt spid="64"/>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6"/>
        <p:cNvGrpSpPr/>
        <p:nvPr/>
      </p:nvGrpSpPr>
      <p:grpSpPr>
        <a:xfrm>
          <a:off x="0" y="0"/>
          <a:ext cx="0" cy="0"/>
          <a:chOff x="0" y="0"/>
          <a:chExt cx="0" cy="0"/>
        </a:xfrm>
      </p:grpSpPr>
      <p:sp>
        <p:nvSpPr>
          <p:cNvPr id="52" name="Google Shape;52;p3"/>
          <p:cNvSpPr/>
          <p:nvPr/>
        </p:nvSpPr>
        <p:spPr>
          <a:xfrm>
            <a:off x="3695815" y="3534319"/>
            <a:ext cx="8185892" cy="1175593"/>
          </a:xfrm>
          <a:custGeom>
            <a:avLst/>
            <a:gdLst/>
            <a:ahLst/>
            <a:cxnLst/>
            <a:rect l="l" t="t" r="r" b="b"/>
            <a:pathLst>
              <a:path w="21600" h="21600" extrusionOk="0">
                <a:moveTo>
                  <a:pt x="0" y="715"/>
                </a:moveTo>
                <a:lnTo>
                  <a:pt x="21597" y="0"/>
                </a:lnTo>
                <a:lnTo>
                  <a:pt x="21600" y="21600"/>
                </a:lnTo>
                <a:lnTo>
                  <a:pt x="0" y="20707"/>
                </a:lnTo>
                <a:lnTo>
                  <a:pt x="0" y="715"/>
                </a:lnTo>
                <a:close/>
              </a:path>
            </a:pathLst>
          </a:custGeom>
          <a:gradFill>
            <a:gsLst>
              <a:gs pos="0">
                <a:srgbClr val="FF8185"/>
              </a:gs>
              <a:gs pos="100000">
                <a:srgbClr val="CF5781"/>
              </a:gs>
            </a:gsLst>
            <a:lin ang="8628016" scaled="0"/>
          </a:gradFill>
          <a:ln>
            <a:noFill/>
          </a:ln>
          <a:effectLst>
            <a:outerShdw blurRad="101600" dist="118426" dir="2118751" rotWithShape="0">
              <a:srgbClr val="000000">
                <a:alpha val="23137"/>
              </a:srgbClr>
            </a:outerShdw>
          </a:effectLst>
        </p:spPr>
        <p:txBody>
          <a:bodyPr spcFirstLastPara="1" wrap="square" lIns="45700" tIns="45700" rIns="45700" bIns="45700" anchor="ctr" anchorCtr="0">
            <a:noAutofit/>
          </a:bodyPr>
          <a:lstStyle/>
          <a:p>
            <a:pPr lvl="0" algn="just"/>
            <a:r>
              <a:rPr lang="ms-MY" sz="2400" dirty="0">
                <a:latin typeface="Tahoma" panose="020B0604030504040204" pitchFamily="34" charset="0"/>
                <a:ea typeface="Tahoma" panose="020B0604030504040204" pitchFamily="34" charset="0"/>
                <a:cs typeface="Tahoma" panose="020B0604030504040204" pitchFamily="34" charset="0"/>
              </a:rPr>
              <a:t> </a:t>
            </a:r>
          </a:p>
        </p:txBody>
      </p:sp>
      <p:sp>
        <p:nvSpPr>
          <p:cNvPr id="17" name="Google Shape;17;p3"/>
          <p:cNvSpPr/>
          <p:nvPr/>
        </p:nvSpPr>
        <p:spPr>
          <a:xfrm>
            <a:off x="1448214" y="4485258"/>
            <a:ext cx="874813" cy="1524193"/>
          </a:xfrm>
          <a:custGeom>
            <a:avLst/>
            <a:gdLst/>
            <a:ahLst/>
            <a:cxnLst/>
            <a:rect l="l" t="t" r="r" b="b"/>
            <a:pathLst>
              <a:path w="21600" h="21600" extrusionOk="0">
                <a:moveTo>
                  <a:pt x="0" y="2021"/>
                </a:moveTo>
                <a:lnTo>
                  <a:pt x="21600" y="0"/>
                </a:lnTo>
                <a:lnTo>
                  <a:pt x="21576" y="21600"/>
                </a:lnTo>
                <a:lnTo>
                  <a:pt x="0" y="19530"/>
                </a:lnTo>
                <a:lnTo>
                  <a:pt x="0" y="2021"/>
                </a:lnTo>
                <a:close/>
              </a:path>
            </a:pathLst>
          </a:custGeom>
          <a:gradFill>
            <a:gsLst>
              <a:gs pos="0">
                <a:srgbClr val="D34B6F"/>
              </a:gs>
              <a:gs pos="100000">
                <a:srgbClr val="AD226F"/>
              </a:gs>
            </a:gsLst>
            <a:lin ang="8628016"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8" name="Google Shape;18;p3"/>
          <p:cNvSpPr/>
          <p:nvPr/>
        </p:nvSpPr>
        <p:spPr>
          <a:xfrm>
            <a:off x="2323027" y="4492809"/>
            <a:ext cx="1187017" cy="1504877"/>
          </a:xfrm>
          <a:custGeom>
            <a:avLst/>
            <a:gdLst/>
            <a:ahLst/>
            <a:cxnLst/>
            <a:rect l="l" t="t" r="r" b="b"/>
            <a:pathLst>
              <a:path w="21600" h="21600" extrusionOk="0">
                <a:moveTo>
                  <a:pt x="0" y="0"/>
                </a:moveTo>
                <a:lnTo>
                  <a:pt x="21600" y="826"/>
                </a:lnTo>
                <a:lnTo>
                  <a:pt x="21564" y="20683"/>
                </a:lnTo>
                <a:lnTo>
                  <a:pt x="0" y="21600"/>
                </a:lnTo>
                <a:lnTo>
                  <a:pt x="0" y="0"/>
                </a:lnTo>
                <a:close/>
              </a:path>
            </a:pathLst>
          </a:custGeom>
          <a:gradFill>
            <a:gsLst>
              <a:gs pos="0">
                <a:srgbClr val="D34B6F"/>
              </a:gs>
              <a:gs pos="100000">
                <a:srgbClr val="AD226F"/>
              </a:gs>
            </a:gsLst>
            <a:lin ang="8628016"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9" name="Google Shape;19;p3"/>
          <p:cNvSpPr/>
          <p:nvPr/>
        </p:nvSpPr>
        <p:spPr>
          <a:xfrm>
            <a:off x="3148611" y="4441736"/>
            <a:ext cx="8702506" cy="1578649"/>
          </a:xfrm>
          <a:custGeom>
            <a:avLst/>
            <a:gdLst/>
            <a:ahLst/>
            <a:cxnLst/>
            <a:rect l="l" t="t" r="r" b="b"/>
            <a:pathLst>
              <a:path w="21600" h="21600" extrusionOk="0">
                <a:moveTo>
                  <a:pt x="0" y="715"/>
                </a:moveTo>
                <a:lnTo>
                  <a:pt x="21597" y="0"/>
                </a:lnTo>
                <a:lnTo>
                  <a:pt x="21600" y="21600"/>
                </a:lnTo>
                <a:lnTo>
                  <a:pt x="0" y="20707"/>
                </a:lnTo>
                <a:lnTo>
                  <a:pt x="0" y="715"/>
                </a:lnTo>
                <a:close/>
              </a:path>
            </a:pathLst>
          </a:custGeom>
          <a:gradFill>
            <a:gsLst>
              <a:gs pos="0">
                <a:srgbClr val="D34B6F"/>
              </a:gs>
              <a:gs pos="100000">
                <a:srgbClr val="AD226F"/>
              </a:gs>
            </a:gsLst>
            <a:lin ang="8628016" scaled="0"/>
          </a:gradFill>
          <a:ln>
            <a:noFill/>
          </a:ln>
          <a:effectLst>
            <a:outerShdw blurRad="101600" dist="118426" dir="2118751" rotWithShape="0">
              <a:srgbClr val="000000">
                <a:alpha val="23137"/>
              </a:srgbClr>
            </a:outerShdw>
          </a:effectLst>
        </p:spPr>
        <p:txBody>
          <a:bodyPr spcFirstLastPara="1" wrap="square" lIns="45700" tIns="45700" rIns="45700" bIns="45700" anchor="ctr" anchorCtr="0">
            <a:noAutofit/>
          </a:bodyPr>
          <a:lstStyle/>
          <a:p>
            <a:pPr algn="just"/>
            <a:r>
              <a:rPr lang="ms-MY" sz="2400" dirty="0">
                <a:latin typeface="Tahoma" panose="020B0604030504040204" pitchFamily="34" charset="0"/>
                <a:ea typeface="Tahoma" panose="020B0604030504040204" pitchFamily="34" charset="0"/>
                <a:cs typeface="Tahoma" panose="020B0604030504040204" pitchFamily="34" charset="0"/>
              </a:rPr>
              <a:t>Sebagai panduan, pegawai awam bolehlah merujuk kepada Lampiran ‘B’ Arahan Keselamatan apabila hendak menentukan sesuatu peringkat keselamatan;</a:t>
            </a:r>
          </a:p>
        </p:txBody>
      </p:sp>
      <p:pic>
        <p:nvPicPr>
          <p:cNvPr id="27" name="Google Shape;27;p3" descr="Picture1.png"/>
          <p:cNvPicPr preferRelativeResize="0"/>
          <p:nvPr/>
        </p:nvPicPr>
        <p:blipFill rotWithShape="1">
          <a:blip r:embed="rId3">
            <a:alphaModFix amt="71516"/>
          </a:blip>
          <a:srcRect/>
          <a:stretch/>
        </p:blipFill>
        <p:spPr>
          <a:xfrm flipH="1">
            <a:off x="1377211" y="4191669"/>
            <a:ext cx="120233" cy="2107836"/>
          </a:xfrm>
          <a:prstGeom prst="rect">
            <a:avLst/>
          </a:prstGeom>
          <a:noFill/>
          <a:ln>
            <a:noFill/>
          </a:ln>
        </p:spPr>
      </p:pic>
      <p:sp>
        <p:nvSpPr>
          <p:cNvPr id="28" name="Google Shape;28;p3"/>
          <p:cNvSpPr/>
          <p:nvPr/>
        </p:nvSpPr>
        <p:spPr>
          <a:xfrm>
            <a:off x="2519684" y="856410"/>
            <a:ext cx="874813" cy="1355690"/>
          </a:xfrm>
          <a:custGeom>
            <a:avLst/>
            <a:gdLst/>
            <a:ahLst/>
            <a:cxnLst/>
            <a:rect l="l" t="t" r="r" b="b"/>
            <a:pathLst>
              <a:path w="21600" h="21600" extrusionOk="0">
                <a:moveTo>
                  <a:pt x="0" y="2021"/>
                </a:moveTo>
                <a:lnTo>
                  <a:pt x="21600" y="0"/>
                </a:lnTo>
                <a:lnTo>
                  <a:pt x="21576" y="21600"/>
                </a:lnTo>
                <a:lnTo>
                  <a:pt x="0" y="19530"/>
                </a:lnTo>
                <a:lnTo>
                  <a:pt x="0" y="2021"/>
                </a:lnTo>
                <a:close/>
              </a:path>
            </a:pathLst>
          </a:custGeom>
          <a:gradFill>
            <a:gsLst>
              <a:gs pos="0">
                <a:srgbClr val="CDE963"/>
              </a:gs>
              <a:gs pos="2028">
                <a:srgbClr val="CDE963"/>
              </a:gs>
              <a:gs pos="100000">
                <a:srgbClr val="5DBF25"/>
              </a:gs>
            </a:gsLst>
            <a:lin ang="8628016"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9" name="Google Shape;29;p3"/>
          <p:cNvSpPr/>
          <p:nvPr/>
        </p:nvSpPr>
        <p:spPr>
          <a:xfrm>
            <a:off x="3354123" y="843552"/>
            <a:ext cx="1187017" cy="1330545"/>
          </a:xfrm>
          <a:custGeom>
            <a:avLst/>
            <a:gdLst/>
            <a:ahLst/>
            <a:cxnLst/>
            <a:rect l="l" t="t" r="r" b="b"/>
            <a:pathLst>
              <a:path w="21600" h="21600" extrusionOk="0">
                <a:moveTo>
                  <a:pt x="0" y="0"/>
                </a:moveTo>
                <a:lnTo>
                  <a:pt x="21600" y="826"/>
                </a:lnTo>
                <a:lnTo>
                  <a:pt x="21564" y="20683"/>
                </a:lnTo>
                <a:lnTo>
                  <a:pt x="0" y="21600"/>
                </a:lnTo>
                <a:lnTo>
                  <a:pt x="0" y="0"/>
                </a:lnTo>
                <a:close/>
              </a:path>
            </a:pathLst>
          </a:custGeom>
          <a:gradFill>
            <a:gsLst>
              <a:gs pos="0">
                <a:srgbClr val="CDE963"/>
              </a:gs>
              <a:gs pos="2028">
                <a:srgbClr val="CDE963"/>
              </a:gs>
              <a:gs pos="100000">
                <a:srgbClr val="5DBF25"/>
              </a:gs>
            </a:gsLst>
            <a:path path="circle">
              <a:fillToRect l="100000" b="100000"/>
            </a:path>
            <a:tileRect t="-100000" r="-10000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30" name="Google Shape;30;p3"/>
          <p:cNvSpPr/>
          <p:nvPr/>
        </p:nvSpPr>
        <p:spPr>
          <a:xfrm>
            <a:off x="3947631" y="805550"/>
            <a:ext cx="7843770" cy="1306012"/>
          </a:xfrm>
          <a:custGeom>
            <a:avLst/>
            <a:gdLst/>
            <a:ahLst/>
            <a:cxnLst/>
            <a:rect l="l" t="t" r="r" b="b"/>
            <a:pathLst>
              <a:path w="21600" h="21600" extrusionOk="0">
                <a:moveTo>
                  <a:pt x="0" y="715"/>
                </a:moveTo>
                <a:lnTo>
                  <a:pt x="21597" y="0"/>
                </a:lnTo>
                <a:lnTo>
                  <a:pt x="21600" y="21600"/>
                </a:lnTo>
                <a:lnTo>
                  <a:pt x="0" y="20707"/>
                </a:lnTo>
                <a:lnTo>
                  <a:pt x="0" y="715"/>
                </a:lnTo>
                <a:close/>
              </a:path>
            </a:pathLst>
          </a:custGeom>
          <a:gradFill>
            <a:gsLst>
              <a:gs pos="0">
                <a:srgbClr val="CDE963"/>
              </a:gs>
              <a:gs pos="2028">
                <a:srgbClr val="CDE963"/>
              </a:gs>
              <a:gs pos="100000">
                <a:srgbClr val="5DBF25"/>
              </a:gs>
            </a:gsLst>
            <a:lin ang="8628016" scaled="0"/>
          </a:gradFill>
          <a:ln>
            <a:noFill/>
          </a:ln>
          <a:effectLst>
            <a:outerShdw blurRad="101600" dist="118426" dir="2118751" rotWithShape="0">
              <a:srgbClr val="000000">
                <a:alpha val="23137"/>
              </a:srgbClr>
            </a:outerShdw>
          </a:effectLst>
        </p:spPr>
        <p:txBody>
          <a:bodyPr spcFirstLastPara="1" wrap="square" lIns="45700" tIns="45700" rIns="45700" bIns="45700" anchor="ctr" anchorCtr="0">
            <a:noAutofit/>
          </a:bodyPr>
          <a:lstStyle/>
          <a:p>
            <a:pPr lvl="0" algn="just"/>
            <a:r>
              <a:rPr lang="ms-MY" sz="2400" dirty="0">
                <a:latin typeface="Tahoma" panose="020B0604030504040204" pitchFamily="34" charset="0"/>
                <a:ea typeface="Tahoma" panose="020B0604030504040204" pitchFamily="34" charset="0"/>
                <a:cs typeface="Tahoma" panose="020B0604030504040204" pitchFamily="34" charset="0"/>
              </a:rPr>
              <a:t>Amalan ini akan mengakibatkan peraturan-peraturan bagi menyelenggarakan rahsia rasmi tidak dihiraukan dan dengan sendirinya melemahkan keseluruhan sistem kawalan keselamatan perlindungan;</a:t>
            </a:r>
          </a:p>
        </p:txBody>
      </p:sp>
      <p:sp>
        <p:nvSpPr>
          <p:cNvPr id="33" name="Google Shape;33;p3"/>
          <p:cNvSpPr txBox="1"/>
          <p:nvPr/>
        </p:nvSpPr>
        <p:spPr>
          <a:xfrm>
            <a:off x="4310907" y="1819365"/>
            <a:ext cx="854891" cy="739141"/>
          </a:xfrm>
          <a:prstGeom prst="rect">
            <a:avLst/>
          </a:prstGeom>
          <a:noFill/>
          <a:ln>
            <a:noFill/>
          </a:ln>
        </p:spPr>
        <p:txBody>
          <a:bodyPr spcFirstLastPara="1" wrap="square" lIns="45700" tIns="45700" rIns="45700" bIns="45700" anchor="t" anchorCtr="0">
            <a:noAutofit/>
          </a:bodyPr>
          <a:lstStyle/>
          <a:p>
            <a:pPr marL="0" marR="0" lvl="0" indent="0" algn="ctr" rtl="0">
              <a:lnSpc>
                <a:spcPct val="100000"/>
              </a:lnSpc>
              <a:spcBef>
                <a:spcPts val="0"/>
              </a:spcBef>
              <a:spcAft>
                <a:spcPts val="0"/>
              </a:spcAft>
              <a:buClr>
                <a:srgbClr val="FFFFFF"/>
              </a:buClr>
              <a:buSzPts val="5000"/>
              <a:buFont typeface="Arial"/>
              <a:buNone/>
            </a:pPr>
            <a:endParaRPr lang="en-MY" dirty="0"/>
          </a:p>
          <a:p>
            <a:pPr marL="285750" marR="0" lvl="0" indent="-285750" algn="ctr" rtl="0">
              <a:lnSpc>
                <a:spcPct val="100000"/>
              </a:lnSpc>
              <a:spcBef>
                <a:spcPts val="0"/>
              </a:spcBef>
              <a:spcAft>
                <a:spcPts val="0"/>
              </a:spcAft>
              <a:buClr>
                <a:srgbClr val="FFFFFF"/>
              </a:buClr>
              <a:buSzPts val="5000"/>
              <a:buFont typeface="Arial" panose="020B0604020202020204" pitchFamily="34" charset="0"/>
              <a:buChar char="•"/>
            </a:pPr>
            <a:endParaRPr dirty="0"/>
          </a:p>
        </p:txBody>
      </p:sp>
      <p:pic>
        <p:nvPicPr>
          <p:cNvPr id="38" name="Google Shape;38;p3" descr="Picture1.png"/>
          <p:cNvPicPr preferRelativeResize="0"/>
          <p:nvPr/>
        </p:nvPicPr>
        <p:blipFill rotWithShape="1">
          <a:blip r:embed="rId3">
            <a:alphaModFix amt="71516"/>
          </a:blip>
          <a:srcRect/>
          <a:stretch/>
        </p:blipFill>
        <p:spPr>
          <a:xfrm flipH="1">
            <a:off x="2439260" y="670628"/>
            <a:ext cx="120233" cy="2107837"/>
          </a:xfrm>
          <a:prstGeom prst="rect">
            <a:avLst/>
          </a:prstGeom>
          <a:noFill/>
          <a:ln>
            <a:noFill/>
          </a:ln>
        </p:spPr>
      </p:pic>
      <p:sp>
        <p:nvSpPr>
          <p:cNvPr id="39" name="Google Shape;39;p3"/>
          <p:cNvSpPr/>
          <p:nvPr/>
        </p:nvSpPr>
        <p:spPr>
          <a:xfrm>
            <a:off x="1978351" y="2377801"/>
            <a:ext cx="874813" cy="1922056"/>
          </a:xfrm>
          <a:custGeom>
            <a:avLst/>
            <a:gdLst/>
            <a:ahLst/>
            <a:cxnLst/>
            <a:rect l="l" t="t" r="r" b="b"/>
            <a:pathLst>
              <a:path w="21600" h="21600" extrusionOk="0">
                <a:moveTo>
                  <a:pt x="0" y="2021"/>
                </a:moveTo>
                <a:lnTo>
                  <a:pt x="21600" y="0"/>
                </a:lnTo>
                <a:lnTo>
                  <a:pt x="21576" y="21600"/>
                </a:lnTo>
                <a:lnTo>
                  <a:pt x="0" y="19530"/>
                </a:lnTo>
                <a:lnTo>
                  <a:pt x="0" y="2021"/>
                </a:lnTo>
                <a:close/>
              </a:path>
            </a:pathLst>
          </a:custGeom>
          <a:gradFill>
            <a:gsLst>
              <a:gs pos="0">
                <a:srgbClr val="FED300"/>
              </a:gs>
              <a:gs pos="2028">
                <a:srgbClr val="FED300"/>
              </a:gs>
              <a:gs pos="100000">
                <a:srgbClr val="FF9D2D"/>
              </a:gs>
            </a:gsLst>
            <a:lin ang="8628016"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40" name="Google Shape;40;p3"/>
          <p:cNvSpPr/>
          <p:nvPr/>
        </p:nvSpPr>
        <p:spPr>
          <a:xfrm>
            <a:off x="2853164" y="2367049"/>
            <a:ext cx="1187017" cy="1932808"/>
          </a:xfrm>
          <a:custGeom>
            <a:avLst/>
            <a:gdLst/>
            <a:ahLst/>
            <a:cxnLst/>
            <a:rect l="l" t="t" r="r" b="b"/>
            <a:pathLst>
              <a:path w="21600" h="21600" extrusionOk="0">
                <a:moveTo>
                  <a:pt x="0" y="0"/>
                </a:moveTo>
                <a:lnTo>
                  <a:pt x="21600" y="826"/>
                </a:lnTo>
                <a:lnTo>
                  <a:pt x="21564" y="20683"/>
                </a:lnTo>
                <a:lnTo>
                  <a:pt x="0" y="21600"/>
                </a:lnTo>
                <a:lnTo>
                  <a:pt x="0" y="0"/>
                </a:lnTo>
                <a:close/>
              </a:path>
            </a:pathLst>
          </a:custGeom>
          <a:gradFill>
            <a:gsLst>
              <a:gs pos="0">
                <a:srgbClr val="FED300"/>
              </a:gs>
              <a:gs pos="2028">
                <a:srgbClr val="FED300"/>
              </a:gs>
              <a:gs pos="100000">
                <a:srgbClr val="FF9D2D"/>
              </a:gs>
            </a:gsLst>
            <a:lin ang="8628016"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dirty="0">
              <a:solidFill>
                <a:srgbClr val="000000"/>
              </a:solidFill>
              <a:latin typeface="Calibri"/>
              <a:ea typeface="Calibri"/>
              <a:cs typeface="Calibri"/>
              <a:sym typeface="Calibri"/>
            </a:endParaRPr>
          </a:p>
        </p:txBody>
      </p:sp>
      <p:sp>
        <p:nvSpPr>
          <p:cNvPr id="41" name="Google Shape;41;p3"/>
          <p:cNvSpPr/>
          <p:nvPr/>
        </p:nvSpPr>
        <p:spPr>
          <a:xfrm>
            <a:off x="3695816" y="2336799"/>
            <a:ext cx="8155300" cy="1963058"/>
          </a:xfrm>
          <a:custGeom>
            <a:avLst/>
            <a:gdLst/>
            <a:ahLst/>
            <a:cxnLst/>
            <a:rect l="l" t="t" r="r" b="b"/>
            <a:pathLst>
              <a:path w="21600" h="21600" extrusionOk="0">
                <a:moveTo>
                  <a:pt x="0" y="715"/>
                </a:moveTo>
                <a:lnTo>
                  <a:pt x="21597" y="0"/>
                </a:lnTo>
                <a:lnTo>
                  <a:pt x="21600" y="21600"/>
                </a:lnTo>
                <a:lnTo>
                  <a:pt x="0" y="20707"/>
                </a:lnTo>
                <a:lnTo>
                  <a:pt x="0" y="715"/>
                </a:lnTo>
                <a:close/>
              </a:path>
            </a:pathLst>
          </a:custGeom>
          <a:gradFill>
            <a:gsLst>
              <a:gs pos="0">
                <a:srgbClr val="FED300"/>
              </a:gs>
              <a:gs pos="2028">
                <a:srgbClr val="FED300"/>
              </a:gs>
              <a:gs pos="100000">
                <a:srgbClr val="FF9D2D"/>
              </a:gs>
            </a:gsLst>
            <a:lin ang="8628016" scaled="0"/>
          </a:gradFill>
          <a:ln>
            <a:noFill/>
          </a:ln>
          <a:effectLst>
            <a:outerShdw blurRad="101600" dist="118426" dir="2118751" rotWithShape="0">
              <a:srgbClr val="000000">
                <a:alpha val="23137"/>
              </a:srgbClr>
            </a:outerShdw>
          </a:effectLst>
        </p:spPr>
        <p:txBody>
          <a:bodyPr spcFirstLastPara="1" wrap="square" lIns="45700" tIns="45700" rIns="45700" bIns="45700" anchor="ctr" anchorCtr="0">
            <a:noAutofit/>
          </a:bodyPr>
          <a:lstStyle/>
          <a:p>
            <a:pPr algn="just"/>
            <a:r>
              <a:rPr lang="ms-MY" sz="2400" dirty="0">
                <a:latin typeface="Tahoma" panose="020B0604030504040204" pitchFamily="34" charset="0"/>
                <a:ea typeface="Tahoma" panose="020B0604030504040204" pitchFamily="34" charset="0"/>
                <a:cs typeface="Tahoma" panose="020B0604030504040204" pitchFamily="34" charset="0"/>
              </a:rPr>
              <a:t>Walau apapun peruntukan perenggan ini, peringkat keselamatan yang diberikan kepada sesuatu rahsia rasmi adalah sebagaimana yang difikirkan wajar oleh Pegawai Pengelas. </a:t>
            </a:r>
          </a:p>
        </p:txBody>
      </p:sp>
      <p:pic>
        <p:nvPicPr>
          <p:cNvPr id="49" name="Google Shape;49;p3" descr="Picture1.png"/>
          <p:cNvPicPr preferRelativeResize="0"/>
          <p:nvPr/>
        </p:nvPicPr>
        <p:blipFill rotWithShape="1">
          <a:blip r:embed="rId3">
            <a:alphaModFix amt="71516"/>
          </a:blip>
          <a:srcRect/>
          <a:stretch/>
        </p:blipFill>
        <p:spPr>
          <a:xfrm flipH="1">
            <a:off x="1963208" y="1760649"/>
            <a:ext cx="120233" cy="2107837"/>
          </a:xfrm>
          <a:prstGeom prst="rect">
            <a:avLst/>
          </a:prstGeom>
          <a:noFill/>
          <a:ln>
            <a:noFill/>
          </a:ln>
        </p:spPr>
      </p:pic>
      <p:pic>
        <p:nvPicPr>
          <p:cNvPr id="64" name="Google Shape;49;p3" descr="Picture1.png">
            <a:extLst>
              <a:ext uri="{FF2B5EF4-FFF2-40B4-BE49-F238E27FC236}">
                <a16:creationId xmlns="" xmlns:a16="http://schemas.microsoft.com/office/drawing/2014/main" id="{11642C0E-805D-4417-9B3E-43B035D688E5}"/>
              </a:ext>
            </a:extLst>
          </p:cNvPr>
          <p:cNvPicPr preferRelativeResize="0"/>
          <p:nvPr/>
        </p:nvPicPr>
        <p:blipFill rotWithShape="1">
          <a:blip r:embed="rId3">
            <a:alphaModFix amt="71516"/>
          </a:blip>
          <a:srcRect/>
          <a:stretch/>
        </p:blipFill>
        <p:spPr>
          <a:xfrm flipH="1">
            <a:off x="1648407" y="3117538"/>
            <a:ext cx="120233" cy="2107837"/>
          </a:xfrm>
          <a:prstGeom prst="rect">
            <a:avLst/>
          </a:prstGeom>
          <a:noFill/>
          <a:ln>
            <a:noFill/>
          </a:ln>
        </p:spPr>
      </p:pic>
      <p:sp>
        <p:nvSpPr>
          <p:cNvPr id="65" name="TextBox 64">
            <a:extLst>
              <a:ext uri="{FF2B5EF4-FFF2-40B4-BE49-F238E27FC236}">
                <a16:creationId xmlns="" xmlns:a16="http://schemas.microsoft.com/office/drawing/2014/main" id="{6F218D90-D97F-46D5-8FA0-00EAAED39103}"/>
              </a:ext>
            </a:extLst>
          </p:cNvPr>
          <p:cNvSpPr txBox="1"/>
          <p:nvPr/>
        </p:nvSpPr>
        <p:spPr>
          <a:xfrm>
            <a:off x="1978351" y="6183087"/>
            <a:ext cx="6954415" cy="430887"/>
          </a:xfrm>
          <a:prstGeom prst="rect">
            <a:avLst/>
          </a:prstGeom>
          <a:noFill/>
        </p:spPr>
        <p:txBody>
          <a:bodyPr wrap="square">
            <a:spAutoFit/>
          </a:bodyPr>
          <a:lstStyle/>
          <a:p>
            <a:pPr>
              <a:defRPr/>
            </a:pPr>
            <a:r>
              <a:rPr lang="en-US" sz="1100" spc="280" dirty="0"/>
              <a:t>PEJABAT KETUA PEGAWAI KESELAMATAN KERAJAAN MALAYSIA</a:t>
            </a:r>
          </a:p>
          <a:p>
            <a:pPr>
              <a:defRPr/>
            </a:pPr>
            <a:r>
              <a:rPr lang="en-US" sz="1100" spc="280" dirty="0"/>
              <a:t>JABATAN PERDANA MENTERI</a:t>
            </a:r>
          </a:p>
        </p:txBody>
      </p:sp>
      <p:pic>
        <p:nvPicPr>
          <p:cNvPr id="66" name="Picture 65">
            <a:extLst>
              <a:ext uri="{FF2B5EF4-FFF2-40B4-BE49-F238E27FC236}">
                <a16:creationId xmlns="" xmlns:a16="http://schemas.microsoft.com/office/drawing/2014/main" id="{8B9551F3-F6EF-45C0-92C1-168A2A7D593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39228" y="5748203"/>
            <a:ext cx="1300637" cy="1042168"/>
          </a:xfrm>
          <a:prstGeom prst="rect">
            <a:avLst/>
          </a:prstGeom>
        </p:spPr>
      </p:pic>
      <p:sp>
        <p:nvSpPr>
          <p:cNvPr id="24" name="Title 1">
            <a:extLst>
              <a:ext uri="{FF2B5EF4-FFF2-40B4-BE49-F238E27FC236}">
                <a16:creationId xmlns="" xmlns:a16="http://schemas.microsoft.com/office/drawing/2014/main" id="{5C168A8B-8A11-4CB2-BC7A-E6C638D6DAFF}"/>
              </a:ext>
            </a:extLst>
          </p:cNvPr>
          <p:cNvSpPr txBox="1">
            <a:spLocks/>
          </p:cNvSpPr>
          <p:nvPr/>
        </p:nvSpPr>
        <p:spPr>
          <a:xfrm>
            <a:off x="1823307" y="120767"/>
            <a:ext cx="10058400" cy="793275"/>
          </a:xfrm>
          <a:prstGeom prst="rect">
            <a:avLst/>
          </a:prstGeom>
          <a:effectLst/>
        </p:spPr>
        <p:txBody>
          <a:bodyPr vert="horz" lIns="91440" tIns="45720" rIns="91440" bIns="45720" rtlCol="0" anchor="ct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r"/>
            <a:r>
              <a:rPr lang="en-US" sz="2800" b="1" dirty="0" err="1">
                <a:solidFill>
                  <a:srgbClr val="0070C0"/>
                </a:solidFill>
                <a:latin typeface="Tahoma" panose="020B0604030504040204" pitchFamily="34" charset="0"/>
                <a:ea typeface="Tahoma" panose="020B0604030504040204" pitchFamily="34" charset="0"/>
                <a:cs typeface="Tahoma" panose="020B0604030504040204" pitchFamily="34" charset="0"/>
              </a:rPr>
              <a:t>sambungan</a:t>
            </a:r>
            <a:endParaRPr lang="en-MY" sz="2800" b="1" dirty="0">
              <a:solidFill>
                <a:srgbClr val="0070C0"/>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0530351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38"/>
                                        </p:tgtEl>
                                        <p:attrNameLst>
                                          <p:attrName>style.visibility</p:attrName>
                                        </p:attrNameLst>
                                      </p:cBhvr>
                                      <p:to>
                                        <p:strVal val="visible"/>
                                      </p:to>
                                    </p:set>
                                    <p:anim calcmode="lin" valueType="num">
                                      <p:cBhvr additive="base">
                                        <p:cTn id="7" dur="500"/>
                                        <p:tgtEl>
                                          <p:spTgt spid="38"/>
                                        </p:tgtEl>
                                        <p:attrNameLst>
                                          <p:attrName>ppt_w</p:attrName>
                                        </p:attrNameLst>
                                      </p:cBhvr>
                                      <p:tavLst>
                                        <p:tav tm="0">
                                          <p:val>
                                            <p:strVal val="0"/>
                                          </p:val>
                                        </p:tav>
                                        <p:tav tm="100000">
                                          <p:val>
                                            <p:strVal val="#ppt_w"/>
                                          </p:val>
                                        </p:tav>
                                      </p:tavLst>
                                    </p:anim>
                                    <p:anim calcmode="lin" valueType="num">
                                      <p:cBhvr additive="base">
                                        <p:cTn id="8" dur="500"/>
                                        <p:tgtEl>
                                          <p:spTgt spid="38"/>
                                        </p:tgtEl>
                                        <p:attrNameLst>
                                          <p:attrName>ppt_h</p:attrName>
                                        </p:attrNameLst>
                                      </p:cBhvr>
                                      <p:tavLst>
                                        <p:tav tm="0">
                                          <p:val>
                                            <p:strVal val="0"/>
                                          </p:val>
                                        </p:tav>
                                        <p:tav tm="100000">
                                          <p:val>
                                            <p:strVal val="#ppt_h"/>
                                          </p:val>
                                        </p:tav>
                                      </p:tavLst>
                                    </p:anim>
                                  </p:childTnLst>
                                </p:cTn>
                              </p:par>
                            </p:childTnLst>
                          </p:cTn>
                        </p:par>
                        <p:par>
                          <p:cTn id="9" fill="hold">
                            <p:stCondLst>
                              <p:cond delay="500"/>
                            </p:stCondLst>
                            <p:childTnLst>
                              <p:par>
                                <p:cTn id="10" presetID="10" presetClass="entr" presetSubtype="0" fill="hold" nodeType="after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500"/>
                                        <p:tgtEl>
                                          <p:spTgt spid="28"/>
                                        </p:tgtEl>
                                      </p:cBhvr>
                                    </p:animEffect>
                                  </p:childTnLst>
                                </p:cTn>
                              </p:par>
                            </p:childTnLst>
                          </p:cTn>
                        </p:par>
                        <p:par>
                          <p:cTn id="13" fill="hold">
                            <p:stCondLst>
                              <p:cond delay="1000"/>
                            </p:stCondLst>
                            <p:childTnLst>
                              <p:par>
                                <p:cTn id="14" presetID="10" presetClass="entr" presetSubtype="0" fill="hold" nodeType="after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fade">
                                      <p:cBhvr>
                                        <p:cTn id="16" dur="500"/>
                                        <p:tgtEl>
                                          <p:spTgt spid="29"/>
                                        </p:tgtEl>
                                      </p:cBhvr>
                                    </p:animEffect>
                                  </p:childTnLst>
                                </p:cTn>
                              </p:par>
                            </p:childTnLst>
                          </p:cTn>
                        </p:par>
                        <p:par>
                          <p:cTn id="17" fill="hold">
                            <p:stCondLst>
                              <p:cond delay="1500"/>
                            </p:stCondLst>
                            <p:childTnLst>
                              <p:par>
                                <p:cTn id="18" presetID="10" presetClass="entr" presetSubtype="0" fill="hold" nodeType="afterEffect">
                                  <p:stCondLst>
                                    <p:cond delay="0"/>
                                  </p:stCondLst>
                                  <p:childTnLst>
                                    <p:set>
                                      <p:cBhvr>
                                        <p:cTn id="19" dur="1" fill="hold">
                                          <p:stCondLst>
                                            <p:cond delay="0"/>
                                          </p:stCondLst>
                                        </p:cTn>
                                        <p:tgtEl>
                                          <p:spTgt spid="30"/>
                                        </p:tgtEl>
                                        <p:attrNameLst>
                                          <p:attrName>style.visibility</p:attrName>
                                        </p:attrNameLst>
                                      </p:cBhvr>
                                      <p:to>
                                        <p:strVal val="visible"/>
                                      </p:to>
                                    </p:set>
                                    <p:animEffect transition="in" filter="fade">
                                      <p:cBhvr>
                                        <p:cTn id="20" dur="500"/>
                                        <p:tgtEl>
                                          <p:spTgt spid="30"/>
                                        </p:tgtEl>
                                      </p:cBhvr>
                                    </p:animEffect>
                                  </p:childTnLst>
                                </p:cTn>
                              </p:par>
                            </p:childTnLst>
                          </p:cTn>
                        </p:par>
                        <p:par>
                          <p:cTn id="21" fill="hold">
                            <p:stCondLst>
                              <p:cond delay="2000"/>
                            </p:stCondLst>
                            <p:childTnLst>
                              <p:par>
                                <p:cTn id="22" presetID="23" presetClass="entr" presetSubtype="16" fill="hold" nodeType="afterEffect">
                                  <p:stCondLst>
                                    <p:cond delay="0"/>
                                  </p:stCondLst>
                                  <p:childTnLst>
                                    <p:set>
                                      <p:cBhvr>
                                        <p:cTn id="23" dur="1" fill="hold">
                                          <p:stCondLst>
                                            <p:cond delay="0"/>
                                          </p:stCondLst>
                                        </p:cTn>
                                        <p:tgtEl>
                                          <p:spTgt spid="33"/>
                                        </p:tgtEl>
                                        <p:attrNameLst>
                                          <p:attrName>style.visibility</p:attrName>
                                        </p:attrNameLst>
                                      </p:cBhvr>
                                      <p:to>
                                        <p:strVal val="visible"/>
                                      </p:to>
                                    </p:set>
                                    <p:anim calcmode="lin" valueType="num">
                                      <p:cBhvr additive="base">
                                        <p:cTn id="24" dur="500"/>
                                        <p:tgtEl>
                                          <p:spTgt spid="33"/>
                                        </p:tgtEl>
                                        <p:attrNameLst>
                                          <p:attrName>ppt_w</p:attrName>
                                        </p:attrNameLst>
                                      </p:cBhvr>
                                      <p:tavLst>
                                        <p:tav tm="0">
                                          <p:val>
                                            <p:strVal val="0"/>
                                          </p:val>
                                        </p:tav>
                                        <p:tav tm="100000">
                                          <p:val>
                                            <p:strVal val="#ppt_w"/>
                                          </p:val>
                                        </p:tav>
                                      </p:tavLst>
                                    </p:anim>
                                    <p:anim calcmode="lin" valueType="num">
                                      <p:cBhvr additive="base">
                                        <p:cTn id="25" dur="500"/>
                                        <p:tgtEl>
                                          <p:spTgt spid="33"/>
                                        </p:tgtEl>
                                        <p:attrNameLst>
                                          <p:attrName>ppt_h</p:attrName>
                                        </p:attrNameLst>
                                      </p:cBhvr>
                                      <p:tavLst>
                                        <p:tav tm="0">
                                          <p:val>
                                            <p:strVal val="0"/>
                                          </p:val>
                                        </p:tav>
                                        <p:tav tm="100000">
                                          <p:val>
                                            <p:strVal val="#ppt_h"/>
                                          </p:val>
                                        </p:tav>
                                      </p:tavLst>
                                    </p:anim>
                                  </p:childTnLst>
                                </p:cTn>
                              </p:par>
                            </p:childTnLst>
                          </p:cTn>
                        </p:par>
                        <p:par>
                          <p:cTn id="26" fill="hold">
                            <p:stCondLst>
                              <p:cond delay="2500"/>
                            </p:stCondLst>
                            <p:childTnLst>
                              <p:par>
                                <p:cTn id="27" presetID="23" presetClass="entr" presetSubtype="16" fill="hold" nodeType="afterEffect">
                                  <p:stCondLst>
                                    <p:cond delay="0"/>
                                  </p:stCondLst>
                                  <p:childTnLst>
                                    <p:set>
                                      <p:cBhvr>
                                        <p:cTn id="28" dur="1" fill="hold">
                                          <p:stCondLst>
                                            <p:cond delay="0"/>
                                          </p:stCondLst>
                                        </p:cTn>
                                        <p:tgtEl>
                                          <p:spTgt spid="49"/>
                                        </p:tgtEl>
                                        <p:attrNameLst>
                                          <p:attrName>style.visibility</p:attrName>
                                        </p:attrNameLst>
                                      </p:cBhvr>
                                      <p:to>
                                        <p:strVal val="visible"/>
                                      </p:to>
                                    </p:set>
                                    <p:anim calcmode="lin" valueType="num">
                                      <p:cBhvr additive="base">
                                        <p:cTn id="29" dur="500"/>
                                        <p:tgtEl>
                                          <p:spTgt spid="49"/>
                                        </p:tgtEl>
                                        <p:attrNameLst>
                                          <p:attrName>ppt_w</p:attrName>
                                        </p:attrNameLst>
                                      </p:cBhvr>
                                      <p:tavLst>
                                        <p:tav tm="0">
                                          <p:val>
                                            <p:strVal val="0"/>
                                          </p:val>
                                        </p:tav>
                                        <p:tav tm="100000">
                                          <p:val>
                                            <p:strVal val="#ppt_w"/>
                                          </p:val>
                                        </p:tav>
                                      </p:tavLst>
                                    </p:anim>
                                    <p:anim calcmode="lin" valueType="num">
                                      <p:cBhvr additive="base">
                                        <p:cTn id="30" dur="500"/>
                                        <p:tgtEl>
                                          <p:spTgt spid="49"/>
                                        </p:tgtEl>
                                        <p:attrNameLst>
                                          <p:attrName>ppt_h</p:attrName>
                                        </p:attrNameLst>
                                      </p:cBhvr>
                                      <p:tavLst>
                                        <p:tav tm="0">
                                          <p:val>
                                            <p:strVal val="0"/>
                                          </p:val>
                                        </p:tav>
                                        <p:tav tm="100000">
                                          <p:val>
                                            <p:strVal val="#ppt_h"/>
                                          </p:val>
                                        </p:tav>
                                      </p:tavLst>
                                    </p:anim>
                                  </p:childTnLst>
                                </p:cTn>
                              </p:par>
                            </p:childTnLst>
                          </p:cTn>
                        </p:par>
                        <p:par>
                          <p:cTn id="31" fill="hold">
                            <p:stCondLst>
                              <p:cond delay="3000"/>
                            </p:stCondLst>
                            <p:childTnLst>
                              <p:par>
                                <p:cTn id="32" presetID="10" presetClass="entr" presetSubtype="0" fill="hold" nodeType="afterEffect">
                                  <p:stCondLst>
                                    <p:cond delay="0"/>
                                  </p:stCondLst>
                                  <p:childTnLst>
                                    <p:set>
                                      <p:cBhvr>
                                        <p:cTn id="33" dur="1" fill="hold">
                                          <p:stCondLst>
                                            <p:cond delay="0"/>
                                          </p:stCondLst>
                                        </p:cTn>
                                        <p:tgtEl>
                                          <p:spTgt spid="39"/>
                                        </p:tgtEl>
                                        <p:attrNameLst>
                                          <p:attrName>style.visibility</p:attrName>
                                        </p:attrNameLst>
                                      </p:cBhvr>
                                      <p:to>
                                        <p:strVal val="visible"/>
                                      </p:to>
                                    </p:set>
                                    <p:animEffect transition="in" filter="fade">
                                      <p:cBhvr>
                                        <p:cTn id="34" dur="500"/>
                                        <p:tgtEl>
                                          <p:spTgt spid="39"/>
                                        </p:tgtEl>
                                      </p:cBhvr>
                                    </p:animEffect>
                                  </p:childTnLst>
                                </p:cTn>
                              </p:par>
                            </p:childTnLst>
                          </p:cTn>
                        </p:par>
                        <p:par>
                          <p:cTn id="35" fill="hold">
                            <p:stCondLst>
                              <p:cond delay="3500"/>
                            </p:stCondLst>
                            <p:childTnLst>
                              <p:par>
                                <p:cTn id="36" presetID="10" presetClass="entr" presetSubtype="0" fill="hold" nodeType="afterEffect">
                                  <p:stCondLst>
                                    <p:cond delay="0"/>
                                  </p:stCondLst>
                                  <p:childTnLst>
                                    <p:set>
                                      <p:cBhvr>
                                        <p:cTn id="37" dur="1" fill="hold">
                                          <p:stCondLst>
                                            <p:cond delay="0"/>
                                          </p:stCondLst>
                                        </p:cTn>
                                        <p:tgtEl>
                                          <p:spTgt spid="40"/>
                                        </p:tgtEl>
                                        <p:attrNameLst>
                                          <p:attrName>style.visibility</p:attrName>
                                        </p:attrNameLst>
                                      </p:cBhvr>
                                      <p:to>
                                        <p:strVal val="visible"/>
                                      </p:to>
                                    </p:set>
                                    <p:animEffect transition="in" filter="fade">
                                      <p:cBhvr>
                                        <p:cTn id="38" dur="500"/>
                                        <p:tgtEl>
                                          <p:spTgt spid="40"/>
                                        </p:tgtEl>
                                      </p:cBhvr>
                                    </p:animEffect>
                                  </p:childTnLst>
                                </p:cTn>
                              </p:par>
                            </p:childTnLst>
                          </p:cTn>
                        </p:par>
                        <p:par>
                          <p:cTn id="39" fill="hold">
                            <p:stCondLst>
                              <p:cond delay="4000"/>
                            </p:stCondLst>
                            <p:childTnLst>
                              <p:par>
                                <p:cTn id="40" presetID="10" presetClass="entr" presetSubtype="0" fill="hold" nodeType="afterEffect">
                                  <p:stCondLst>
                                    <p:cond delay="0"/>
                                  </p:stCondLst>
                                  <p:childTnLst>
                                    <p:set>
                                      <p:cBhvr>
                                        <p:cTn id="41" dur="1" fill="hold">
                                          <p:stCondLst>
                                            <p:cond delay="0"/>
                                          </p:stCondLst>
                                        </p:cTn>
                                        <p:tgtEl>
                                          <p:spTgt spid="41"/>
                                        </p:tgtEl>
                                        <p:attrNameLst>
                                          <p:attrName>style.visibility</p:attrName>
                                        </p:attrNameLst>
                                      </p:cBhvr>
                                      <p:to>
                                        <p:strVal val="visible"/>
                                      </p:to>
                                    </p:set>
                                    <p:animEffect transition="in" filter="fade">
                                      <p:cBhvr>
                                        <p:cTn id="42" dur="500"/>
                                        <p:tgtEl>
                                          <p:spTgt spid="41"/>
                                        </p:tgtEl>
                                      </p:cBhvr>
                                    </p:animEffect>
                                  </p:childTnLst>
                                </p:cTn>
                              </p:par>
                            </p:childTnLst>
                          </p:cTn>
                        </p:par>
                        <p:par>
                          <p:cTn id="43" fill="hold">
                            <p:stCondLst>
                              <p:cond delay="4500"/>
                            </p:stCondLst>
                            <p:childTnLst>
                              <p:par>
                                <p:cTn id="44" presetID="10" presetClass="entr" presetSubtype="0" fill="hold" nodeType="afterEffect">
                                  <p:stCondLst>
                                    <p:cond delay="0"/>
                                  </p:stCondLst>
                                  <p:childTnLst>
                                    <p:set>
                                      <p:cBhvr>
                                        <p:cTn id="45" dur="1" fill="hold">
                                          <p:stCondLst>
                                            <p:cond delay="0"/>
                                          </p:stCondLst>
                                        </p:cTn>
                                        <p:tgtEl>
                                          <p:spTgt spid="52"/>
                                        </p:tgtEl>
                                        <p:attrNameLst>
                                          <p:attrName>style.visibility</p:attrName>
                                        </p:attrNameLst>
                                      </p:cBhvr>
                                      <p:to>
                                        <p:strVal val="visible"/>
                                      </p:to>
                                    </p:set>
                                    <p:animEffect transition="in" filter="fade">
                                      <p:cBhvr>
                                        <p:cTn id="46" dur="500"/>
                                        <p:tgtEl>
                                          <p:spTgt spid="52"/>
                                        </p:tgtEl>
                                      </p:cBhvr>
                                    </p:animEffect>
                                  </p:childTnLst>
                                </p:cTn>
                              </p:par>
                            </p:childTnLst>
                          </p:cTn>
                        </p:par>
                        <p:par>
                          <p:cTn id="47" fill="hold">
                            <p:stCondLst>
                              <p:cond delay="5000"/>
                            </p:stCondLst>
                            <p:childTnLst>
                              <p:par>
                                <p:cTn id="48" presetID="23" presetClass="entr" presetSubtype="16" fill="hold" nodeType="afterEffect">
                                  <p:stCondLst>
                                    <p:cond delay="0"/>
                                  </p:stCondLst>
                                  <p:childTnLst>
                                    <p:set>
                                      <p:cBhvr>
                                        <p:cTn id="49" dur="1" fill="hold">
                                          <p:stCondLst>
                                            <p:cond delay="0"/>
                                          </p:stCondLst>
                                        </p:cTn>
                                        <p:tgtEl>
                                          <p:spTgt spid="27"/>
                                        </p:tgtEl>
                                        <p:attrNameLst>
                                          <p:attrName>style.visibility</p:attrName>
                                        </p:attrNameLst>
                                      </p:cBhvr>
                                      <p:to>
                                        <p:strVal val="visible"/>
                                      </p:to>
                                    </p:set>
                                    <p:anim calcmode="lin" valueType="num">
                                      <p:cBhvr additive="base">
                                        <p:cTn id="50" dur="500"/>
                                        <p:tgtEl>
                                          <p:spTgt spid="27"/>
                                        </p:tgtEl>
                                        <p:attrNameLst>
                                          <p:attrName>ppt_w</p:attrName>
                                        </p:attrNameLst>
                                      </p:cBhvr>
                                      <p:tavLst>
                                        <p:tav tm="0">
                                          <p:val>
                                            <p:strVal val="0"/>
                                          </p:val>
                                        </p:tav>
                                        <p:tav tm="100000">
                                          <p:val>
                                            <p:strVal val="#ppt_w"/>
                                          </p:val>
                                        </p:tav>
                                      </p:tavLst>
                                    </p:anim>
                                    <p:anim calcmode="lin" valueType="num">
                                      <p:cBhvr additive="base">
                                        <p:cTn id="51" dur="500"/>
                                        <p:tgtEl>
                                          <p:spTgt spid="27"/>
                                        </p:tgtEl>
                                        <p:attrNameLst>
                                          <p:attrName>ppt_h</p:attrName>
                                        </p:attrNameLst>
                                      </p:cBhvr>
                                      <p:tavLst>
                                        <p:tav tm="0">
                                          <p:val>
                                            <p:strVal val="0"/>
                                          </p:val>
                                        </p:tav>
                                        <p:tav tm="100000">
                                          <p:val>
                                            <p:strVal val="#ppt_h"/>
                                          </p:val>
                                        </p:tav>
                                      </p:tavLst>
                                    </p:anim>
                                  </p:childTnLst>
                                </p:cTn>
                              </p:par>
                            </p:childTnLst>
                          </p:cTn>
                        </p:par>
                        <p:par>
                          <p:cTn id="52" fill="hold">
                            <p:stCondLst>
                              <p:cond delay="5500"/>
                            </p:stCondLst>
                            <p:childTnLst>
                              <p:par>
                                <p:cTn id="53" presetID="10" presetClass="entr" presetSubtype="0" fill="hold" nodeType="afterEffect">
                                  <p:stCondLst>
                                    <p:cond delay="0"/>
                                  </p:stCondLst>
                                  <p:childTnLst>
                                    <p:set>
                                      <p:cBhvr>
                                        <p:cTn id="54" dur="1" fill="hold">
                                          <p:stCondLst>
                                            <p:cond delay="0"/>
                                          </p:stCondLst>
                                        </p:cTn>
                                        <p:tgtEl>
                                          <p:spTgt spid="17"/>
                                        </p:tgtEl>
                                        <p:attrNameLst>
                                          <p:attrName>style.visibility</p:attrName>
                                        </p:attrNameLst>
                                      </p:cBhvr>
                                      <p:to>
                                        <p:strVal val="visible"/>
                                      </p:to>
                                    </p:set>
                                    <p:animEffect transition="in" filter="fade">
                                      <p:cBhvr>
                                        <p:cTn id="55" dur="500"/>
                                        <p:tgtEl>
                                          <p:spTgt spid="17"/>
                                        </p:tgtEl>
                                      </p:cBhvr>
                                    </p:animEffect>
                                  </p:childTnLst>
                                </p:cTn>
                              </p:par>
                            </p:childTnLst>
                          </p:cTn>
                        </p:par>
                        <p:par>
                          <p:cTn id="56" fill="hold">
                            <p:stCondLst>
                              <p:cond delay="6000"/>
                            </p:stCondLst>
                            <p:childTnLst>
                              <p:par>
                                <p:cTn id="57" presetID="10" presetClass="entr" presetSubtype="0" fill="hold" nodeType="afterEffect">
                                  <p:stCondLst>
                                    <p:cond delay="0"/>
                                  </p:stCondLst>
                                  <p:childTnLst>
                                    <p:set>
                                      <p:cBhvr>
                                        <p:cTn id="58" dur="1" fill="hold">
                                          <p:stCondLst>
                                            <p:cond delay="0"/>
                                          </p:stCondLst>
                                        </p:cTn>
                                        <p:tgtEl>
                                          <p:spTgt spid="18"/>
                                        </p:tgtEl>
                                        <p:attrNameLst>
                                          <p:attrName>style.visibility</p:attrName>
                                        </p:attrNameLst>
                                      </p:cBhvr>
                                      <p:to>
                                        <p:strVal val="visible"/>
                                      </p:to>
                                    </p:set>
                                    <p:animEffect transition="in" filter="fade">
                                      <p:cBhvr>
                                        <p:cTn id="59" dur="500"/>
                                        <p:tgtEl>
                                          <p:spTgt spid="18"/>
                                        </p:tgtEl>
                                      </p:cBhvr>
                                    </p:animEffect>
                                  </p:childTnLst>
                                </p:cTn>
                              </p:par>
                            </p:childTnLst>
                          </p:cTn>
                        </p:par>
                        <p:par>
                          <p:cTn id="60" fill="hold">
                            <p:stCondLst>
                              <p:cond delay="6500"/>
                            </p:stCondLst>
                            <p:childTnLst>
                              <p:par>
                                <p:cTn id="61" presetID="10" presetClass="entr" presetSubtype="0" fill="hold" nodeType="afterEffect">
                                  <p:stCondLst>
                                    <p:cond delay="0"/>
                                  </p:stCondLst>
                                  <p:childTnLst>
                                    <p:set>
                                      <p:cBhvr>
                                        <p:cTn id="62" dur="1" fill="hold">
                                          <p:stCondLst>
                                            <p:cond delay="0"/>
                                          </p:stCondLst>
                                        </p:cTn>
                                        <p:tgtEl>
                                          <p:spTgt spid="19"/>
                                        </p:tgtEl>
                                        <p:attrNameLst>
                                          <p:attrName>style.visibility</p:attrName>
                                        </p:attrNameLst>
                                      </p:cBhvr>
                                      <p:to>
                                        <p:strVal val="visible"/>
                                      </p:to>
                                    </p:set>
                                    <p:animEffect transition="in" filter="fade">
                                      <p:cBhvr>
                                        <p:cTn id="63" dur="500"/>
                                        <p:tgtEl>
                                          <p:spTgt spid="19"/>
                                        </p:tgtEl>
                                      </p:cBhvr>
                                    </p:animEffect>
                                  </p:childTnLst>
                                </p:cTn>
                              </p:par>
                            </p:childTnLst>
                          </p:cTn>
                        </p:par>
                        <p:par>
                          <p:cTn id="64" fill="hold">
                            <p:stCondLst>
                              <p:cond delay="7000"/>
                            </p:stCondLst>
                            <p:childTnLst>
                              <p:par>
                                <p:cTn id="65" presetID="23" presetClass="entr" presetSubtype="16" fill="hold" nodeType="afterEffect">
                                  <p:stCondLst>
                                    <p:cond delay="0"/>
                                  </p:stCondLst>
                                  <p:childTnLst>
                                    <p:set>
                                      <p:cBhvr>
                                        <p:cTn id="66" dur="1" fill="hold">
                                          <p:stCondLst>
                                            <p:cond delay="0"/>
                                          </p:stCondLst>
                                        </p:cTn>
                                        <p:tgtEl>
                                          <p:spTgt spid="64"/>
                                        </p:tgtEl>
                                        <p:attrNameLst>
                                          <p:attrName>style.visibility</p:attrName>
                                        </p:attrNameLst>
                                      </p:cBhvr>
                                      <p:to>
                                        <p:strVal val="visible"/>
                                      </p:to>
                                    </p:set>
                                    <p:anim calcmode="lin" valueType="num">
                                      <p:cBhvr additive="base">
                                        <p:cTn id="67" dur="500"/>
                                        <p:tgtEl>
                                          <p:spTgt spid="64"/>
                                        </p:tgtEl>
                                        <p:attrNameLst>
                                          <p:attrName>ppt_w</p:attrName>
                                        </p:attrNameLst>
                                      </p:cBhvr>
                                      <p:tavLst>
                                        <p:tav tm="0">
                                          <p:val>
                                            <p:strVal val="0"/>
                                          </p:val>
                                        </p:tav>
                                        <p:tav tm="100000">
                                          <p:val>
                                            <p:strVal val="#ppt_w"/>
                                          </p:val>
                                        </p:tav>
                                      </p:tavLst>
                                    </p:anim>
                                    <p:anim calcmode="lin" valueType="num">
                                      <p:cBhvr additive="base">
                                        <p:cTn id="68" dur="500"/>
                                        <p:tgtEl>
                                          <p:spTgt spid="64"/>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6"/>
        <p:cNvGrpSpPr/>
        <p:nvPr/>
      </p:nvGrpSpPr>
      <p:grpSpPr>
        <a:xfrm>
          <a:off x="0" y="0"/>
          <a:ext cx="0" cy="0"/>
          <a:chOff x="0" y="0"/>
          <a:chExt cx="0" cy="0"/>
        </a:xfrm>
      </p:grpSpPr>
      <p:sp>
        <p:nvSpPr>
          <p:cNvPr id="17" name="Google Shape;17;p3"/>
          <p:cNvSpPr/>
          <p:nvPr/>
        </p:nvSpPr>
        <p:spPr>
          <a:xfrm>
            <a:off x="1448214" y="4768571"/>
            <a:ext cx="874813" cy="1240880"/>
          </a:xfrm>
          <a:custGeom>
            <a:avLst/>
            <a:gdLst/>
            <a:ahLst/>
            <a:cxnLst/>
            <a:rect l="l" t="t" r="r" b="b"/>
            <a:pathLst>
              <a:path w="21600" h="21600" extrusionOk="0">
                <a:moveTo>
                  <a:pt x="0" y="2021"/>
                </a:moveTo>
                <a:lnTo>
                  <a:pt x="21600" y="0"/>
                </a:lnTo>
                <a:lnTo>
                  <a:pt x="21576" y="21600"/>
                </a:lnTo>
                <a:lnTo>
                  <a:pt x="0" y="19530"/>
                </a:lnTo>
                <a:lnTo>
                  <a:pt x="0" y="2021"/>
                </a:lnTo>
                <a:close/>
              </a:path>
            </a:pathLst>
          </a:custGeom>
          <a:gradFill>
            <a:gsLst>
              <a:gs pos="0">
                <a:srgbClr val="D34B6F"/>
              </a:gs>
              <a:gs pos="100000">
                <a:srgbClr val="AD226F"/>
              </a:gs>
            </a:gsLst>
            <a:lin ang="8628016"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8" name="Google Shape;18;p3"/>
          <p:cNvSpPr/>
          <p:nvPr/>
        </p:nvSpPr>
        <p:spPr>
          <a:xfrm>
            <a:off x="2323027" y="4780335"/>
            <a:ext cx="1187017" cy="1217351"/>
          </a:xfrm>
          <a:custGeom>
            <a:avLst/>
            <a:gdLst/>
            <a:ahLst/>
            <a:cxnLst/>
            <a:rect l="l" t="t" r="r" b="b"/>
            <a:pathLst>
              <a:path w="21600" h="21600" extrusionOk="0">
                <a:moveTo>
                  <a:pt x="0" y="0"/>
                </a:moveTo>
                <a:lnTo>
                  <a:pt x="21600" y="826"/>
                </a:lnTo>
                <a:lnTo>
                  <a:pt x="21564" y="20683"/>
                </a:lnTo>
                <a:lnTo>
                  <a:pt x="0" y="21600"/>
                </a:lnTo>
                <a:lnTo>
                  <a:pt x="0" y="0"/>
                </a:lnTo>
                <a:close/>
              </a:path>
            </a:pathLst>
          </a:custGeom>
          <a:gradFill>
            <a:gsLst>
              <a:gs pos="0">
                <a:srgbClr val="D34B6F"/>
              </a:gs>
              <a:gs pos="100000">
                <a:srgbClr val="AD226F"/>
              </a:gs>
            </a:gsLst>
            <a:lin ang="8628016"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9" name="Google Shape;19;p3"/>
          <p:cNvSpPr/>
          <p:nvPr/>
        </p:nvSpPr>
        <p:spPr>
          <a:xfrm>
            <a:off x="3510044" y="4802206"/>
            <a:ext cx="8371663" cy="1240880"/>
          </a:xfrm>
          <a:custGeom>
            <a:avLst/>
            <a:gdLst/>
            <a:ahLst/>
            <a:cxnLst/>
            <a:rect l="l" t="t" r="r" b="b"/>
            <a:pathLst>
              <a:path w="21600" h="21600" extrusionOk="0">
                <a:moveTo>
                  <a:pt x="0" y="715"/>
                </a:moveTo>
                <a:lnTo>
                  <a:pt x="21597" y="0"/>
                </a:lnTo>
                <a:lnTo>
                  <a:pt x="21600" y="21600"/>
                </a:lnTo>
                <a:lnTo>
                  <a:pt x="0" y="20707"/>
                </a:lnTo>
                <a:lnTo>
                  <a:pt x="0" y="715"/>
                </a:lnTo>
                <a:close/>
              </a:path>
            </a:pathLst>
          </a:custGeom>
          <a:gradFill>
            <a:gsLst>
              <a:gs pos="0">
                <a:srgbClr val="D34B6F"/>
              </a:gs>
              <a:gs pos="100000">
                <a:srgbClr val="AD226F"/>
              </a:gs>
            </a:gsLst>
            <a:lin ang="8628016" scaled="0"/>
          </a:gradFill>
          <a:ln>
            <a:noFill/>
          </a:ln>
          <a:effectLst>
            <a:outerShdw blurRad="101600" dist="118426" dir="2118751" rotWithShape="0">
              <a:srgbClr val="000000">
                <a:alpha val="23137"/>
              </a:srgbClr>
            </a:outerShdw>
          </a:effectLst>
        </p:spPr>
        <p:txBody>
          <a:bodyPr spcFirstLastPara="1" wrap="square" lIns="45700" tIns="45700" rIns="45700" bIns="45700" anchor="ctr" anchorCtr="0">
            <a:noAutofit/>
          </a:bodyPr>
          <a:lstStyle/>
          <a:p>
            <a:pPr lvl="0" algn="just"/>
            <a:endParaRPr lang="en-MY" sz="2400" dirty="0">
              <a:latin typeface="Tahoma" panose="020B0604030504040204" pitchFamily="34" charset="0"/>
              <a:ea typeface="Tahoma" panose="020B0604030504040204" pitchFamily="34" charset="0"/>
              <a:cs typeface="Tahoma" panose="020B0604030504040204" pitchFamily="34" charset="0"/>
            </a:endParaRPr>
          </a:p>
        </p:txBody>
      </p:sp>
      <p:pic>
        <p:nvPicPr>
          <p:cNvPr id="27" name="Google Shape;27;p3" descr="Picture1.png"/>
          <p:cNvPicPr preferRelativeResize="0"/>
          <p:nvPr/>
        </p:nvPicPr>
        <p:blipFill rotWithShape="1">
          <a:blip r:embed="rId3">
            <a:alphaModFix amt="71516"/>
          </a:blip>
          <a:srcRect/>
          <a:stretch/>
        </p:blipFill>
        <p:spPr>
          <a:xfrm flipH="1">
            <a:off x="1377211" y="4191669"/>
            <a:ext cx="120233" cy="2107836"/>
          </a:xfrm>
          <a:prstGeom prst="rect">
            <a:avLst/>
          </a:prstGeom>
          <a:noFill/>
          <a:ln>
            <a:noFill/>
          </a:ln>
        </p:spPr>
      </p:pic>
      <p:sp>
        <p:nvSpPr>
          <p:cNvPr id="28" name="Google Shape;28;p3"/>
          <p:cNvSpPr/>
          <p:nvPr/>
        </p:nvSpPr>
        <p:spPr>
          <a:xfrm>
            <a:off x="2519684" y="1073642"/>
            <a:ext cx="874813" cy="1266008"/>
          </a:xfrm>
          <a:custGeom>
            <a:avLst/>
            <a:gdLst/>
            <a:ahLst/>
            <a:cxnLst/>
            <a:rect l="l" t="t" r="r" b="b"/>
            <a:pathLst>
              <a:path w="21600" h="21600" extrusionOk="0">
                <a:moveTo>
                  <a:pt x="0" y="2021"/>
                </a:moveTo>
                <a:lnTo>
                  <a:pt x="21600" y="0"/>
                </a:lnTo>
                <a:lnTo>
                  <a:pt x="21576" y="21600"/>
                </a:lnTo>
                <a:lnTo>
                  <a:pt x="0" y="19530"/>
                </a:lnTo>
                <a:lnTo>
                  <a:pt x="0" y="2021"/>
                </a:lnTo>
                <a:close/>
              </a:path>
            </a:pathLst>
          </a:custGeom>
          <a:gradFill>
            <a:gsLst>
              <a:gs pos="0">
                <a:srgbClr val="CDE963"/>
              </a:gs>
              <a:gs pos="2028">
                <a:srgbClr val="CDE963"/>
              </a:gs>
              <a:gs pos="100000">
                <a:srgbClr val="5DBF25"/>
              </a:gs>
            </a:gsLst>
            <a:lin ang="8628016"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9" name="Google Shape;29;p3"/>
          <p:cNvSpPr/>
          <p:nvPr/>
        </p:nvSpPr>
        <p:spPr>
          <a:xfrm>
            <a:off x="3354123" y="1041091"/>
            <a:ext cx="1187017" cy="1336710"/>
          </a:xfrm>
          <a:custGeom>
            <a:avLst/>
            <a:gdLst/>
            <a:ahLst/>
            <a:cxnLst/>
            <a:rect l="l" t="t" r="r" b="b"/>
            <a:pathLst>
              <a:path w="21600" h="21600" extrusionOk="0">
                <a:moveTo>
                  <a:pt x="0" y="0"/>
                </a:moveTo>
                <a:lnTo>
                  <a:pt x="21600" y="826"/>
                </a:lnTo>
                <a:lnTo>
                  <a:pt x="21564" y="20683"/>
                </a:lnTo>
                <a:lnTo>
                  <a:pt x="0" y="21600"/>
                </a:lnTo>
                <a:lnTo>
                  <a:pt x="0" y="0"/>
                </a:lnTo>
                <a:close/>
              </a:path>
            </a:pathLst>
          </a:custGeom>
          <a:gradFill>
            <a:gsLst>
              <a:gs pos="0">
                <a:srgbClr val="CDE963"/>
              </a:gs>
              <a:gs pos="2028">
                <a:srgbClr val="CDE963"/>
              </a:gs>
              <a:gs pos="100000">
                <a:srgbClr val="5DBF25"/>
              </a:gs>
            </a:gsLst>
            <a:path path="circle">
              <a:fillToRect l="100000" b="100000"/>
            </a:path>
            <a:tileRect t="-100000" r="-10000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30" name="Google Shape;30;p3"/>
          <p:cNvSpPr/>
          <p:nvPr/>
        </p:nvSpPr>
        <p:spPr>
          <a:xfrm>
            <a:off x="4007346" y="935913"/>
            <a:ext cx="7843770" cy="1622593"/>
          </a:xfrm>
          <a:custGeom>
            <a:avLst/>
            <a:gdLst/>
            <a:ahLst/>
            <a:cxnLst/>
            <a:rect l="l" t="t" r="r" b="b"/>
            <a:pathLst>
              <a:path w="21600" h="21600" extrusionOk="0">
                <a:moveTo>
                  <a:pt x="0" y="715"/>
                </a:moveTo>
                <a:lnTo>
                  <a:pt x="21597" y="0"/>
                </a:lnTo>
                <a:lnTo>
                  <a:pt x="21600" y="21600"/>
                </a:lnTo>
                <a:lnTo>
                  <a:pt x="0" y="20707"/>
                </a:lnTo>
                <a:lnTo>
                  <a:pt x="0" y="715"/>
                </a:lnTo>
                <a:close/>
              </a:path>
            </a:pathLst>
          </a:custGeom>
          <a:gradFill>
            <a:gsLst>
              <a:gs pos="0">
                <a:srgbClr val="CDE963"/>
              </a:gs>
              <a:gs pos="2028">
                <a:srgbClr val="CDE963"/>
              </a:gs>
              <a:gs pos="100000">
                <a:srgbClr val="5DBF25"/>
              </a:gs>
            </a:gsLst>
            <a:lin ang="8628016" scaled="0"/>
          </a:gradFill>
          <a:ln>
            <a:noFill/>
          </a:ln>
          <a:effectLst>
            <a:outerShdw blurRad="101600" dist="118426" dir="2118751" rotWithShape="0">
              <a:srgbClr val="000000">
                <a:alpha val="23137"/>
              </a:srgbClr>
            </a:outerShdw>
          </a:effectLst>
        </p:spPr>
        <p:txBody>
          <a:bodyPr spcFirstLastPara="1" wrap="square" lIns="45700" tIns="45700" rIns="45700" bIns="45700" anchor="ctr" anchorCtr="0">
            <a:noAutofit/>
          </a:bodyPr>
          <a:lstStyle/>
          <a:p>
            <a:pPr lvl="0" algn="just"/>
            <a:r>
              <a:rPr lang="ms-MY" sz="2400" dirty="0">
                <a:latin typeface="Tahoma" panose="020B0604030504040204" pitchFamily="34" charset="0"/>
                <a:ea typeface="Tahoma" panose="020B0604030504040204" pitchFamily="34" charset="0"/>
                <a:cs typeface="Tahoma" panose="020B0604030504040204" pitchFamily="34" charset="0"/>
              </a:rPr>
              <a:t>Oleh kerana penggunaan tanda “</a:t>
            </a:r>
            <a:r>
              <a:rPr lang="ms-MY" sz="2400" b="1" dirty="0">
                <a:latin typeface="Tahoma" panose="020B0604030504040204" pitchFamily="34" charset="0"/>
                <a:ea typeface="Tahoma" panose="020B0604030504040204" pitchFamily="34" charset="0"/>
                <a:cs typeface="Tahoma" panose="020B0604030504040204" pitchFamily="34" charset="0"/>
              </a:rPr>
              <a:t>Persendirian”</a:t>
            </a:r>
            <a:r>
              <a:rPr lang="ms-MY" sz="2400" dirty="0">
                <a:latin typeface="Tahoma" panose="020B0604030504040204" pitchFamily="34" charset="0"/>
                <a:ea typeface="Tahoma" panose="020B0604030504040204" pitchFamily="34" charset="0"/>
                <a:cs typeface="Tahoma" panose="020B0604030504040204" pitchFamily="34" charset="0"/>
              </a:rPr>
              <a:t> mungkin mengakibatkan gangguan perjalanan prosedur biasa pejabat maka ia hendaklah digunakan jika betul-betul mustahak atas sebab-sebab keselamatan; dan</a:t>
            </a:r>
          </a:p>
        </p:txBody>
      </p:sp>
      <p:sp>
        <p:nvSpPr>
          <p:cNvPr id="33" name="Google Shape;33;p3"/>
          <p:cNvSpPr txBox="1"/>
          <p:nvPr/>
        </p:nvSpPr>
        <p:spPr>
          <a:xfrm>
            <a:off x="4310907" y="1819365"/>
            <a:ext cx="854891" cy="739141"/>
          </a:xfrm>
          <a:prstGeom prst="rect">
            <a:avLst/>
          </a:prstGeom>
          <a:noFill/>
          <a:ln>
            <a:noFill/>
          </a:ln>
        </p:spPr>
        <p:txBody>
          <a:bodyPr spcFirstLastPara="1" wrap="square" lIns="45700" tIns="45700" rIns="45700" bIns="45700" anchor="t" anchorCtr="0">
            <a:noAutofit/>
          </a:bodyPr>
          <a:lstStyle/>
          <a:p>
            <a:pPr marL="0" marR="0" lvl="0" indent="0" algn="ctr" rtl="0">
              <a:lnSpc>
                <a:spcPct val="100000"/>
              </a:lnSpc>
              <a:spcBef>
                <a:spcPts val="0"/>
              </a:spcBef>
              <a:spcAft>
                <a:spcPts val="0"/>
              </a:spcAft>
              <a:buClr>
                <a:srgbClr val="FFFFFF"/>
              </a:buClr>
              <a:buSzPts val="5000"/>
              <a:buFont typeface="Arial"/>
              <a:buNone/>
            </a:pPr>
            <a:endParaRPr lang="en-MY" dirty="0"/>
          </a:p>
          <a:p>
            <a:pPr marL="285750" marR="0" lvl="0" indent="-285750" algn="ctr" rtl="0">
              <a:lnSpc>
                <a:spcPct val="100000"/>
              </a:lnSpc>
              <a:spcBef>
                <a:spcPts val="0"/>
              </a:spcBef>
              <a:spcAft>
                <a:spcPts val="0"/>
              </a:spcAft>
              <a:buClr>
                <a:srgbClr val="FFFFFF"/>
              </a:buClr>
              <a:buSzPts val="5000"/>
              <a:buFont typeface="Arial" panose="020B0604020202020204" pitchFamily="34" charset="0"/>
              <a:buChar char="•"/>
            </a:pPr>
            <a:endParaRPr dirty="0"/>
          </a:p>
        </p:txBody>
      </p:sp>
      <p:pic>
        <p:nvPicPr>
          <p:cNvPr id="38" name="Google Shape;38;p3" descr="Picture1.png"/>
          <p:cNvPicPr preferRelativeResize="0"/>
          <p:nvPr/>
        </p:nvPicPr>
        <p:blipFill rotWithShape="1">
          <a:blip r:embed="rId3">
            <a:alphaModFix amt="71516"/>
          </a:blip>
          <a:srcRect/>
          <a:stretch/>
        </p:blipFill>
        <p:spPr>
          <a:xfrm flipH="1">
            <a:off x="2439260" y="670628"/>
            <a:ext cx="120233" cy="2107837"/>
          </a:xfrm>
          <a:prstGeom prst="rect">
            <a:avLst/>
          </a:prstGeom>
          <a:noFill/>
          <a:ln>
            <a:noFill/>
          </a:ln>
        </p:spPr>
      </p:pic>
      <p:sp>
        <p:nvSpPr>
          <p:cNvPr id="39" name="Google Shape;39;p3"/>
          <p:cNvSpPr/>
          <p:nvPr/>
        </p:nvSpPr>
        <p:spPr>
          <a:xfrm>
            <a:off x="1978351" y="2377801"/>
            <a:ext cx="874813" cy="1098375"/>
          </a:xfrm>
          <a:custGeom>
            <a:avLst/>
            <a:gdLst/>
            <a:ahLst/>
            <a:cxnLst/>
            <a:rect l="l" t="t" r="r" b="b"/>
            <a:pathLst>
              <a:path w="21600" h="21600" extrusionOk="0">
                <a:moveTo>
                  <a:pt x="0" y="2021"/>
                </a:moveTo>
                <a:lnTo>
                  <a:pt x="21600" y="0"/>
                </a:lnTo>
                <a:lnTo>
                  <a:pt x="21576" y="21600"/>
                </a:lnTo>
                <a:lnTo>
                  <a:pt x="0" y="19530"/>
                </a:lnTo>
                <a:lnTo>
                  <a:pt x="0" y="2021"/>
                </a:lnTo>
                <a:close/>
              </a:path>
            </a:pathLst>
          </a:custGeom>
          <a:gradFill>
            <a:gsLst>
              <a:gs pos="0">
                <a:srgbClr val="FED300"/>
              </a:gs>
              <a:gs pos="2028">
                <a:srgbClr val="FED300"/>
              </a:gs>
              <a:gs pos="100000">
                <a:srgbClr val="FF9D2D"/>
              </a:gs>
            </a:gsLst>
            <a:lin ang="8628016"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40" name="Google Shape;40;p3"/>
          <p:cNvSpPr/>
          <p:nvPr/>
        </p:nvSpPr>
        <p:spPr>
          <a:xfrm>
            <a:off x="2836746" y="2409858"/>
            <a:ext cx="1187017" cy="1055225"/>
          </a:xfrm>
          <a:custGeom>
            <a:avLst/>
            <a:gdLst/>
            <a:ahLst/>
            <a:cxnLst/>
            <a:rect l="l" t="t" r="r" b="b"/>
            <a:pathLst>
              <a:path w="21600" h="21600" extrusionOk="0">
                <a:moveTo>
                  <a:pt x="0" y="0"/>
                </a:moveTo>
                <a:lnTo>
                  <a:pt x="21600" y="826"/>
                </a:lnTo>
                <a:lnTo>
                  <a:pt x="21564" y="20683"/>
                </a:lnTo>
                <a:lnTo>
                  <a:pt x="0" y="21600"/>
                </a:lnTo>
                <a:lnTo>
                  <a:pt x="0" y="0"/>
                </a:lnTo>
                <a:close/>
              </a:path>
            </a:pathLst>
          </a:custGeom>
          <a:gradFill>
            <a:gsLst>
              <a:gs pos="0">
                <a:srgbClr val="FED300"/>
              </a:gs>
              <a:gs pos="2028">
                <a:srgbClr val="FED300"/>
              </a:gs>
              <a:gs pos="100000">
                <a:srgbClr val="FF9D2D"/>
              </a:gs>
            </a:gsLst>
            <a:lin ang="8628016"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dirty="0">
              <a:solidFill>
                <a:srgbClr val="000000"/>
              </a:solidFill>
              <a:latin typeface="Calibri"/>
              <a:ea typeface="Calibri"/>
              <a:cs typeface="Calibri"/>
              <a:sym typeface="Calibri"/>
            </a:endParaRPr>
          </a:p>
        </p:txBody>
      </p:sp>
      <p:sp>
        <p:nvSpPr>
          <p:cNvPr id="41" name="Google Shape;41;p3"/>
          <p:cNvSpPr/>
          <p:nvPr/>
        </p:nvSpPr>
        <p:spPr>
          <a:xfrm>
            <a:off x="4007345" y="2456212"/>
            <a:ext cx="7843771" cy="1014307"/>
          </a:xfrm>
          <a:custGeom>
            <a:avLst/>
            <a:gdLst/>
            <a:ahLst/>
            <a:cxnLst/>
            <a:rect l="l" t="t" r="r" b="b"/>
            <a:pathLst>
              <a:path w="21600" h="21600" extrusionOk="0">
                <a:moveTo>
                  <a:pt x="0" y="715"/>
                </a:moveTo>
                <a:lnTo>
                  <a:pt x="21597" y="0"/>
                </a:lnTo>
                <a:lnTo>
                  <a:pt x="21600" y="21600"/>
                </a:lnTo>
                <a:lnTo>
                  <a:pt x="0" y="20707"/>
                </a:lnTo>
                <a:lnTo>
                  <a:pt x="0" y="715"/>
                </a:lnTo>
                <a:close/>
              </a:path>
            </a:pathLst>
          </a:custGeom>
          <a:gradFill>
            <a:gsLst>
              <a:gs pos="0">
                <a:srgbClr val="FED300"/>
              </a:gs>
              <a:gs pos="2028">
                <a:srgbClr val="FED300"/>
              </a:gs>
              <a:gs pos="100000">
                <a:srgbClr val="FF9D2D"/>
              </a:gs>
            </a:gsLst>
            <a:lin ang="8628016" scaled="0"/>
          </a:gradFill>
          <a:ln>
            <a:noFill/>
          </a:ln>
          <a:effectLst>
            <a:outerShdw blurRad="101600" dist="118426" dir="2118751" rotWithShape="0">
              <a:srgbClr val="000000">
                <a:alpha val="23137"/>
              </a:srgbClr>
            </a:outerShdw>
          </a:effectLst>
        </p:spPr>
        <p:txBody>
          <a:bodyPr spcFirstLastPara="1" wrap="square" lIns="45700" tIns="45700" rIns="45700" bIns="45700" anchor="ctr" anchorCtr="0">
            <a:noAutofit/>
          </a:bodyPr>
          <a:lstStyle/>
          <a:p>
            <a:pPr lvl="0" algn="just"/>
            <a:endParaRPr lang="ms-MY" sz="2400" dirty="0">
              <a:latin typeface="Tahoma" panose="020B0604030504040204" pitchFamily="34" charset="0"/>
              <a:ea typeface="Tahoma" panose="020B0604030504040204" pitchFamily="34" charset="0"/>
              <a:cs typeface="Tahoma" panose="020B0604030504040204" pitchFamily="34" charset="0"/>
            </a:endParaRPr>
          </a:p>
        </p:txBody>
      </p:sp>
      <p:pic>
        <p:nvPicPr>
          <p:cNvPr id="49" name="Google Shape;49;p3" descr="Picture1.png"/>
          <p:cNvPicPr preferRelativeResize="0"/>
          <p:nvPr/>
        </p:nvPicPr>
        <p:blipFill rotWithShape="1">
          <a:blip r:embed="rId3">
            <a:alphaModFix amt="71516"/>
          </a:blip>
          <a:srcRect/>
          <a:stretch/>
        </p:blipFill>
        <p:spPr>
          <a:xfrm flipH="1">
            <a:off x="1963208" y="1760649"/>
            <a:ext cx="120233" cy="2107837"/>
          </a:xfrm>
          <a:prstGeom prst="rect">
            <a:avLst/>
          </a:prstGeom>
          <a:noFill/>
          <a:ln>
            <a:noFill/>
          </a:ln>
        </p:spPr>
      </p:pic>
      <p:sp>
        <p:nvSpPr>
          <p:cNvPr id="50" name="Google Shape;50;p3"/>
          <p:cNvSpPr/>
          <p:nvPr/>
        </p:nvSpPr>
        <p:spPr>
          <a:xfrm>
            <a:off x="1689013" y="3571295"/>
            <a:ext cx="874813" cy="1170889"/>
          </a:xfrm>
          <a:custGeom>
            <a:avLst/>
            <a:gdLst/>
            <a:ahLst/>
            <a:cxnLst/>
            <a:rect l="l" t="t" r="r" b="b"/>
            <a:pathLst>
              <a:path w="21600" h="21600" extrusionOk="0">
                <a:moveTo>
                  <a:pt x="0" y="2021"/>
                </a:moveTo>
                <a:lnTo>
                  <a:pt x="21600" y="0"/>
                </a:lnTo>
                <a:lnTo>
                  <a:pt x="21576" y="21600"/>
                </a:lnTo>
                <a:lnTo>
                  <a:pt x="0" y="19530"/>
                </a:lnTo>
                <a:lnTo>
                  <a:pt x="0" y="2021"/>
                </a:lnTo>
                <a:close/>
              </a:path>
            </a:pathLst>
          </a:custGeom>
          <a:gradFill>
            <a:gsLst>
              <a:gs pos="0">
                <a:srgbClr val="FF8185"/>
              </a:gs>
              <a:gs pos="100000">
                <a:srgbClr val="CF5781"/>
              </a:gs>
            </a:gsLst>
            <a:lin ang="8628016"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1" name="Google Shape;51;p3"/>
          <p:cNvSpPr/>
          <p:nvPr/>
        </p:nvSpPr>
        <p:spPr>
          <a:xfrm>
            <a:off x="2582730" y="3547942"/>
            <a:ext cx="1187017" cy="1185028"/>
          </a:xfrm>
          <a:custGeom>
            <a:avLst/>
            <a:gdLst/>
            <a:ahLst/>
            <a:cxnLst/>
            <a:rect l="l" t="t" r="r" b="b"/>
            <a:pathLst>
              <a:path w="21600" h="21600" extrusionOk="0">
                <a:moveTo>
                  <a:pt x="0" y="0"/>
                </a:moveTo>
                <a:lnTo>
                  <a:pt x="21600" y="826"/>
                </a:lnTo>
                <a:lnTo>
                  <a:pt x="21564" y="20683"/>
                </a:lnTo>
                <a:lnTo>
                  <a:pt x="0" y="21600"/>
                </a:lnTo>
                <a:lnTo>
                  <a:pt x="0" y="0"/>
                </a:lnTo>
                <a:close/>
              </a:path>
            </a:pathLst>
          </a:custGeom>
          <a:gradFill>
            <a:gsLst>
              <a:gs pos="0">
                <a:srgbClr val="FF8185"/>
              </a:gs>
              <a:gs pos="100000">
                <a:srgbClr val="CF5781"/>
              </a:gs>
            </a:gsLst>
            <a:lin ang="8628016"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2" name="Google Shape;52;p3"/>
          <p:cNvSpPr/>
          <p:nvPr/>
        </p:nvSpPr>
        <p:spPr>
          <a:xfrm>
            <a:off x="3695815" y="3534319"/>
            <a:ext cx="8185892" cy="1175593"/>
          </a:xfrm>
          <a:custGeom>
            <a:avLst/>
            <a:gdLst/>
            <a:ahLst/>
            <a:cxnLst/>
            <a:rect l="l" t="t" r="r" b="b"/>
            <a:pathLst>
              <a:path w="21600" h="21600" extrusionOk="0">
                <a:moveTo>
                  <a:pt x="0" y="715"/>
                </a:moveTo>
                <a:lnTo>
                  <a:pt x="21597" y="0"/>
                </a:lnTo>
                <a:lnTo>
                  <a:pt x="21600" y="21600"/>
                </a:lnTo>
                <a:lnTo>
                  <a:pt x="0" y="20707"/>
                </a:lnTo>
                <a:lnTo>
                  <a:pt x="0" y="715"/>
                </a:lnTo>
                <a:close/>
              </a:path>
            </a:pathLst>
          </a:custGeom>
          <a:gradFill>
            <a:gsLst>
              <a:gs pos="0">
                <a:srgbClr val="FF8185"/>
              </a:gs>
              <a:gs pos="100000">
                <a:srgbClr val="CF5781"/>
              </a:gs>
            </a:gsLst>
            <a:lin ang="8628016" scaled="0"/>
          </a:gradFill>
          <a:ln>
            <a:noFill/>
          </a:ln>
          <a:effectLst>
            <a:outerShdw blurRad="101600" dist="118426" dir="2118751" rotWithShape="0">
              <a:srgbClr val="000000">
                <a:alpha val="23137"/>
              </a:srgbClr>
            </a:outerShdw>
          </a:effectLst>
        </p:spPr>
        <p:txBody>
          <a:bodyPr spcFirstLastPara="1" wrap="square" lIns="45700" tIns="45700" rIns="45700" bIns="45700" anchor="ctr" anchorCtr="0">
            <a:noAutofit/>
          </a:bodyPr>
          <a:lstStyle/>
          <a:p>
            <a:pPr lvl="0" algn="just"/>
            <a:r>
              <a:rPr lang="ms-MY" sz="2400" dirty="0">
                <a:latin typeface="Tahoma" panose="020B0604030504040204" pitchFamily="34" charset="0"/>
                <a:ea typeface="Tahoma" panose="020B0604030504040204" pitchFamily="34" charset="0"/>
                <a:cs typeface="Tahoma" panose="020B0604030504040204" pitchFamily="34" charset="0"/>
              </a:rPr>
              <a:t>Peringkat bagi sesuatu fail tidak boleh rendah daripada peringkat dokumen tertinggi yang terkandung dalam fail itu. </a:t>
            </a:r>
            <a:endParaRPr lang="en-MY" sz="2400" dirty="0">
              <a:latin typeface="Tahoma" panose="020B0604030504040204" pitchFamily="34" charset="0"/>
              <a:ea typeface="Tahoma" panose="020B0604030504040204" pitchFamily="34" charset="0"/>
              <a:cs typeface="Tahoma" panose="020B0604030504040204" pitchFamily="34" charset="0"/>
            </a:endParaRPr>
          </a:p>
        </p:txBody>
      </p:sp>
      <p:sp>
        <p:nvSpPr>
          <p:cNvPr id="55" name="Google Shape;55;p3"/>
          <p:cNvSpPr txBox="1"/>
          <p:nvPr/>
        </p:nvSpPr>
        <p:spPr>
          <a:xfrm>
            <a:off x="3234547" y="3732174"/>
            <a:ext cx="854892" cy="739141"/>
          </a:xfrm>
          <a:prstGeom prst="rect">
            <a:avLst/>
          </a:prstGeom>
          <a:noFill/>
          <a:ln>
            <a:noFill/>
          </a:ln>
        </p:spPr>
        <p:txBody>
          <a:bodyPr spcFirstLastPara="1" wrap="square" lIns="45700" tIns="45700" rIns="45700" bIns="45700" anchor="t" anchorCtr="0">
            <a:noAutofit/>
          </a:bodyPr>
          <a:lstStyle/>
          <a:p>
            <a:pPr marL="285750" marR="0" lvl="0" indent="-285750" algn="ctr" rtl="0">
              <a:lnSpc>
                <a:spcPct val="100000"/>
              </a:lnSpc>
              <a:spcBef>
                <a:spcPts val="0"/>
              </a:spcBef>
              <a:spcAft>
                <a:spcPts val="0"/>
              </a:spcAft>
              <a:buClr>
                <a:srgbClr val="FFFFFF"/>
              </a:buClr>
              <a:buSzPts val="5000"/>
              <a:buFont typeface="Arial" panose="020B0604020202020204" pitchFamily="34" charset="0"/>
              <a:buChar char="•"/>
            </a:pPr>
            <a:endParaRPr lang="en-US" sz="5000" dirty="0">
              <a:solidFill>
                <a:srgbClr val="FFFFFF"/>
              </a:solidFill>
              <a:latin typeface="Arial"/>
              <a:cs typeface="Arial"/>
              <a:sym typeface="Arial"/>
            </a:endParaRPr>
          </a:p>
        </p:txBody>
      </p:sp>
      <p:pic>
        <p:nvPicPr>
          <p:cNvPr id="64" name="Google Shape;49;p3" descr="Picture1.png">
            <a:extLst>
              <a:ext uri="{FF2B5EF4-FFF2-40B4-BE49-F238E27FC236}">
                <a16:creationId xmlns="" xmlns:a16="http://schemas.microsoft.com/office/drawing/2014/main" id="{11642C0E-805D-4417-9B3E-43B035D688E5}"/>
              </a:ext>
            </a:extLst>
          </p:cNvPr>
          <p:cNvPicPr preferRelativeResize="0"/>
          <p:nvPr/>
        </p:nvPicPr>
        <p:blipFill rotWithShape="1">
          <a:blip r:embed="rId3">
            <a:alphaModFix amt="71516"/>
          </a:blip>
          <a:srcRect/>
          <a:stretch/>
        </p:blipFill>
        <p:spPr>
          <a:xfrm flipH="1">
            <a:off x="1648407" y="3117538"/>
            <a:ext cx="120233" cy="2107837"/>
          </a:xfrm>
          <a:prstGeom prst="rect">
            <a:avLst/>
          </a:prstGeom>
          <a:noFill/>
          <a:ln>
            <a:noFill/>
          </a:ln>
        </p:spPr>
      </p:pic>
      <p:sp>
        <p:nvSpPr>
          <p:cNvPr id="65" name="TextBox 64">
            <a:extLst>
              <a:ext uri="{FF2B5EF4-FFF2-40B4-BE49-F238E27FC236}">
                <a16:creationId xmlns="" xmlns:a16="http://schemas.microsoft.com/office/drawing/2014/main" id="{6F218D90-D97F-46D5-8FA0-00EAAED39103}"/>
              </a:ext>
            </a:extLst>
          </p:cNvPr>
          <p:cNvSpPr txBox="1"/>
          <p:nvPr/>
        </p:nvSpPr>
        <p:spPr>
          <a:xfrm>
            <a:off x="1978351" y="6183087"/>
            <a:ext cx="6954415" cy="430887"/>
          </a:xfrm>
          <a:prstGeom prst="rect">
            <a:avLst/>
          </a:prstGeom>
          <a:noFill/>
        </p:spPr>
        <p:txBody>
          <a:bodyPr wrap="square">
            <a:spAutoFit/>
          </a:bodyPr>
          <a:lstStyle/>
          <a:p>
            <a:pPr>
              <a:defRPr/>
            </a:pPr>
            <a:r>
              <a:rPr lang="en-US" sz="1100" spc="280" dirty="0"/>
              <a:t>PEJABAT KETUA PEGAWAI KESELAMATAN KERAJAAN MALAYSIA</a:t>
            </a:r>
          </a:p>
          <a:p>
            <a:pPr>
              <a:defRPr/>
            </a:pPr>
            <a:r>
              <a:rPr lang="en-US" sz="1100" spc="280" dirty="0"/>
              <a:t>JABATAN PERDANA MENTERI</a:t>
            </a:r>
          </a:p>
        </p:txBody>
      </p:sp>
      <p:pic>
        <p:nvPicPr>
          <p:cNvPr id="66" name="Picture 65">
            <a:extLst>
              <a:ext uri="{FF2B5EF4-FFF2-40B4-BE49-F238E27FC236}">
                <a16:creationId xmlns="" xmlns:a16="http://schemas.microsoft.com/office/drawing/2014/main" id="{8B9551F3-F6EF-45C0-92C1-168A2A7D593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39228" y="5748203"/>
            <a:ext cx="1300637" cy="1042168"/>
          </a:xfrm>
          <a:prstGeom prst="rect">
            <a:avLst/>
          </a:prstGeom>
        </p:spPr>
      </p:pic>
      <p:sp>
        <p:nvSpPr>
          <p:cNvPr id="24" name="Title 1">
            <a:extLst>
              <a:ext uri="{FF2B5EF4-FFF2-40B4-BE49-F238E27FC236}">
                <a16:creationId xmlns="" xmlns:a16="http://schemas.microsoft.com/office/drawing/2014/main" id="{5C168A8B-8A11-4CB2-BC7A-E6C638D6DAFF}"/>
              </a:ext>
            </a:extLst>
          </p:cNvPr>
          <p:cNvSpPr txBox="1">
            <a:spLocks/>
          </p:cNvSpPr>
          <p:nvPr/>
        </p:nvSpPr>
        <p:spPr>
          <a:xfrm>
            <a:off x="1823307" y="120767"/>
            <a:ext cx="10058400" cy="793275"/>
          </a:xfrm>
          <a:prstGeom prst="rect">
            <a:avLst/>
          </a:prstGeom>
          <a:effectLst/>
        </p:spPr>
        <p:txBody>
          <a:bodyPr vert="horz" lIns="91440" tIns="45720" rIns="91440" bIns="45720" rtlCol="0" anchor="ct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r"/>
            <a:r>
              <a:rPr lang="en-US" sz="2800" b="1" dirty="0" err="1">
                <a:solidFill>
                  <a:srgbClr val="0070C0"/>
                </a:solidFill>
                <a:latin typeface="Tahoma" panose="020B0604030504040204" pitchFamily="34" charset="0"/>
                <a:ea typeface="Tahoma" panose="020B0604030504040204" pitchFamily="34" charset="0"/>
                <a:cs typeface="Tahoma" panose="020B0604030504040204" pitchFamily="34" charset="0"/>
              </a:rPr>
              <a:t>sambungan</a:t>
            </a:r>
            <a:endParaRPr lang="en-MY" sz="2800" b="1" dirty="0">
              <a:solidFill>
                <a:srgbClr val="0070C0"/>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708510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38"/>
                                        </p:tgtEl>
                                        <p:attrNameLst>
                                          <p:attrName>style.visibility</p:attrName>
                                        </p:attrNameLst>
                                      </p:cBhvr>
                                      <p:to>
                                        <p:strVal val="visible"/>
                                      </p:to>
                                    </p:set>
                                    <p:anim calcmode="lin" valueType="num">
                                      <p:cBhvr additive="base">
                                        <p:cTn id="7" dur="500"/>
                                        <p:tgtEl>
                                          <p:spTgt spid="38"/>
                                        </p:tgtEl>
                                        <p:attrNameLst>
                                          <p:attrName>ppt_w</p:attrName>
                                        </p:attrNameLst>
                                      </p:cBhvr>
                                      <p:tavLst>
                                        <p:tav tm="0">
                                          <p:val>
                                            <p:strVal val="0"/>
                                          </p:val>
                                        </p:tav>
                                        <p:tav tm="100000">
                                          <p:val>
                                            <p:strVal val="#ppt_w"/>
                                          </p:val>
                                        </p:tav>
                                      </p:tavLst>
                                    </p:anim>
                                    <p:anim calcmode="lin" valueType="num">
                                      <p:cBhvr additive="base">
                                        <p:cTn id="8" dur="500"/>
                                        <p:tgtEl>
                                          <p:spTgt spid="38"/>
                                        </p:tgtEl>
                                        <p:attrNameLst>
                                          <p:attrName>ppt_h</p:attrName>
                                        </p:attrNameLst>
                                      </p:cBhvr>
                                      <p:tavLst>
                                        <p:tav tm="0">
                                          <p:val>
                                            <p:strVal val="0"/>
                                          </p:val>
                                        </p:tav>
                                        <p:tav tm="100000">
                                          <p:val>
                                            <p:strVal val="#ppt_h"/>
                                          </p:val>
                                        </p:tav>
                                      </p:tavLst>
                                    </p:anim>
                                  </p:childTnLst>
                                </p:cTn>
                              </p:par>
                            </p:childTnLst>
                          </p:cTn>
                        </p:par>
                        <p:par>
                          <p:cTn id="9" fill="hold">
                            <p:stCondLst>
                              <p:cond delay="500"/>
                            </p:stCondLst>
                            <p:childTnLst>
                              <p:par>
                                <p:cTn id="10" presetID="10" presetClass="entr" presetSubtype="0" fill="hold" nodeType="after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500"/>
                                        <p:tgtEl>
                                          <p:spTgt spid="28"/>
                                        </p:tgtEl>
                                      </p:cBhvr>
                                    </p:animEffect>
                                  </p:childTnLst>
                                </p:cTn>
                              </p:par>
                            </p:childTnLst>
                          </p:cTn>
                        </p:par>
                        <p:par>
                          <p:cTn id="13" fill="hold">
                            <p:stCondLst>
                              <p:cond delay="1000"/>
                            </p:stCondLst>
                            <p:childTnLst>
                              <p:par>
                                <p:cTn id="14" presetID="10" presetClass="entr" presetSubtype="0" fill="hold" nodeType="after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fade">
                                      <p:cBhvr>
                                        <p:cTn id="16" dur="500"/>
                                        <p:tgtEl>
                                          <p:spTgt spid="29"/>
                                        </p:tgtEl>
                                      </p:cBhvr>
                                    </p:animEffect>
                                  </p:childTnLst>
                                </p:cTn>
                              </p:par>
                            </p:childTnLst>
                          </p:cTn>
                        </p:par>
                        <p:par>
                          <p:cTn id="17" fill="hold">
                            <p:stCondLst>
                              <p:cond delay="1500"/>
                            </p:stCondLst>
                            <p:childTnLst>
                              <p:par>
                                <p:cTn id="18" presetID="10" presetClass="entr" presetSubtype="0" fill="hold" nodeType="afterEffect">
                                  <p:stCondLst>
                                    <p:cond delay="0"/>
                                  </p:stCondLst>
                                  <p:childTnLst>
                                    <p:set>
                                      <p:cBhvr>
                                        <p:cTn id="19" dur="1" fill="hold">
                                          <p:stCondLst>
                                            <p:cond delay="0"/>
                                          </p:stCondLst>
                                        </p:cTn>
                                        <p:tgtEl>
                                          <p:spTgt spid="30"/>
                                        </p:tgtEl>
                                        <p:attrNameLst>
                                          <p:attrName>style.visibility</p:attrName>
                                        </p:attrNameLst>
                                      </p:cBhvr>
                                      <p:to>
                                        <p:strVal val="visible"/>
                                      </p:to>
                                    </p:set>
                                    <p:animEffect transition="in" filter="fade">
                                      <p:cBhvr>
                                        <p:cTn id="20" dur="500"/>
                                        <p:tgtEl>
                                          <p:spTgt spid="30"/>
                                        </p:tgtEl>
                                      </p:cBhvr>
                                    </p:animEffect>
                                  </p:childTnLst>
                                </p:cTn>
                              </p:par>
                            </p:childTnLst>
                          </p:cTn>
                        </p:par>
                        <p:par>
                          <p:cTn id="21" fill="hold">
                            <p:stCondLst>
                              <p:cond delay="2000"/>
                            </p:stCondLst>
                            <p:childTnLst>
                              <p:par>
                                <p:cTn id="22" presetID="23" presetClass="entr" presetSubtype="16" fill="hold" nodeType="afterEffect">
                                  <p:stCondLst>
                                    <p:cond delay="0"/>
                                  </p:stCondLst>
                                  <p:childTnLst>
                                    <p:set>
                                      <p:cBhvr>
                                        <p:cTn id="23" dur="1" fill="hold">
                                          <p:stCondLst>
                                            <p:cond delay="0"/>
                                          </p:stCondLst>
                                        </p:cTn>
                                        <p:tgtEl>
                                          <p:spTgt spid="33"/>
                                        </p:tgtEl>
                                        <p:attrNameLst>
                                          <p:attrName>style.visibility</p:attrName>
                                        </p:attrNameLst>
                                      </p:cBhvr>
                                      <p:to>
                                        <p:strVal val="visible"/>
                                      </p:to>
                                    </p:set>
                                    <p:anim calcmode="lin" valueType="num">
                                      <p:cBhvr additive="base">
                                        <p:cTn id="24" dur="500"/>
                                        <p:tgtEl>
                                          <p:spTgt spid="33"/>
                                        </p:tgtEl>
                                        <p:attrNameLst>
                                          <p:attrName>ppt_w</p:attrName>
                                        </p:attrNameLst>
                                      </p:cBhvr>
                                      <p:tavLst>
                                        <p:tav tm="0">
                                          <p:val>
                                            <p:strVal val="0"/>
                                          </p:val>
                                        </p:tav>
                                        <p:tav tm="100000">
                                          <p:val>
                                            <p:strVal val="#ppt_w"/>
                                          </p:val>
                                        </p:tav>
                                      </p:tavLst>
                                    </p:anim>
                                    <p:anim calcmode="lin" valueType="num">
                                      <p:cBhvr additive="base">
                                        <p:cTn id="25" dur="500"/>
                                        <p:tgtEl>
                                          <p:spTgt spid="33"/>
                                        </p:tgtEl>
                                        <p:attrNameLst>
                                          <p:attrName>ppt_h</p:attrName>
                                        </p:attrNameLst>
                                      </p:cBhvr>
                                      <p:tavLst>
                                        <p:tav tm="0">
                                          <p:val>
                                            <p:strVal val="0"/>
                                          </p:val>
                                        </p:tav>
                                        <p:tav tm="100000">
                                          <p:val>
                                            <p:strVal val="#ppt_h"/>
                                          </p:val>
                                        </p:tav>
                                      </p:tavLst>
                                    </p:anim>
                                  </p:childTnLst>
                                </p:cTn>
                              </p:par>
                            </p:childTnLst>
                          </p:cTn>
                        </p:par>
                        <p:par>
                          <p:cTn id="26" fill="hold">
                            <p:stCondLst>
                              <p:cond delay="2500"/>
                            </p:stCondLst>
                            <p:childTnLst>
                              <p:par>
                                <p:cTn id="27" presetID="23" presetClass="entr" presetSubtype="16" fill="hold" nodeType="afterEffect">
                                  <p:stCondLst>
                                    <p:cond delay="0"/>
                                  </p:stCondLst>
                                  <p:childTnLst>
                                    <p:set>
                                      <p:cBhvr>
                                        <p:cTn id="28" dur="1" fill="hold">
                                          <p:stCondLst>
                                            <p:cond delay="0"/>
                                          </p:stCondLst>
                                        </p:cTn>
                                        <p:tgtEl>
                                          <p:spTgt spid="49"/>
                                        </p:tgtEl>
                                        <p:attrNameLst>
                                          <p:attrName>style.visibility</p:attrName>
                                        </p:attrNameLst>
                                      </p:cBhvr>
                                      <p:to>
                                        <p:strVal val="visible"/>
                                      </p:to>
                                    </p:set>
                                    <p:anim calcmode="lin" valueType="num">
                                      <p:cBhvr additive="base">
                                        <p:cTn id="29" dur="500"/>
                                        <p:tgtEl>
                                          <p:spTgt spid="49"/>
                                        </p:tgtEl>
                                        <p:attrNameLst>
                                          <p:attrName>ppt_w</p:attrName>
                                        </p:attrNameLst>
                                      </p:cBhvr>
                                      <p:tavLst>
                                        <p:tav tm="0">
                                          <p:val>
                                            <p:strVal val="0"/>
                                          </p:val>
                                        </p:tav>
                                        <p:tav tm="100000">
                                          <p:val>
                                            <p:strVal val="#ppt_w"/>
                                          </p:val>
                                        </p:tav>
                                      </p:tavLst>
                                    </p:anim>
                                    <p:anim calcmode="lin" valueType="num">
                                      <p:cBhvr additive="base">
                                        <p:cTn id="30" dur="500"/>
                                        <p:tgtEl>
                                          <p:spTgt spid="49"/>
                                        </p:tgtEl>
                                        <p:attrNameLst>
                                          <p:attrName>ppt_h</p:attrName>
                                        </p:attrNameLst>
                                      </p:cBhvr>
                                      <p:tavLst>
                                        <p:tav tm="0">
                                          <p:val>
                                            <p:strVal val="0"/>
                                          </p:val>
                                        </p:tav>
                                        <p:tav tm="100000">
                                          <p:val>
                                            <p:strVal val="#ppt_h"/>
                                          </p:val>
                                        </p:tav>
                                      </p:tavLst>
                                    </p:anim>
                                  </p:childTnLst>
                                </p:cTn>
                              </p:par>
                            </p:childTnLst>
                          </p:cTn>
                        </p:par>
                        <p:par>
                          <p:cTn id="31" fill="hold">
                            <p:stCondLst>
                              <p:cond delay="3000"/>
                            </p:stCondLst>
                            <p:childTnLst>
                              <p:par>
                                <p:cTn id="32" presetID="10" presetClass="entr" presetSubtype="0" fill="hold" nodeType="afterEffect">
                                  <p:stCondLst>
                                    <p:cond delay="0"/>
                                  </p:stCondLst>
                                  <p:childTnLst>
                                    <p:set>
                                      <p:cBhvr>
                                        <p:cTn id="33" dur="1" fill="hold">
                                          <p:stCondLst>
                                            <p:cond delay="0"/>
                                          </p:stCondLst>
                                        </p:cTn>
                                        <p:tgtEl>
                                          <p:spTgt spid="39"/>
                                        </p:tgtEl>
                                        <p:attrNameLst>
                                          <p:attrName>style.visibility</p:attrName>
                                        </p:attrNameLst>
                                      </p:cBhvr>
                                      <p:to>
                                        <p:strVal val="visible"/>
                                      </p:to>
                                    </p:set>
                                    <p:animEffect transition="in" filter="fade">
                                      <p:cBhvr>
                                        <p:cTn id="34" dur="500"/>
                                        <p:tgtEl>
                                          <p:spTgt spid="39"/>
                                        </p:tgtEl>
                                      </p:cBhvr>
                                    </p:animEffect>
                                  </p:childTnLst>
                                </p:cTn>
                              </p:par>
                            </p:childTnLst>
                          </p:cTn>
                        </p:par>
                        <p:par>
                          <p:cTn id="35" fill="hold">
                            <p:stCondLst>
                              <p:cond delay="3500"/>
                            </p:stCondLst>
                            <p:childTnLst>
                              <p:par>
                                <p:cTn id="36" presetID="10" presetClass="entr" presetSubtype="0" fill="hold" nodeType="afterEffect">
                                  <p:stCondLst>
                                    <p:cond delay="0"/>
                                  </p:stCondLst>
                                  <p:childTnLst>
                                    <p:set>
                                      <p:cBhvr>
                                        <p:cTn id="37" dur="1" fill="hold">
                                          <p:stCondLst>
                                            <p:cond delay="0"/>
                                          </p:stCondLst>
                                        </p:cTn>
                                        <p:tgtEl>
                                          <p:spTgt spid="40"/>
                                        </p:tgtEl>
                                        <p:attrNameLst>
                                          <p:attrName>style.visibility</p:attrName>
                                        </p:attrNameLst>
                                      </p:cBhvr>
                                      <p:to>
                                        <p:strVal val="visible"/>
                                      </p:to>
                                    </p:set>
                                    <p:animEffect transition="in" filter="fade">
                                      <p:cBhvr>
                                        <p:cTn id="38" dur="500"/>
                                        <p:tgtEl>
                                          <p:spTgt spid="40"/>
                                        </p:tgtEl>
                                      </p:cBhvr>
                                    </p:animEffect>
                                  </p:childTnLst>
                                </p:cTn>
                              </p:par>
                            </p:childTnLst>
                          </p:cTn>
                        </p:par>
                        <p:par>
                          <p:cTn id="39" fill="hold">
                            <p:stCondLst>
                              <p:cond delay="4000"/>
                            </p:stCondLst>
                            <p:childTnLst>
                              <p:par>
                                <p:cTn id="40" presetID="10" presetClass="entr" presetSubtype="0" fill="hold" nodeType="afterEffect">
                                  <p:stCondLst>
                                    <p:cond delay="0"/>
                                  </p:stCondLst>
                                  <p:childTnLst>
                                    <p:set>
                                      <p:cBhvr>
                                        <p:cTn id="41" dur="1" fill="hold">
                                          <p:stCondLst>
                                            <p:cond delay="0"/>
                                          </p:stCondLst>
                                        </p:cTn>
                                        <p:tgtEl>
                                          <p:spTgt spid="41"/>
                                        </p:tgtEl>
                                        <p:attrNameLst>
                                          <p:attrName>style.visibility</p:attrName>
                                        </p:attrNameLst>
                                      </p:cBhvr>
                                      <p:to>
                                        <p:strVal val="visible"/>
                                      </p:to>
                                    </p:set>
                                    <p:animEffect transition="in" filter="fade">
                                      <p:cBhvr>
                                        <p:cTn id="42" dur="500"/>
                                        <p:tgtEl>
                                          <p:spTgt spid="41"/>
                                        </p:tgtEl>
                                      </p:cBhvr>
                                    </p:animEffect>
                                  </p:childTnLst>
                                </p:cTn>
                              </p:par>
                            </p:childTnLst>
                          </p:cTn>
                        </p:par>
                        <p:par>
                          <p:cTn id="43" fill="hold">
                            <p:stCondLst>
                              <p:cond delay="4500"/>
                            </p:stCondLst>
                            <p:childTnLst>
                              <p:par>
                                <p:cTn id="44" presetID="10" presetClass="entr" presetSubtype="0" fill="hold" nodeType="afterEffect">
                                  <p:stCondLst>
                                    <p:cond delay="0"/>
                                  </p:stCondLst>
                                  <p:childTnLst>
                                    <p:set>
                                      <p:cBhvr>
                                        <p:cTn id="45" dur="1" fill="hold">
                                          <p:stCondLst>
                                            <p:cond delay="0"/>
                                          </p:stCondLst>
                                        </p:cTn>
                                        <p:tgtEl>
                                          <p:spTgt spid="50"/>
                                        </p:tgtEl>
                                        <p:attrNameLst>
                                          <p:attrName>style.visibility</p:attrName>
                                        </p:attrNameLst>
                                      </p:cBhvr>
                                      <p:to>
                                        <p:strVal val="visible"/>
                                      </p:to>
                                    </p:set>
                                    <p:animEffect transition="in" filter="fade">
                                      <p:cBhvr>
                                        <p:cTn id="46" dur="500"/>
                                        <p:tgtEl>
                                          <p:spTgt spid="50"/>
                                        </p:tgtEl>
                                      </p:cBhvr>
                                    </p:animEffect>
                                  </p:childTnLst>
                                </p:cTn>
                              </p:par>
                            </p:childTnLst>
                          </p:cTn>
                        </p:par>
                        <p:par>
                          <p:cTn id="47" fill="hold">
                            <p:stCondLst>
                              <p:cond delay="5000"/>
                            </p:stCondLst>
                            <p:childTnLst>
                              <p:par>
                                <p:cTn id="48" presetID="10" presetClass="entr" presetSubtype="0" fill="hold" nodeType="afterEffect">
                                  <p:stCondLst>
                                    <p:cond delay="0"/>
                                  </p:stCondLst>
                                  <p:childTnLst>
                                    <p:set>
                                      <p:cBhvr>
                                        <p:cTn id="49" dur="1" fill="hold">
                                          <p:stCondLst>
                                            <p:cond delay="0"/>
                                          </p:stCondLst>
                                        </p:cTn>
                                        <p:tgtEl>
                                          <p:spTgt spid="51"/>
                                        </p:tgtEl>
                                        <p:attrNameLst>
                                          <p:attrName>style.visibility</p:attrName>
                                        </p:attrNameLst>
                                      </p:cBhvr>
                                      <p:to>
                                        <p:strVal val="visible"/>
                                      </p:to>
                                    </p:set>
                                    <p:animEffect transition="in" filter="fade">
                                      <p:cBhvr>
                                        <p:cTn id="50" dur="500"/>
                                        <p:tgtEl>
                                          <p:spTgt spid="51"/>
                                        </p:tgtEl>
                                      </p:cBhvr>
                                    </p:animEffect>
                                  </p:childTnLst>
                                </p:cTn>
                              </p:par>
                            </p:childTnLst>
                          </p:cTn>
                        </p:par>
                        <p:par>
                          <p:cTn id="51" fill="hold">
                            <p:stCondLst>
                              <p:cond delay="5500"/>
                            </p:stCondLst>
                            <p:childTnLst>
                              <p:par>
                                <p:cTn id="52" presetID="10" presetClass="entr" presetSubtype="0" fill="hold" nodeType="afterEffect">
                                  <p:stCondLst>
                                    <p:cond delay="0"/>
                                  </p:stCondLst>
                                  <p:childTnLst>
                                    <p:set>
                                      <p:cBhvr>
                                        <p:cTn id="53" dur="1" fill="hold">
                                          <p:stCondLst>
                                            <p:cond delay="0"/>
                                          </p:stCondLst>
                                        </p:cTn>
                                        <p:tgtEl>
                                          <p:spTgt spid="52"/>
                                        </p:tgtEl>
                                        <p:attrNameLst>
                                          <p:attrName>style.visibility</p:attrName>
                                        </p:attrNameLst>
                                      </p:cBhvr>
                                      <p:to>
                                        <p:strVal val="visible"/>
                                      </p:to>
                                    </p:set>
                                    <p:animEffect transition="in" filter="fade">
                                      <p:cBhvr>
                                        <p:cTn id="54" dur="500"/>
                                        <p:tgtEl>
                                          <p:spTgt spid="52"/>
                                        </p:tgtEl>
                                      </p:cBhvr>
                                    </p:animEffect>
                                  </p:childTnLst>
                                </p:cTn>
                              </p:par>
                            </p:childTnLst>
                          </p:cTn>
                        </p:par>
                        <p:par>
                          <p:cTn id="55" fill="hold">
                            <p:stCondLst>
                              <p:cond delay="6000"/>
                            </p:stCondLst>
                            <p:childTnLst>
                              <p:par>
                                <p:cTn id="56" presetID="23" presetClass="entr" presetSubtype="16" fill="hold" nodeType="afterEffect">
                                  <p:stCondLst>
                                    <p:cond delay="0"/>
                                  </p:stCondLst>
                                  <p:childTnLst>
                                    <p:set>
                                      <p:cBhvr>
                                        <p:cTn id="57" dur="1" fill="hold">
                                          <p:stCondLst>
                                            <p:cond delay="0"/>
                                          </p:stCondLst>
                                        </p:cTn>
                                        <p:tgtEl>
                                          <p:spTgt spid="55"/>
                                        </p:tgtEl>
                                        <p:attrNameLst>
                                          <p:attrName>style.visibility</p:attrName>
                                        </p:attrNameLst>
                                      </p:cBhvr>
                                      <p:to>
                                        <p:strVal val="visible"/>
                                      </p:to>
                                    </p:set>
                                    <p:anim calcmode="lin" valueType="num">
                                      <p:cBhvr additive="base">
                                        <p:cTn id="58" dur="500"/>
                                        <p:tgtEl>
                                          <p:spTgt spid="55"/>
                                        </p:tgtEl>
                                        <p:attrNameLst>
                                          <p:attrName>ppt_w</p:attrName>
                                        </p:attrNameLst>
                                      </p:cBhvr>
                                      <p:tavLst>
                                        <p:tav tm="0">
                                          <p:val>
                                            <p:strVal val="0"/>
                                          </p:val>
                                        </p:tav>
                                        <p:tav tm="100000">
                                          <p:val>
                                            <p:strVal val="#ppt_w"/>
                                          </p:val>
                                        </p:tav>
                                      </p:tavLst>
                                    </p:anim>
                                    <p:anim calcmode="lin" valueType="num">
                                      <p:cBhvr additive="base">
                                        <p:cTn id="59" dur="500"/>
                                        <p:tgtEl>
                                          <p:spTgt spid="55"/>
                                        </p:tgtEl>
                                        <p:attrNameLst>
                                          <p:attrName>ppt_h</p:attrName>
                                        </p:attrNameLst>
                                      </p:cBhvr>
                                      <p:tavLst>
                                        <p:tav tm="0">
                                          <p:val>
                                            <p:strVal val="0"/>
                                          </p:val>
                                        </p:tav>
                                        <p:tav tm="100000">
                                          <p:val>
                                            <p:strVal val="#ppt_h"/>
                                          </p:val>
                                        </p:tav>
                                      </p:tavLst>
                                    </p:anim>
                                  </p:childTnLst>
                                </p:cTn>
                              </p:par>
                            </p:childTnLst>
                          </p:cTn>
                        </p:par>
                        <p:par>
                          <p:cTn id="60" fill="hold">
                            <p:stCondLst>
                              <p:cond delay="6500"/>
                            </p:stCondLst>
                            <p:childTnLst>
                              <p:par>
                                <p:cTn id="61" presetID="23" presetClass="entr" presetSubtype="16" fill="hold" nodeType="afterEffect">
                                  <p:stCondLst>
                                    <p:cond delay="0"/>
                                  </p:stCondLst>
                                  <p:childTnLst>
                                    <p:set>
                                      <p:cBhvr>
                                        <p:cTn id="62" dur="1" fill="hold">
                                          <p:stCondLst>
                                            <p:cond delay="0"/>
                                          </p:stCondLst>
                                        </p:cTn>
                                        <p:tgtEl>
                                          <p:spTgt spid="27"/>
                                        </p:tgtEl>
                                        <p:attrNameLst>
                                          <p:attrName>style.visibility</p:attrName>
                                        </p:attrNameLst>
                                      </p:cBhvr>
                                      <p:to>
                                        <p:strVal val="visible"/>
                                      </p:to>
                                    </p:set>
                                    <p:anim calcmode="lin" valueType="num">
                                      <p:cBhvr additive="base">
                                        <p:cTn id="63" dur="500"/>
                                        <p:tgtEl>
                                          <p:spTgt spid="27"/>
                                        </p:tgtEl>
                                        <p:attrNameLst>
                                          <p:attrName>ppt_w</p:attrName>
                                        </p:attrNameLst>
                                      </p:cBhvr>
                                      <p:tavLst>
                                        <p:tav tm="0">
                                          <p:val>
                                            <p:strVal val="0"/>
                                          </p:val>
                                        </p:tav>
                                        <p:tav tm="100000">
                                          <p:val>
                                            <p:strVal val="#ppt_w"/>
                                          </p:val>
                                        </p:tav>
                                      </p:tavLst>
                                    </p:anim>
                                    <p:anim calcmode="lin" valueType="num">
                                      <p:cBhvr additive="base">
                                        <p:cTn id="64" dur="500"/>
                                        <p:tgtEl>
                                          <p:spTgt spid="27"/>
                                        </p:tgtEl>
                                        <p:attrNameLst>
                                          <p:attrName>ppt_h</p:attrName>
                                        </p:attrNameLst>
                                      </p:cBhvr>
                                      <p:tavLst>
                                        <p:tav tm="0">
                                          <p:val>
                                            <p:strVal val="0"/>
                                          </p:val>
                                        </p:tav>
                                        <p:tav tm="100000">
                                          <p:val>
                                            <p:strVal val="#ppt_h"/>
                                          </p:val>
                                        </p:tav>
                                      </p:tavLst>
                                    </p:anim>
                                  </p:childTnLst>
                                </p:cTn>
                              </p:par>
                            </p:childTnLst>
                          </p:cTn>
                        </p:par>
                        <p:par>
                          <p:cTn id="65" fill="hold">
                            <p:stCondLst>
                              <p:cond delay="7000"/>
                            </p:stCondLst>
                            <p:childTnLst>
                              <p:par>
                                <p:cTn id="66" presetID="10" presetClass="entr" presetSubtype="0" fill="hold" nodeType="afterEffect">
                                  <p:stCondLst>
                                    <p:cond delay="0"/>
                                  </p:stCondLst>
                                  <p:childTnLst>
                                    <p:set>
                                      <p:cBhvr>
                                        <p:cTn id="67" dur="1" fill="hold">
                                          <p:stCondLst>
                                            <p:cond delay="0"/>
                                          </p:stCondLst>
                                        </p:cTn>
                                        <p:tgtEl>
                                          <p:spTgt spid="17"/>
                                        </p:tgtEl>
                                        <p:attrNameLst>
                                          <p:attrName>style.visibility</p:attrName>
                                        </p:attrNameLst>
                                      </p:cBhvr>
                                      <p:to>
                                        <p:strVal val="visible"/>
                                      </p:to>
                                    </p:set>
                                    <p:animEffect transition="in" filter="fade">
                                      <p:cBhvr>
                                        <p:cTn id="68" dur="500"/>
                                        <p:tgtEl>
                                          <p:spTgt spid="17"/>
                                        </p:tgtEl>
                                      </p:cBhvr>
                                    </p:animEffect>
                                  </p:childTnLst>
                                </p:cTn>
                              </p:par>
                            </p:childTnLst>
                          </p:cTn>
                        </p:par>
                        <p:par>
                          <p:cTn id="69" fill="hold">
                            <p:stCondLst>
                              <p:cond delay="7500"/>
                            </p:stCondLst>
                            <p:childTnLst>
                              <p:par>
                                <p:cTn id="70" presetID="10" presetClass="entr" presetSubtype="0" fill="hold" nodeType="afterEffect">
                                  <p:stCondLst>
                                    <p:cond delay="0"/>
                                  </p:stCondLst>
                                  <p:childTnLst>
                                    <p:set>
                                      <p:cBhvr>
                                        <p:cTn id="71" dur="1" fill="hold">
                                          <p:stCondLst>
                                            <p:cond delay="0"/>
                                          </p:stCondLst>
                                        </p:cTn>
                                        <p:tgtEl>
                                          <p:spTgt spid="18"/>
                                        </p:tgtEl>
                                        <p:attrNameLst>
                                          <p:attrName>style.visibility</p:attrName>
                                        </p:attrNameLst>
                                      </p:cBhvr>
                                      <p:to>
                                        <p:strVal val="visible"/>
                                      </p:to>
                                    </p:set>
                                    <p:animEffect transition="in" filter="fade">
                                      <p:cBhvr>
                                        <p:cTn id="72" dur="500"/>
                                        <p:tgtEl>
                                          <p:spTgt spid="18"/>
                                        </p:tgtEl>
                                      </p:cBhvr>
                                    </p:animEffect>
                                  </p:childTnLst>
                                </p:cTn>
                              </p:par>
                            </p:childTnLst>
                          </p:cTn>
                        </p:par>
                        <p:par>
                          <p:cTn id="73" fill="hold">
                            <p:stCondLst>
                              <p:cond delay="8000"/>
                            </p:stCondLst>
                            <p:childTnLst>
                              <p:par>
                                <p:cTn id="74" presetID="10" presetClass="entr" presetSubtype="0" fill="hold" nodeType="afterEffect">
                                  <p:stCondLst>
                                    <p:cond delay="0"/>
                                  </p:stCondLst>
                                  <p:childTnLst>
                                    <p:set>
                                      <p:cBhvr>
                                        <p:cTn id="75" dur="1" fill="hold">
                                          <p:stCondLst>
                                            <p:cond delay="0"/>
                                          </p:stCondLst>
                                        </p:cTn>
                                        <p:tgtEl>
                                          <p:spTgt spid="19"/>
                                        </p:tgtEl>
                                        <p:attrNameLst>
                                          <p:attrName>style.visibility</p:attrName>
                                        </p:attrNameLst>
                                      </p:cBhvr>
                                      <p:to>
                                        <p:strVal val="visible"/>
                                      </p:to>
                                    </p:set>
                                    <p:animEffect transition="in" filter="fade">
                                      <p:cBhvr>
                                        <p:cTn id="76" dur="500"/>
                                        <p:tgtEl>
                                          <p:spTgt spid="19"/>
                                        </p:tgtEl>
                                      </p:cBhvr>
                                    </p:animEffect>
                                  </p:childTnLst>
                                </p:cTn>
                              </p:par>
                            </p:childTnLst>
                          </p:cTn>
                        </p:par>
                        <p:par>
                          <p:cTn id="77" fill="hold">
                            <p:stCondLst>
                              <p:cond delay="8500"/>
                            </p:stCondLst>
                            <p:childTnLst>
                              <p:par>
                                <p:cTn id="78" presetID="23" presetClass="entr" presetSubtype="16" fill="hold" nodeType="afterEffect">
                                  <p:stCondLst>
                                    <p:cond delay="0"/>
                                  </p:stCondLst>
                                  <p:childTnLst>
                                    <p:set>
                                      <p:cBhvr>
                                        <p:cTn id="79" dur="1" fill="hold">
                                          <p:stCondLst>
                                            <p:cond delay="0"/>
                                          </p:stCondLst>
                                        </p:cTn>
                                        <p:tgtEl>
                                          <p:spTgt spid="64"/>
                                        </p:tgtEl>
                                        <p:attrNameLst>
                                          <p:attrName>style.visibility</p:attrName>
                                        </p:attrNameLst>
                                      </p:cBhvr>
                                      <p:to>
                                        <p:strVal val="visible"/>
                                      </p:to>
                                    </p:set>
                                    <p:anim calcmode="lin" valueType="num">
                                      <p:cBhvr additive="base">
                                        <p:cTn id="80" dur="500"/>
                                        <p:tgtEl>
                                          <p:spTgt spid="64"/>
                                        </p:tgtEl>
                                        <p:attrNameLst>
                                          <p:attrName>ppt_w</p:attrName>
                                        </p:attrNameLst>
                                      </p:cBhvr>
                                      <p:tavLst>
                                        <p:tav tm="0">
                                          <p:val>
                                            <p:strVal val="0"/>
                                          </p:val>
                                        </p:tav>
                                        <p:tav tm="100000">
                                          <p:val>
                                            <p:strVal val="#ppt_w"/>
                                          </p:val>
                                        </p:tav>
                                      </p:tavLst>
                                    </p:anim>
                                    <p:anim calcmode="lin" valueType="num">
                                      <p:cBhvr additive="base">
                                        <p:cTn id="81" dur="500"/>
                                        <p:tgtEl>
                                          <p:spTgt spid="64"/>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6"/>
        <p:cNvGrpSpPr/>
        <p:nvPr/>
      </p:nvGrpSpPr>
      <p:grpSpPr>
        <a:xfrm>
          <a:off x="0" y="0"/>
          <a:ext cx="0" cy="0"/>
          <a:chOff x="0" y="0"/>
          <a:chExt cx="0" cy="0"/>
        </a:xfrm>
      </p:grpSpPr>
      <p:sp>
        <p:nvSpPr>
          <p:cNvPr id="17" name="Google Shape;17;p3"/>
          <p:cNvSpPr/>
          <p:nvPr/>
        </p:nvSpPr>
        <p:spPr>
          <a:xfrm>
            <a:off x="5960853" y="548611"/>
            <a:ext cx="482596" cy="482596"/>
          </a:xfrm>
          <a:prstGeom prst="ellipse">
            <a:avLst/>
          </a:prstGeom>
          <a:solidFill>
            <a:srgbClr val="A7A6A8"/>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8" name="Google Shape;18;p3"/>
          <p:cNvSpPr/>
          <p:nvPr/>
        </p:nvSpPr>
        <p:spPr>
          <a:xfrm>
            <a:off x="7374830" y="1068591"/>
            <a:ext cx="987432" cy="1659917"/>
          </a:xfrm>
          <a:prstGeom prst="roundRect">
            <a:avLst>
              <a:gd name="adj" fmla="val 14129"/>
            </a:avLst>
          </a:prstGeom>
          <a:solidFill>
            <a:srgbClr val="185359"/>
          </a:solidFill>
          <a:ln>
            <a:noFill/>
          </a:ln>
          <a:effectLst>
            <a:outerShdw blurRad="101600" dist="118426" dir="8890792" rotWithShape="0">
              <a:srgbClr val="000000">
                <a:alpha val="23137"/>
              </a:srgbClr>
            </a:outerShdw>
          </a:effectLst>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9" name="Google Shape;19;p3"/>
          <p:cNvSpPr/>
          <p:nvPr/>
        </p:nvSpPr>
        <p:spPr>
          <a:xfrm>
            <a:off x="1668964" y="1368843"/>
            <a:ext cx="6617205" cy="1056287"/>
          </a:xfrm>
          <a:prstGeom prst="rect">
            <a:avLst/>
          </a:prstGeom>
          <a:gradFill>
            <a:gsLst>
              <a:gs pos="0">
                <a:srgbClr val="F8FCFF"/>
              </a:gs>
              <a:gs pos="69000">
                <a:srgbClr val="F8FCFF"/>
              </a:gs>
              <a:gs pos="99000">
                <a:srgbClr val="B8BCC0"/>
              </a:gs>
              <a:gs pos="100000">
                <a:srgbClr val="B8BCC0"/>
              </a:gs>
            </a:gsLst>
            <a:lin ang="17400000" scaled="0"/>
          </a:gradFill>
          <a:ln>
            <a:noFill/>
          </a:ln>
          <a:effectLst>
            <a:outerShdw blurRad="101600" dist="118426" dir="2118751" rotWithShape="0">
              <a:srgbClr val="000000">
                <a:alpha val="23137"/>
              </a:srgbClr>
            </a:outerShdw>
          </a:effectLst>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0" name="Google Shape;20;p3"/>
          <p:cNvSpPr/>
          <p:nvPr/>
        </p:nvSpPr>
        <p:spPr>
          <a:xfrm rot="10800000" flipH="1">
            <a:off x="7486008" y="1890419"/>
            <a:ext cx="1495228" cy="835212"/>
          </a:xfrm>
          <a:custGeom>
            <a:avLst/>
            <a:gdLst/>
            <a:ahLst/>
            <a:cxnLst/>
            <a:rect l="l" t="t" r="r" b="b"/>
            <a:pathLst>
              <a:path w="21600" h="21600" extrusionOk="0">
                <a:moveTo>
                  <a:pt x="0" y="0"/>
                </a:moveTo>
                <a:lnTo>
                  <a:pt x="11778" y="0"/>
                </a:lnTo>
                <a:lnTo>
                  <a:pt x="21600" y="21600"/>
                </a:lnTo>
                <a:lnTo>
                  <a:pt x="9980" y="21479"/>
                </a:lnTo>
                <a:lnTo>
                  <a:pt x="0" y="0"/>
                </a:lnTo>
                <a:close/>
              </a:path>
            </a:pathLst>
          </a:custGeom>
          <a:gradFill>
            <a:gsLst>
              <a:gs pos="0">
                <a:srgbClr val="206269"/>
              </a:gs>
              <a:gs pos="2987">
                <a:srgbClr val="206269"/>
              </a:gs>
              <a:gs pos="17836">
                <a:srgbClr val="2C848D"/>
              </a:gs>
              <a:gs pos="100000">
                <a:srgbClr val="2C848D"/>
              </a:gs>
            </a:gsLst>
            <a:lin ang="5400000"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1" name="Google Shape;21;p3"/>
          <p:cNvSpPr/>
          <p:nvPr/>
        </p:nvSpPr>
        <p:spPr>
          <a:xfrm>
            <a:off x="7486008" y="1066853"/>
            <a:ext cx="1495464" cy="829396"/>
          </a:xfrm>
          <a:custGeom>
            <a:avLst/>
            <a:gdLst/>
            <a:ahLst/>
            <a:cxnLst/>
            <a:rect l="l" t="t" r="r" b="b"/>
            <a:pathLst>
              <a:path w="21600" h="21600" extrusionOk="0">
                <a:moveTo>
                  <a:pt x="0" y="0"/>
                </a:moveTo>
                <a:lnTo>
                  <a:pt x="11776" y="0"/>
                </a:lnTo>
                <a:lnTo>
                  <a:pt x="21600" y="21529"/>
                </a:lnTo>
                <a:lnTo>
                  <a:pt x="9951" y="21600"/>
                </a:lnTo>
                <a:lnTo>
                  <a:pt x="0" y="0"/>
                </a:lnTo>
                <a:close/>
              </a:path>
            </a:pathLst>
          </a:custGeom>
          <a:gradFill>
            <a:gsLst>
              <a:gs pos="0">
                <a:srgbClr val="5FCFCF"/>
              </a:gs>
              <a:gs pos="6895">
                <a:srgbClr val="5FCFCF"/>
              </a:gs>
              <a:gs pos="15323">
                <a:srgbClr val="00AAB8"/>
              </a:gs>
              <a:gs pos="100000">
                <a:srgbClr val="00AAB8"/>
              </a:gs>
            </a:gsLst>
            <a:lin ang="5400000"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3" name="Google Shape;23;p3"/>
          <p:cNvSpPr txBox="1"/>
          <p:nvPr/>
        </p:nvSpPr>
        <p:spPr>
          <a:xfrm>
            <a:off x="1698071" y="1372668"/>
            <a:ext cx="5332238" cy="1052462"/>
          </a:xfrm>
          <a:prstGeom prst="rect">
            <a:avLst/>
          </a:prstGeom>
          <a:noFill/>
          <a:ln>
            <a:noFill/>
          </a:ln>
        </p:spPr>
        <p:txBody>
          <a:bodyPr spcFirstLastPara="1" wrap="square" lIns="45700" tIns="45700" rIns="45700" bIns="45700" anchor="t" anchorCtr="0">
            <a:noAutofit/>
          </a:bodyPr>
          <a:lstStyle/>
          <a:p>
            <a:pPr lvl="0">
              <a:buClr>
                <a:srgbClr val="4BA7B5"/>
              </a:buClr>
              <a:buSzPts val="1400"/>
            </a:pPr>
            <a:r>
              <a:rPr lang="ms-MY" sz="2400" b="1" dirty="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TANGGUNGJAWAB MENGULANG KAJI PERINGKAT KESELAMATAN</a:t>
            </a:r>
            <a:endParaRPr sz="2400" dirty="0"/>
          </a:p>
        </p:txBody>
      </p:sp>
      <p:sp>
        <p:nvSpPr>
          <p:cNvPr id="26" name="Google Shape;26;p3"/>
          <p:cNvSpPr/>
          <p:nvPr/>
        </p:nvSpPr>
        <p:spPr>
          <a:xfrm>
            <a:off x="8981236" y="2763379"/>
            <a:ext cx="987431" cy="1659917"/>
          </a:xfrm>
          <a:prstGeom prst="roundRect">
            <a:avLst>
              <a:gd name="adj" fmla="val 14129"/>
            </a:avLst>
          </a:prstGeom>
          <a:solidFill>
            <a:srgbClr val="794C0C"/>
          </a:solidFill>
          <a:ln>
            <a:noFill/>
          </a:ln>
          <a:effectLst>
            <a:outerShdw blurRad="101600" dist="118426" dir="8890792" rotWithShape="0">
              <a:srgbClr val="000000">
                <a:alpha val="23137"/>
              </a:srgbClr>
            </a:outerShdw>
          </a:effectLst>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7" name="Google Shape;27;p3"/>
          <p:cNvSpPr/>
          <p:nvPr/>
        </p:nvSpPr>
        <p:spPr>
          <a:xfrm>
            <a:off x="1668964" y="3121443"/>
            <a:ext cx="8071384" cy="1056287"/>
          </a:xfrm>
          <a:prstGeom prst="rect">
            <a:avLst/>
          </a:prstGeom>
          <a:gradFill>
            <a:gsLst>
              <a:gs pos="0">
                <a:srgbClr val="F8FCFF"/>
              </a:gs>
              <a:gs pos="69000">
                <a:srgbClr val="F8FCFF"/>
              </a:gs>
              <a:gs pos="99000">
                <a:srgbClr val="B8BCC0"/>
              </a:gs>
              <a:gs pos="100000">
                <a:srgbClr val="B8BCC0"/>
              </a:gs>
            </a:gsLst>
            <a:lin ang="17400000" scaled="0"/>
          </a:gradFill>
          <a:ln>
            <a:noFill/>
          </a:ln>
          <a:effectLst>
            <a:outerShdw blurRad="101600" dist="118426" dir="2118751" rotWithShape="0">
              <a:srgbClr val="000000">
                <a:alpha val="23137"/>
              </a:srgbClr>
            </a:outerShdw>
          </a:effectLst>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8" name="Google Shape;28;p3"/>
          <p:cNvSpPr/>
          <p:nvPr/>
        </p:nvSpPr>
        <p:spPr>
          <a:xfrm rot="10800000" flipH="1">
            <a:off x="9064527" y="3522658"/>
            <a:ext cx="1495228" cy="835212"/>
          </a:xfrm>
          <a:custGeom>
            <a:avLst/>
            <a:gdLst/>
            <a:ahLst/>
            <a:cxnLst/>
            <a:rect l="l" t="t" r="r" b="b"/>
            <a:pathLst>
              <a:path w="21600" h="21600" extrusionOk="0">
                <a:moveTo>
                  <a:pt x="0" y="0"/>
                </a:moveTo>
                <a:lnTo>
                  <a:pt x="11778" y="0"/>
                </a:lnTo>
                <a:lnTo>
                  <a:pt x="21600" y="21600"/>
                </a:lnTo>
                <a:lnTo>
                  <a:pt x="9980" y="21479"/>
                </a:lnTo>
                <a:lnTo>
                  <a:pt x="0" y="0"/>
                </a:lnTo>
                <a:close/>
              </a:path>
            </a:pathLst>
          </a:custGeom>
          <a:gradFill>
            <a:gsLst>
              <a:gs pos="0">
                <a:srgbClr val="7B4910"/>
              </a:gs>
              <a:gs pos="2987">
                <a:srgbClr val="7B4910"/>
              </a:gs>
              <a:gs pos="17836">
                <a:srgbClr val="B96F18"/>
              </a:gs>
              <a:gs pos="100000">
                <a:srgbClr val="B96F18"/>
              </a:gs>
            </a:gsLst>
            <a:lin ang="5400000"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9" name="Google Shape;29;p3"/>
          <p:cNvSpPr/>
          <p:nvPr/>
        </p:nvSpPr>
        <p:spPr>
          <a:xfrm>
            <a:off x="9064527" y="2725631"/>
            <a:ext cx="1495464" cy="829396"/>
          </a:xfrm>
          <a:custGeom>
            <a:avLst/>
            <a:gdLst/>
            <a:ahLst/>
            <a:cxnLst/>
            <a:rect l="l" t="t" r="r" b="b"/>
            <a:pathLst>
              <a:path w="21600" h="21600" extrusionOk="0">
                <a:moveTo>
                  <a:pt x="0" y="0"/>
                </a:moveTo>
                <a:lnTo>
                  <a:pt x="11776" y="0"/>
                </a:lnTo>
                <a:lnTo>
                  <a:pt x="21600" y="21529"/>
                </a:lnTo>
                <a:lnTo>
                  <a:pt x="9951" y="21600"/>
                </a:lnTo>
                <a:lnTo>
                  <a:pt x="0" y="0"/>
                </a:lnTo>
                <a:close/>
              </a:path>
            </a:pathLst>
          </a:custGeom>
          <a:gradFill>
            <a:gsLst>
              <a:gs pos="0">
                <a:srgbClr val="F9CD3E"/>
              </a:gs>
              <a:gs pos="7016">
                <a:srgbClr val="F9CD3E"/>
              </a:gs>
              <a:gs pos="15323">
                <a:srgbClr val="FDA943"/>
              </a:gs>
              <a:gs pos="100000">
                <a:srgbClr val="FDA943"/>
              </a:gs>
            </a:gsLst>
            <a:lin ang="5400000"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31" name="Google Shape;31;p3"/>
          <p:cNvSpPr txBox="1"/>
          <p:nvPr/>
        </p:nvSpPr>
        <p:spPr>
          <a:xfrm>
            <a:off x="1698071" y="3051002"/>
            <a:ext cx="6743827" cy="1008050"/>
          </a:xfrm>
          <a:prstGeom prst="rect">
            <a:avLst/>
          </a:prstGeom>
          <a:noFill/>
          <a:ln>
            <a:noFill/>
          </a:ln>
        </p:spPr>
        <p:txBody>
          <a:bodyPr spcFirstLastPara="1" wrap="square" lIns="45700" tIns="45700" rIns="45700" bIns="45700" anchor="t" anchorCtr="0">
            <a:noAutofit/>
          </a:bodyPr>
          <a:lstStyle/>
          <a:p>
            <a:pPr algn="just"/>
            <a:r>
              <a:rPr lang="ms-MY" dirty="0">
                <a:latin typeface="Tahoma" panose="020B0604030504040204" pitchFamily="34" charset="0"/>
                <a:ea typeface="Tahoma" panose="020B0604030504040204" pitchFamily="34" charset="0"/>
                <a:cs typeface="Tahoma" panose="020B0604030504040204" pitchFamily="34" charset="0"/>
              </a:rPr>
              <a:t>Pemula bagi sesuatu rahsia rasmi adalah bertanggungjawab untuk mengulang kaji peringkat rahsia rasmi tersebut bagi menentukan sama ada peringkat keselamatan rahsia rasmi tersebut perlu diubah. </a:t>
            </a:r>
          </a:p>
        </p:txBody>
      </p:sp>
      <p:sp>
        <p:nvSpPr>
          <p:cNvPr id="34" name="Google Shape;34;p3"/>
          <p:cNvSpPr/>
          <p:nvPr/>
        </p:nvSpPr>
        <p:spPr>
          <a:xfrm>
            <a:off x="9930322" y="4550631"/>
            <a:ext cx="987431" cy="1659917"/>
          </a:xfrm>
          <a:prstGeom prst="roundRect">
            <a:avLst>
              <a:gd name="adj" fmla="val 14129"/>
            </a:avLst>
          </a:prstGeom>
          <a:solidFill>
            <a:srgbClr val="7C2C21"/>
          </a:solidFill>
          <a:ln>
            <a:noFill/>
          </a:ln>
          <a:effectLst>
            <a:outerShdw blurRad="101600" dist="118426" dir="8890792" rotWithShape="0">
              <a:srgbClr val="000000">
                <a:alpha val="23137"/>
              </a:srgbClr>
            </a:outerShdw>
          </a:effectLst>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35" name="Google Shape;35;p3"/>
          <p:cNvSpPr/>
          <p:nvPr/>
        </p:nvSpPr>
        <p:spPr>
          <a:xfrm>
            <a:off x="1668965" y="4861269"/>
            <a:ext cx="9083992" cy="1056287"/>
          </a:xfrm>
          <a:prstGeom prst="rect">
            <a:avLst/>
          </a:prstGeom>
          <a:gradFill>
            <a:gsLst>
              <a:gs pos="0">
                <a:srgbClr val="F8FCFF"/>
              </a:gs>
              <a:gs pos="69000">
                <a:srgbClr val="F8FCFF"/>
              </a:gs>
              <a:gs pos="99000">
                <a:srgbClr val="B8BCC0"/>
              </a:gs>
              <a:gs pos="100000">
                <a:srgbClr val="B8BCC0"/>
              </a:gs>
            </a:gsLst>
            <a:lin ang="17400000" scaled="0"/>
          </a:gradFill>
          <a:ln>
            <a:noFill/>
          </a:ln>
          <a:effectLst>
            <a:outerShdw blurRad="101600" dist="118426" dir="2118751" rotWithShape="0">
              <a:srgbClr val="000000">
                <a:alpha val="23137"/>
              </a:srgbClr>
            </a:outerShdw>
          </a:effectLst>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36" name="Google Shape;36;p3"/>
          <p:cNvSpPr/>
          <p:nvPr/>
        </p:nvSpPr>
        <p:spPr>
          <a:xfrm rot="10800000" flipH="1">
            <a:off x="9996551" y="5321023"/>
            <a:ext cx="1495228" cy="835212"/>
          </a:xfrm>
          <a:custGeom>
            <a:avLst/>
            <a:gdLst/>
            <a:ahLst/>
            <a:cxnLst/>
            <a:rect l="l" t="t" r="r" b="b"/>
            <a:pathLst>
              <a:path w="21600" h="21600" extrusionOk="0">
                <a:moveTo>
                  <a:pt x="0" y="0"/>
                </a:moveTo>
                <a:lnTo>
                  <a:pt x="11778" y="0"/>
                </a:lnTo>
                <a:lnTo>
                  <a:pt x="21600" y="21600"/>
                </a:lnTo>
                <a:lnTo>
                  <a:pt x="9980" y="21479"/>
                </a:lnTo>
                <a:lnTo>
                  <a:pt x="0" y="0"/>
                </a:lnTo>
                <a:close/>
              </a:path>
            </a:pathLst>
          </a:custGeom>
          <a:gradFill>
            <a:gsLst>
              <a:gs pos="0">
                <a:srgbClr val="80291C"/>
              </a:gs>
              <a:gs pos="2987">
                <a:srgbClr val="80291C"/>
              </a:gs>
              <a:gs pos="17836">
                <a:srgbClr val="B33C24"/>
              </a:gs>
              <a:gs pos="100000">
                <a:srgbClr val="B33C24"/>
              </a:gs>
            </a:gsLst>
            <a:lin ang="5400000"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37" name="Google Shape;37;p3"/>
          <p:cNvSpPr/>
          <p:nvPr/>
        </p:nvSpPr>
        <p:spPr>
          <a:xfrm>
            <a:off x="9991192" y="4518180"/>
            <a:ext cx="1495464" cy="829396"/>
          </a:xfrm>
          <a:custGeom>
            <a:avLst/>
            <a:gdLst/>
            <a:ahLst/>
            <a:cxnLst/>
            <a:rect l="l" t="t" r="r" b="b"/>
            <a:pathLst>
              <a:path w="21600" h="21600" extrusionOk="0">
                <a:moveTo>
                  <a:pt x="0" y="0"/>
                </a:moveTo>
                <a:lnTo>
                  <a:pt x="11776" y="0"/>
                </a:lnTo>
                <a:lnTo>
                  <a:pt x="21600" y="21529"/>
                </a:lnTo>
                <a:lnTo>
                  <a:pt x="9951" y="21600"/>
                </a:lnTo>
                <a:lnTo>
                  <a:pt x="0" y="0"/>
                </a:lnTo>
                <a:close/>
              </a:path>
            </a:pathLst>
          </a:custGeom>
          <a:gradFill>
            <a:gsLst>
              <a:gs pos="0">
                <a:srgbClr val="FF556C"/>
              </a:gs>
              <a:gs pos="6895">
                <a:srgbClr val="FF556C"/>
              </a:gs>
              <a:gs pos="17635">
                <a:srgbClr val="FF3A32"/>
              </a:gs>
              <a:gs pos="100000">
                <a:srgbClr val="FF3A32"/>
              </a:gs>
            </a:gsLst>
            <a:lin ang="5400000"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39" name="Google Shape;39;p3"/>
          <p:cNvSpPr txBox="1"/>
          <p:nvPr/>
        </p:nvSpPr>
        <p:spPr>
          <a:xfrm>
            <a:off x="1716979" y="4799617"/>
            <a:ext cx="8208220" cy="1056287"/>
          </a:xfrm>
          <a:prstGeom prst="rect">
            <a:avLst/>
          </a:prstGeom>
          <a:noFill/>
          <a:ln>
            <a:noFill/>
          </a:ln>
        </p:spPr>
        <p:txBody>
          <a:bodyPr spcFirstLastPara="1" wrap="square" lIns="45700" tIns="45700" rIns="45700" bIns="45700" anchor="t" anchorCtr="0">
            <a:noAutofit/>
          </a:bodyPr>
          <a:lstStyle/>
          <a:p>
            <a:pPr algn="just"/>
            <a:r>
              <a:rPr lang="ms-MY" dirty="0">
                <a:latin typeface="Tahoma" panose="020B0604030504040204" pitchFamily="34" charset="0"/>
                <a:ea typeface="Tahoma" panose="020B0604030504040204" pitchFamily="34" charset="0"/>
                <a:cs typeface="Tahoma" panose="020B0604030504040204" pitchFamily="34" charset="0"/>
              </a:rPr>
              <a:t>Sekiranya sesuatu rahsia rasmi ditetapkan akan menjadi kurang penting keselamatannya pada sesuatu tarikh yang ditentukan, pemula hendaklah mencatatkan tarikh rahsia rasmi tersebut boleh menjadi kurang penting dan peringkat keselamatan baru yang hendak diberikan kepadanya. </a:t>
            </a:r>
            <a:endParaRPr lang="en-MY" dirty="0">
              <a:latin typeface="Tahoma" panose="020B0604030504040204" pitchFamily="34" charset="0"/>
              <a:ea typeface="Tahoma" panose="020B0604030504040204" pitchFamily="34" charset="0"/>
              <a:cs typeface="Tahoma" panose="020B0604030504040204" pitchFamily="34" charset="0"/>
            </a:endParaRPr>
          </a:p>
        </p:txBody>
      </p:sp>
      <p:sp>
        <p:nvSpPr>
          <p:cNvPr id="42" name="Google Shape;42;p3"/>
          <p:cNvSpPr/>
          <p:nvPr/>
        </p:nvSpPr>
        <p:spPr>
          <a:xfrm>
            <a:off x="8442135" y="3345688"/>
            <a:ext cx="497455" cy="495297"/>
          </a:xfrm>
          <a:custGeom>
            <a:avLst/>
            <a:gdLst/>
            <a:ahLst/>
            <a:cxnLst/>
            <a:rect l="l" t="t" r="r" b="b"/>
            <a:pathLst>
              <a:path w="21600" h="21599" extrusionOk="0">
                <a:moveTo>
                  <a:pt x="9384" y="0"/>
                </a:moveTo>
                <a:cubicBezTo>
                  <a:pt x="9373" y="0"/>
                  <a:pt x="9237" y="27"/>
                  <a:pt x="9075" y="54"/>
                </a:cubicBezTo>
                <a:lnTo>
                  <a:pt x="7468" y="445"/>
                </a:lnTo>
                <a:cubicBezTo>
                  <a:pt x="7312" y="494"/>
                  <a:pt x="7177" y="531"/>
                  <a:pt x="7166" y="537"/>
                </a:cubicBezTo>
                <a:cubicBezTo>
                  <a:pt x="7161" y="542"/>
                  <a:pt x="7154" y="677"/>
                  <a:pt x="7154" y="840"/>
                </a:cubicBezTo>
                <a:lnTo>
                  <a:pt x="7166" y="1761"/>
                </a:lnTo>
                <a:cubicBezTo>
                  <a:pt x="7166" y="1924"/>
                  <a:pt x="7047" y="2119"/>
                  <a:pt x="6902" y="2190"/>
                </a:cubicBezTo>
                <a:lnTo>
                  <a:pt x="6151" y="2574"/>
                </a:lnTo>
                <a:cubicBezTo>
                  <a:pt x="6006" y="2655"/>
                  <a:pt x="5778" y="2644"/>
                  <a:pt x="5649" y="2547"/>
                </a:cubicBezTo>
                <a:lnTo>
                  <a:pt x="4900" y="2010"/>
                </a:lnTo>
                <a:cubicBezTo>
                  <a:pt x="4765" y="1913"/>
                  <a:pt x="4651" y="1842"/>
                  <a:pt x="4645" y="1848"/>
                </a:cubicBezTo>
                <a:cubicBezTo>
                  <a:pt x="4640" y="1853"/>
                  <a:pt x="4527" y="1941"/>
                  <a:pt x="4398" y="2044"/>
                </a:cubicBezTo>
                <a:lnTo>
                  <a:pt x="3162" y="3116"/>
                </a:lnTo>
                <a:cubicBezTo>
                  <a:pt x="3043" y="3230"/>
                  <a:pt x="2941" y="3327"/>
                  <a:pt x="2936" y="3333"/>
                </a:cubicBezTo>
                <a:cubicBezTo>
                  <a:pt x="2930" y="3338"/>
                  <a:pt x="2990" y="3462"/>
                  <a:pt x="3065" y="3609"/>
                </a:cubicBezTo>
                <a:lnTo>
                  <a:pt x="3490" y="4401"/>
                </a:lnTo>
                <a:cubicBezTo>
                  <a:pt x="3566" y="4548"/>
                  <a:pt x="3551" y="4769"/>
                  <a:pt x="3448" y="4899"/>
                </a:cubicBezTo>
                <a:lnTo>
                  <a:pt x="2909" y="5648"/>
                </a:lnTo>
                <a:cubicBezTo>
                  <a:pt x="2817" y="5783"/>
                  <a:pt x="2612" y="5879"/>
                  <a:pt x="2450" y="5858"/>
                </a:cubicBezTo>
                <a:lnTo>
                  <a:pt x="1548" y="5739"/>
                </a:lnTo>
                <a:cubicBezTo>
                  <a:pt x="1386" y="5717"/>
                  <a:pt x="1251" y="5707"/>
                  <a:pt x="1246" y="5712"/>
                </a:cubicBezTo>
                <a:cubicBezTo>
                  <a:pt x="1241" y="5717"/>
                  <a:pt x="1181" y="5848"/>
                  <a:pt x="1111" y="6000"/>
                </a:cubicBezTo>
                <a:lnTo>
                  <a:pt x="518" y="7483"/>
                </a:lnTo>
                <a:cubicBezTo>
                  <a:pt x="464" y="7640"/>
                  <a:pt x="420" y="7776"/>
                  <a:pt x="415" y="7781"/>
                </a:cubicBezTo>
                <a:cubicBezTo>
                  <a:pt x="415" y="7792"/>
                  <a:pt x="523" y="7874"/>
                  <a:pt x="658" y="7966"/>
                </a:cubicBezTo>
                <a:lnTo>
                  <a:pt x="1381" y="8454"/>
                </a:lnTo>
                <a:cubicBezTo>
                  <a:pt x="1516" y="8546"/>
                  <a:pt x="1602" y="8752"/>
                  <a:pt x="1570" y="8914"/>
                </a:cubicBezTo>
                <a:lnTo>
                  <a:pt x="1420" y="9944"/>
                </a:lnTo>
                <a:cubicBezTo>
                  <a:pt x="1404" y="10106"/>
                  <a:pt x="1263" y="10291"/>
                  <a:pt x="1106" y="10345"/>
                </a:cubicBezTo>
                <a:lnTo>
                  <a:pt x="280" y="10648"/>
                </a:lnTo>
                <a:cubicBezTo>
                  <a:pt x="123" y="10702"/>
                  <a:pt x="0" y="10758"/>
                  <a:pt x="0" y="10769"/>
                </a:cubicBezTo>
                <a:cubicBezTo>
                  <a:pt x="0" y="10779"/>
                  <a:pt x="6" y="10919"/>
                  <a:pt x="17" y="11082"/>
                </a:cubicBezTo>
                <a:lnTo>
                  <a:pt x="167" y="12626"/>
                </a:lnTo>
                <a:cubicBezTo>
                  <a:pt x="194" y="12789"/>
                  <a:pt x="210" y="12930"/>
                  <a:pt x="216" y="12941"/>
                </a:cubicBezTo>
                <a:cubicBezTo>
                  <a:pt x="216" y="12952"/>
                  <a:pt x="350" y="12974"/>
                  <a:pt x="518" y="12990"/>
                </a:cubicBezTo>
                <a:lnTo>
                  <a:pt x="1354" y="13082"/>
                </a:lnTo>
                <a:cubicBezTo>
                  <a:pt x="1516" y="13098"/>
                  <a:pt x="1688" y="13245"/>
                  <a:pt x="1737" y="13402"/>
                </a:cubicBezTo>
                <a:lnTo>
                  <a:pt x="2121" y="14501"/>
                </a:lnTo>
                <a:cubicBezTo>
                  <a:pt x="2181" y="14653"/>
                  <a:pt x="2142" y="14881"/>
                  <a:pt x="2028" y="15000"/>
                </a:cubicBezTo>
                <a:lnTo>
                  <a:pt x="1457" y="15624"/>
                </a:lnTo>
                <a:cubicBezTo>
                  <a:pt x="1349" y="15743"/>
                  <a:pt x="1258" y="15850"/>
                  <a:pt x="1263" y="15856"/>
                </a:cubicBezTo>
                <a:cubicBezTo>
                  <a:pt x="1268" y="15861"/>
                  <a:pt x="1338" y="15986"/>
                  <a:pt x="1425" y="16127"/>
                </a:cubicBezTo>
                <a:lnTo>
                  <a:pt x="2256" y="17380"/>
                </a:lnTo>
                <a:cubicBezTo>
                  <a:pt x="2353" y="17510"/>
                  <a:pt x="2440" y="17623"/>
                  <a:pt x="2445" y="17634"/>
                </a:cubicBezTo>
                <a:cubicBezTo>
                  <a:pt x="2450" y="17639"/>
                  <a:pt x="2579" y="17595"/>
                  <a:pt x="2730" y="17535"/>
                </a:cubicBezTo>
                <a:lnTo>
                  <a:pt x="3490" y="17232"/>
                </a:lnTo>
                <a:cubicBezTo>
                  <a:pt x="3641" y="17173"/>
                  <a:pt x="3863" y="17216"/>
                  <a:pt x="3976" y="17336"/>
                </a:cubicBezTo>
                <a:lnTo>
                  <a:pt x="4905" y="18192"/>
                </a:lnTo>
                <a:cubicBezTo>
                  <a:pt x="5029" y="18295"/>
                  <a:pt x="5100" y="18511"/>
                  <a:pt x="5062" y="18673"/>
                </a:cubicBezTo>
                <a:lnTo>
                  <a:pt x="4851" y="19476"/>
                </a:lnTo>
                <a:cubicBezTo>
                  <a:pt x="4808" y="19633"/>
                  <a:pt x="4780" y="19769"/>
                  <a:pt x="4785" y="19774"/>
                </a:cubicBezTo>
                <a:cubicBezTo>
                  <a:pt x="4791" y="19780"/>
                  <a:pt x="4915" y="19850"/>
                  <a:pt x="5055" y="19937"/>
                </a:cubicBezTo>
                <a:lnTo>
                  <a:pt x="6345" y="20631"/>
                </a:lnTo>
                <a:cubicBezTo>
                  <a:pt x="6491" y="20701"/>
                  <a:pt x="6621" y="20761"/>
                  <a:pt x="6632" y="20766"/>
                </a:cubicBezTo>
                <a:cubicBezTo>
                  <a:pt x="6637" y="20772"/>
                  <a:pt x="6735" y="20668"/>
                  <a:pt x="6843" y="20543"/>
                </a:cubicBezTo>
                <a:lnTo>
                  <a:pt x="7370" y="19932"/>
                </a:lnTo>
                <a:cubicBezTo>
                  <a:pt x="7478" y="19807"/>
                  <a:pt x="7694" y="19742"/>
                  <a:pt x="7851" y="19791"/>
                </a:cubicBezTo>
                <a:lnTo>
                  <a:pt x="9136" y="20116"/>
                </a:lnTo>
                <a:cubicBezTo>
                  <a:pt x="9298" y="20149"/>
                  <a:pt x="9459" y="20306"/>
                  <a:pt x="9497" y="20468"/>
                </a:cubicBezTo>
                <a:lnTo>
                  <a:pt x="9680" y="21259"/>
                </a:lnTo>
                <a:cubicBezTo>
                  <a:pt x="9718" y="21422"/>
                  <a:pt x="9756" y="21552"/>
                  <a:pt x="9761" y="21552"/>
                </a:cubicBezTo>
                <a:cubicBezTo>
                  <a:pt x="9767" y="21552"/>
                  <a:pt x="9911" y="21562"/>
                  <a:pt x="10073" y="21573"/>
                </a:cubicBezTo>
                <a:lnTo>
                  <a:pt x="10500" y="21595"/>
                </a:lnTo>
                <a:cubicBezTo>
                  <a:pt x="10662" y="21600"/>
                  <a:pt x="10931" y="21600"/>
                  <a:pt x="11098" y="21595"/>
                </a:cubicBezTo>
                <a:lnTo>
                  <a:pt x="11525" y="21573"/>
                </a:lnTo>
                <a:cubicBezTo>
                  <a:pt x="11687" y="21562"/>
                  <a:pt x="11828" y="21552"/>
                  <a:pt x="11839" y="21552"/>
                </a:cubicBezTo>
                <a:cubicBezTo>
                  <a:pt x="11849" y="21552"/>
                  <a:pt x="11882" y="21416"/>
                  <a:pt x="11920" y="21259"/>
                </a:cubicBezTo>
                <a:lnTo>
                  <a:pt x="12103" y="20468"/>
                </a:lnTo>
                <a:cubicBezTo>
                  <a:pt x="12141" y="20306"/>
                  <a:pt x="12302" y="20149"/>
                  <a:pt x="12464" y="20116"/>
                </a:cubicBezTo>
                <a:lnTo>
                  <a:pt x="13749" y="19791"/>
                </a:lnTo>
                <a:cubicBezTo>
                  <a:pt x="13906" y="19742"/>
                  <a:pt x="14120" y="19807"/>
                  <a:pt x="14228" y="19932"/>
                </a:cubicBezTo>
                <a:lnTo>
                  <a:pt x="14757" y="20543"/>
                </a:lnTo>
                <a:cubicBezTo>
                  <a:pt x="14865" y="20668"/>
                  <a:pt x="14957" y="20767"/>
                  <a:pt x="14968" y="20766"/>
                </a:cubicBezTo>
                <a:cubicBezTo>
                  <a:pt x="14974" y="20761"/>
                  <a:pt x="15102" y="20701"/>
                  <a:pt x="15253" y="20631"/>
                </a:cubicBezTo>
                <a:lnTo>
                  <a:pt x="16543" y="19937"/>
                </a:lnTo>
                <a:cubicBezTo>
                  <a:pt x="16683" y="19850"/>
                  <a:pt x="16802" y="19780"/>
                  <a:pt x="16813" y="19774"/>
                </a:cubicBezTo>
                <a:cubicBezTo>
                  <a:pt x="16818" y="19769"/>
                  <a:pt x="16792" y="19633"/>
                  <a:pt x="16749" y="19476"/>
                </a:cubicBezTo>
                <a:lnTo>
                  <a:pt x="16538" y="18673"/>
                </a:lnTo>
                <a:cubicBezTo>
                  <a:pt x="16495" y="18516"/>
                  <a:pt x="16565" y="18301"/>
                  <a:pt x="16695" y="18192"/>
                </a:cubicBezTo>
                <a:lnTo>
                  <a:pt x="17622" y="17336"/>
                </a:lnTo>
                <a:cubicBezTo>
                  <a:pt x="17736" y="17216"/>
                  <a:pt x="17957" y="17173"/>
                  <a:pt x="18108" y="17232"/>
                </a:cubicBezTo>
                <a:lnTo>
                  <a:pt x="18868" y="17535"/>
                </a:lnTo>
                <a:cubicBezTo>
                  <a:pt x="19019" y="17595"/>
                  <a:pt x="19150" y="17639"/>
                  <a:pt x="19155" y="17634"/>
                </a:cubicBezTo>
                <a:cubicBezTo>
                  <a:pt x="19160" y="17628"/>
                  <a:pt x="19247" y="17515"/>
                  <a:pt x="19344" y="17380"/>
                </a:cubicBezTo>
                <a:lnTo>
                  <a:pt x="20175" y="16127"/>
                </a:lnTo>
                <a:cubicBezTo>
                  <a:pt x="20262" y="15986"/>
                  <a:pt x="20332" y="15861"/>
                  <a:pt x="20337" y="15856"/>
                </a:cubicBezTo>
                <a:cubicBezTo>
                  <a:pt x="20342" y="15850"/>
                  <a:pt x="20256" y="15743"/>
                  <a:pt x="20143" y="15624"/>
                </a:cubicBezTo>
                <a:lnTo>
                  <a:pt x="19570" y="14989"/>
                </a:lnTo>
                <a:cubicBezTo>
                  <a:pt x="19462" y="14869"/>
                  <a:pt x="19419" y="14642"/>
                  <a:pt x="19479" y="14491"/>
                </a:cubicBezTo>
                <a:lnTo>
                  <a:pt x="19862" y="13390"/>
                </a:lnTo>
                <a:cubicBezTo>
                  <a:pt x="19910" y="13233"/>
                  <a:pt x="20082" y="13088"/>
                  <a:pt x="20244" y="13072"/>
                </a:cubicBezTo>
                <a:lnTo>
                  <a:pt x="21081" y="12978"/>
                </a:lnTo>
                <a:cubicBezTo>
                  <a:pt x="21243" y="12962"/>
                  <a:pt x="21379" y="12940"/>
                  <a:pt x="21384" y="12929"/>
                </a:cubicBezTo>
                <a:cubicBezTo>
                  <a:pt x="21384" y="12918"/>
                  <a:pt x="21404" y="12784"/>
                  <a:pt x="21431" y="12616"/>
                </a:cubicBezTo>
                <a:lnTo>
                  <a:pt x="21583" y="11072"/>
                </a:lnTo>
                <a:cubicBezTo>
                  <a:pt x="21594" y="10909"/>
                  <a:pt x="21600" y="10767"/>
                  <a:pt x="21600" y="10757"/>
                </a:cubicBezTo>
                <a:cubicBezTo>
                  <a:pt x="21584" y="10757"/>
                  <a:pt x="21460" y="10702"/>
                  <a:pt x="21303" y="10648"/>
                </a:cubicBezTo>
                <a:lnTo>
                  <a:pt x="20477" y="10345"/>
                </a:lnTo>
                <a:cubicBezTo>
                  <a:pt x="20321" y="10291"/>
                  <a:pt x="20180" y="10106"/>
                  <a:pt x="20163" y="9944"/>
                </a:cubicBezTo>
                <a:lnTo>
                  <a:pt x="20013" y="8914"/>
                </a:lnTo>
                <a:cubicBezTo>
                  <a:pt x="19981" y="8752"/>
                  <a:pt x="20067" y="8546"/>
                  <a:pt x="20202" y="8454"/>
                </a:cubicBezTo>
                <a:lnTo>
                  <a:pt x="20926" y="7966"/>
                </a:lnTo>
                <a:cubicBezTo>
                  <a:pt x="21060" y="7874"/>
                  <a:pt x="21174" y="7792"/>
                  <a:pt x="21168" y="7781"/>
                </a:cubicBezTo>
                <a:cubicBezTo>
                  <a:pt x="21168" y="7770"/>
                  <a:pt x="21119" y="7640"/>
                  <a:pt x="21065" y="7483"/>
                </a:cubicBezTo>
                <a:lnTo>
                  <a:pt x="20472" y="6000"/>
                </a:lnTo>
                <a:cubicBezTo>
                  <a:pt x="20402" y="5848"/>
                  <a:pt x="20342" y="5723"/>
                  <a:pt x="20337" y="5712"/>
                </a:cubicBezTo>
                <a:cubicBezTo>
                  <a:pt x="20332" y="5701"/>
                  <a:pt x="20197" y="5717"/>
                  <a:pt x="20035" y="5739"/>
                </a:cubicBezTo>
                <a:lnTo>
                  <a:pt x="19133" y="5858"/>
                </a:lnTo>
                <a:cubicBezTo>
                  <a:pt x="18971" y="5879"/>
                  <a:pt x="18761" y="5788"/>
                  <a:pt x="18674" y="5648"/>
                </a:cubicBezTo>
                <a:lnTo>
                  <a:pt x="18135" y="4899"/>
                </a:lnTo>
                <a:cubicBezTo>
                  <a:pt x="18032" y="4769"/>
                  <a:pt x="18017" y="4548"/>
                  <a:pt x="18093" y="4401"/>
                </a:cubicBezTo>
                <a:lnTo>
                  <a:pt x="18518" y="3609"/>
                </a:lnTo>
                <a:cubicBezTo>
                  <a:pt x="18593" y="3462"/>
                  <a:pt x="18653" y="3338"/>
                  <a:pt x="18647" y="3333"/>
                </a:cubicBezTo>
                <a:cubicBezTo>
                  <a:pt x="18642" y="3327"/>
                  <a:pt x="18540" y="3230"/>
                  <a:pt x="18422" y="3116"/>
                </a:cubicBezTo>
                <a:lnTo>
                  <a:pt x="17186" y="2044"/>
                </a:lnTo>
                <a:cubicBezTo>
                  <a:pt x="17056" y="1941"/>
                  <a:pt x="16943" y="1853"/>
                  <a:pt x="16938" y="1848"/>
                </a:cubicBezTo>
                <a:cubicBezTo>
                  <a:pt x="16932" y="1842"/>
                  <a:pt x="16813" y="1918"/>
                  <a:pt x="16683" y="2010"/>
                </a:cubicBezTo>
                <a:lnTo>
                  <a:pt x="15934" y="2547"/>
                </a:lnTo>
                <a:cubicBezTo>
                  <a:pt x="15800" y="2644"/>
                  <a:pt x="15572" y="2655"/>
                  <a:pt x="15432" y="2574"/>
                </a:cubicBezTo>
                <a:lnTo>
                  <a:pt x="14682" y="2190"/>
                </a:lnTo>
                <a:cubicBezTo>
                  <a:pt x="14531" y="2119"/>
                  <a:pt x="14411" y="1929"/>
                  <a:pt x="14417" y="1761"/>
                </a:cubicBezTo>
                <a:lnTo>
                  <a:pt x="14429" y="840"/>
                </a:lnTo>
                <a:cubicBezTo>
                  <a:pt x="14429" y="677"/>
                  <a:pt x="14428" y="537"/>
                  <a:pt x="14417" y="537"/>
                </a:cubicBezTo>
                <a:cubicBezTo>
                  <a:pt x="14411" y="531"/>
                  <a:pt x="14272" y="494"/>
                  <a:pt x="14115" y="445"/>
                </a:cubicBezTo>
                <a:lnTo>
                  <a:pt x="12508" y="54"/>
                </a:lnTo>
                <a:cubicBezTo>
                  <a:pt x="12346" y="22"/>
                  <a:pt x="12205" y="0"/>
                  <a:pt x="12200" y="0"/>
                </a:cubicBezTo>
                <a:cubicBezTo>
                  <a:pt x="12189" y="0"/>
                  <a:pt x="12125" y="120"/>
                  <a:pt x="12049" y="266"/>
                </a:cubicBezTo>
                <a:lnTo>
                  <a:pt x="11628" y="1096"/>
                </a:lnTo>
                <a:cubicBezTo>
                  <a:pt x="11552" y="1242"/>
                  <a:pt x="11358" y="1355"/>
                  <a:pt x="11196" y="1350"/>
                </a:cubicBezTo>
                <a:lnTo>
                  <a:pt x="10387" y="1350"/>
                </a:lnTo>
                <a:cubicBezTo>
                  <a:pt x="10225" y="1355"/>
                  <a:pt x="10025" y="1242"/>
                  <a:pt x="9955" y="1096"/>
                </a:cubicBezTo>
                <a:lnTo>
                  <a:pt x="9534" y="266"/>
                </a:lnTo>
                <a:cubicBezTo>
                  <a:pt x="9458" y="120"/>
                  <a:pt x="9394" y="0"/>
                  <a:pt x="9384" y="0"/>
                </a:cubicBezTo>
                <a:close/>
                <a:moveTo>
                  <a:pt x="10792" y="5820"/>
                </a:moveTo>
                <a:cubicBezTo>
                  <a:pt x="13533" y="5820"/>
                  <a:pt x="15761" y="8053"/>
                  <a:pt x="15761" y="10811"/>
                </a:cubicBezTo>
                <a:cubicBezTo>
                  <a:pt x="15761" y="13569"/>
                  <a:pt x="13533" y="15801"/>
                  <a:pt x="10792" y="15801"/>
                </a:cubicBezTo>
                <a:cubicBezTo>
                  <a:pt x="8051" y="15801"/>
                  <a:pt x="5822" y="13569"/>
                  <a:pt x="5822" y="10811"/>
                </a:cubicBezTo>
                <a:cubicBezTo>
                  <a:pt x="5822" y="8053"/>
                  <a:pt x="8045" y="5820"/>
                  <a:pt x="10792" y="5820"/>
                </a:cubicBezTo>
                <a:close/>
                <a:moveTo>
                  <a:pt x="10792" y="7592"/>
                </a:moveTo>
                <a:cubicBezTo>
                  <a:pt x="9016" y="7592"/>
                  <a:pt x="7581" y="9033"/>
                  <a:pt x="7581" y="10816"/>
                </a:cubicBezTo>
                <a:cubicBezTo>
                  <a:pt x="7581" y="12593"/>
                  <a:pt x="9016" y="14040"/>
                  <a:pt x="10792" y="14040"/>
                </a:cubicBezTo>
                <a:cubicBezTo>
                  <a:pt x="12567" y="14040"/>
                  <a:pt x="14002" y="12599"/>
                  <a:pt x="14002" y="10816"/>
                </a:cubicBezTo>
                <a:cubicBezTo>
                  <a:pt x="14002" y="9033"/>
                  <a:pt x="12567" y="7592"/>
                  <a:pt x="10792" y="7592"/>
                </a:cubicBezTo>
                <a:close/>
              </a:path>
            </a:pathLst>
          </a:custGeom>
          <a:solidFill>
            <a:srgbClr val="F9A94C"/>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43" name="Google Shape;43;p3"/>
          <p:cNvSpPr/>
          <p:nvPr/>
        </p:nvSpPr>
        <p:spPr>
          <a:xfrm>
            <a:off x="7106402" y="1635231"/>
            <a:ext cx="479940" cy="540608"/>
          </a:xfrm>
          <a:custGeom>
            <a:avLst/>
            <a:gdLst/>
            <a:ahLst/>
            <a:cxnLst/>
            <a:rect l="l" t="t" r="r" b="b"/>
            <a:pathLst>
              <a:path w="21048" h="21600" extrusionOk="0">
                <a:moveTo>
                  <a:pt x="10524" y="0"/>
                </a:moveTo>
                <a:cubicBezTo>
                  <a:pt x="9635" y="0"/>
                  <a:pt x="8359" y="577"/>
                  <a:pt x="7326" y="3327"/>
                </a:cubicBezTo>
                <a:cubicBezTo>
                  <a:pt x="7137" y="3832"/>
                  <a:pt x="6970" y="4380"/>
                  <a:pt x="6824" y="4961"/>
                </a:cubicBezTo>
                <a:cubicBezTo>
                  <a:pt x="6200" y="4785"/>
                  <a:pt x="5595" y="4643"/>
                  <a:pt x="5020" y="4540"/>
                </a:cubicBezTo>
                <a:cubicBezTo>
                  <a:pt x="1890" y="3980"/>
                  <a:pt x="703" y="4698"/>
                  <a:pt x="258" y="5400"/>
                </a:cubicBezTo>
                <a:cubicBezTo>
                  <a:pt x="-186" y="6101"/>
                  <a:pt x="-276" y="7396"/>
                  <a:pt x="1822" y="9586"/>
                </a:cubicBezTo>
                <a:cubicBezTo>
                  <a:pt x="2207" y="9988"/>
                  <a:pt x="2643" y="10394"/>
                  <a:pt x="3123" y="10799"/>
                </a:cubicBezTo>
                <a:cubicBezTo>
                  <a:pt x="2644" y="11204"/>
                  <a:pt x="2207" y="11610"/>
                  <a:pt x="1822" y="12013"/>
                </a:cubicBezTo>
                <a:cubicBezTo>
                  <a:pt x="-276" y="14202"/>
                  <a:pt x="-186" y="15499"/>
                  <a:pt x="258" y="16200"/>
                </a:cubicBezTo>
                <a:cubicBezTo>
                  <a:pt x="591" y="16726"/>
                  <a:pt x="1341" y="17260"/>
                  <a:pt x="3011" y="17260"/>
                </a:cubicBezTo>
                <a:cubicBezTo>
                  <a:pt x="3571" y="17260"/>
                  <a:pt x="4234" y="17200"/>
                  <a:pt x="5020" y="17060"/>
                </a:cubicBezTo>
                <a:cubicBezTo>
                  <a:pt x="5595" y="16957"/>
                  <a:pt x="6200" y="16815"/>
                  <a:pt x="6824" y="16639"/>
                </a:cubicBezTo>
                <a:cubicBezTo>
                  <a:pt x="6970" y="17220"/>
                  <a:pt x="7137" y="17766"/>
                  <a:pt x="7326" y="18271"/>
                </a:cubicBezTo>
                <a:cubicBezTo>
                  <a:pt x="8359" y="21022"/>
                  <a:pt x="9635" y="21600"/>
                  <a:pt x="10524" y="21600"/>
                </a:cubicBezTo>
                <a:cubicBezTo>
                  <a:pt x="11413" y="21600"/>
                  <a:pt x="12689" y="21022"/>
                  <a:pt x="13722" y="18271"/>
                </a:cubicBezTo>
                <a:cubicBezTo>
                  <a:pt x="13911" y="17766"/>
                  <a:pt x="14080" y="17220"/>
                  <a:pt x="14226" y="16639"/>
                </a:cubicBezTo>
                <a:cubicBezTo>
                  <a:pt x="14850" y="16815"/>
                  <a:pt x="15453" y="16957"/>
                  <a:pt x="16028" y="17060"/>
                </a:cubicBezTo>
                <a:cubicBezTo>
                  <a:pt x="16814" y="17200"/>
                  <a:pt x="17479" y="17260"/>
                  <a:pt x="18038" y="17260"/>
                </a:cubicBezTo>
                <a:cubicBezTo>
                  <a:pt x="19709" y="17260"/>
                  <a:pt x="20457" y="16726"/>
                  <a:pt x="20790" y="16200"/>
                </a:cubicBezTo>
                <a:cubicBezTo>
                  <a:pt x="21234" y="15499"/>
                  <a:pt x="21324" y="14202"/>
                  <a:pt x="19226" y="12013"/>
                </a:cubicBezTo>
                <a:cubicBezTo>
                  <a:pt x="18841" y="11610"/>
                  <a:pt x="18405" y="11204"/>
                  <a:pt x="17925" y="10799"/>
                </a:cubicBezTo>
                <a:cubicBezTo>
                  <a:pt x="18404" y="10394"/>
                  <a:pt x="18841" y="9988"/>
                  <a:pt x="19226" y="9586"/>
                </a:cubicBezTo>
                <a:cubicBezTo>
                  <a:pt x="21324" y="7396"/>
                  <a:pt x="21234" y="6101"/>
                  <a:pt x="20790" y="5400"/>
                </a:cubicBezTo>
                <a:cubicBezTo>
                  <a:pt x="20345" y="4698"/>
                  <a:pt x="19158" y="3980"/>
                  <a:pt x="16028" y="4540"/>
                </a:cubicBezTo>
                <a:cubicBezTo>
                  <a:pt x="15453" y="4643"/>
                  <a:pt x="14850" y="4785"/>
                  <a:pt x="14226" y="4961"/>
                </a:cubicBezTo>
                <a:cubicBezTo>
                  <a:pt x="14080" y="4380"/>
                  <a:pt x="13911" y="3832"/>
                  <a:pt x="13722" y="3327"/>
                </a:cubicBezTo>
                <a:cubicBezTo>
                  <a:pt x="12689" y="577"/>
                  <a:pt x="11413" y="0"/>
                  <a:pt x="10524" y="0"/>
                </a:cubicBezTo>
                <a:close/>
                <a:moveTo>
                  <a:pt x="10524" y="856"/>
                </a:moveTo>
                <a:cubicBezTo>
                  <a:pt x="11556" y="856"/>
                  <a:pt x="12661" y="2513"/>
                  <a:pt x="13329" y="5231"/>
                </a:cubicBezTo>
                <a:cubicBezTo>
                  <a:pt x="12420" y="5525"/>
                  <a:pt x="11478" y="5885"/>
                  <a:pt x="10524" y="6304"/>
                </a:cubicBezTo>
                <a:cubicBezTo>
                  <a:pt x="9571" y="5885"/>
                  <a:pt x="8628" y="5525"/>
                  <a:pt x="7719" y="5231"/>
                </a:cubicBezTo>
                <a:cubicBezTo>
                  <a:pt x="8386" y="2513"/>
                  <a:pt x="9492" y="856"/>
                  <a:pt x="10524" y="856"/>
                </a:cubicBezTo>
                <a:close/>
                <a:moveTo>
                  <a:pt x="3015" y="5197"/>
                </a:moveTo>
                <a:cubicBezTo>
                  <a:pt x="3968" y="5197"/>
                  <a:pt x="5206" y="5394"/>
                  <a:pt x="6633" y="5801"/>
                </a:cubicBezTo>
                <a:cubicBezTo>
                  <a:pt x="6458" y="6665"/>
                  <a:pt x="6330" y="7591"/>
                  <a:pt x="6252" y="8553"/>
                </a:cubicBezTo>
                <a:cubicBezTo>
                  <a:pt x="5377" y="9095"/>
                  <a:pt x="4562" y="9658"/>
                  <a:pt x="3828" y="10229"/>
                </a:cubicBezTo>
                <a:cubicBezTo>
                  <a:pt x="3348" y="9826"/>
                  <a:pt x="2912" y="9422"/>
                  <a:pt x="2530" y="9023"/>
                </a:cubicBezTo>
                <a:cubicBezTo>
                  <a:pt x="1217" y="7653"/>
                  <a:pt x="672" y="6459"/>
                  <a:pt x="1072" y="5828"/>
                </a:cubicBezTo>
                <a:cubicBezTo>
                  <a:pt x="1335" y="5413"/>
                  <a:pt x="2020" y="5197"/>
                  <a:pt x="3015" y="5197"/>
                </a:cubicBezTo>
                <a:close/>
                <a:moveTo>
                  <a:pt x="18035" y="5197"/>
                </a:moveTo>
                <a:cubicBezTo>
                  <a:pt x="19030" y="5197"/>
                  <a:pt x="19713" y="5413"/>
                  <a:pt x="19976" y="5828"/>
                </a:cubicBezTo>
                <a:cubicBezTo>
                  <a:pt x="20376" y="6459"/>
                  <a:pt x="19831" y="7653"/>
                  <a:pt x="18518" y="9023"/>
                </a:cubicBezTo>
                <a:cubicBezTo>
                  <a:pt x="18136" y="9422"/>
                  <a:pt x="17702" y="9826"/>
                  <a:pt x="17221" y="10229"/>
                </a:cubicBezTo>
                <a:cubicBezTo>
                  <a:pt x="16488" y="9658"/>
                  <a:pt x="15673" y="9095"/>
                  <a:pt x="14798" y="8553"/>
                </a:cubicBezTo>
                <a:cubicBezTo>
                  <a:pt x="14720" y="7591"/>
                  <a:pt x="14590" y="6665"/>
                  <a:pt x="14415" y="5801"/>
                </a:cubicBezTo>
                <a:cubicBezTo>
                  <a:pt x="15842" y="5394"/>
                  <a:pt x="17082" y="5197"/>
                  <a:pt x="18035" y="5197"/>
                </a:cubicBezTo>
                <a:close/>
                <a:moveTo>
                  <a:pt x="7532" y="6078"/>
                </a:moveTo>
                <a:cubicBezTo>
                  <a:pt x="8148" y="6281"/>
                  <a:pt x="8794" y="6520"/>
                  <a:pt x="9461" y="6795"/>
                </a:cubicBezTo>
                <a:cubicBezTo>
                  <a:pt x="9088" y="6975"/>
                  <a:pt x="8715" y="7162"/>
                  <a:pt x="8343" y="7358"/>
                </a:cubicBezTo>
                <a:cubicBezTo>
                  <a:pt x="7971" y="7553"/>
                  <a:pt x="7605" y="7754"/>
                  <a:pt x="7248" y="7958"/>
                </a:cubicBezTo>
                <a:cubicBezTo>
                  <a:pt x="7320" y="7295"/>
                  <a:pt x="7416" y="6666"/>
                  <a:pt x="7532" y="6078"/>
                </a:cubicBezTo>
                <a:close/>
                <a:moveTo>
                  <a:pt x="13516" y="6078"/>
                </a:moveTo>
                <a:cubicBezTo>
                  <a:pt x="13632" y="6666"/>
                  <a:pt x="13728" y="7295"/>
                  <a:pt x="13800" y="7958"/>
                </a:cubicBezTo>
                <a:cubicBezTo>
                  <a:pt x="13443" y="7754"/>
                  <a:pt x="13078" y="7553"/>
                  <a:pt x="12706" y="7358"/>
                </a:cubicBezTo>
                <a:cubicBezTo>
                  <a:pt x="12335" y="7162"/>
                  <a:pt x="11962" y="6975"/>
                  <a:pt x="11589" y="6795"/>
                </a:cubicBezTo>
                <a:cubicBezTo>
                  <a:pt x="12256" y="6520"/>
                  <a:pt x="12900" y="6281"/>
                  <a:pt x="13516" y="6078"/>
                </a:cubicBezTo>
                <a:close/>
                <a:moveTo>
                  <a:pt x="10524" y="7258"/>
                </a:moveTo>
                <a:cubicBezTo>
                  <a:pt x="11084" y="7514"/>
                  <a:pt x="11656" y="7793"/>
                  <a:pt x="12236" y="8099"/>
                </a:cubicBezTo>
                <a:cubicBezTo>
                  <a:pt x="12807" y="8399"/>
                  <a:pt x="13361" y="8709"/>
                  <a:pt x="13892" y="9029"/>
                </a:cubicBezTo>
                <a:cubicBezTo>
                  <a:pt x="13929" y="9598"/>
                  <a:pt x="13948" y="10189"/>
                  <a:pt x="13948" y="10799"/>
                </a:cubicBezTo>
                <a:cubicBezTo>
                  <a:pt x="13948" y="11410"/>
                  <a:pt x="13927" y="12000"/>
                  <a:pt x="13890" y="12570"/>
                </a:cubicBezTo>
                <a:cubicBezTo>
                  <a:pt x="13359" y="12889"/>
                  <a:pt x="12806" y="13201"/>
                  <a:pt x="12236" y="13501"/>
                </a:cubicBezTo>
                <a:cubicBezTo>
                  <a:pt x="11655" y="13807"/>
                  <a:pt x="11084" y="14087"/>
                  <a:pt x="10524" y="14342"/>
                </a:cubicBezTo>
                <a:cubicBezTo>
                  <a:pt x="9964" y="14087"/>
                  <a:pt x="9393" y="13807"/>
                  <a:pt x="8812" y="13501"/>
                </a:cubicBezTo>
                <a:cubicBezTo>
                  <a:pt x="8241" y="13201"/>
                  <a:pt x="7689" y="12891"/>
                  <a:pt x="7158" y="12571"/>
                </a:cubicBezTo>
                <a:cubicBezTo>
                  <a:pt x="7121" y="12002"/>
                  <a:pt x="7100" y="11410"/>
                  <a:pt x="7100" y="10799"/>
                </a:cubicBezTo>
                <a:cubicBezTo>
                  <a:pt x="7100" y="10189"/>
                  <a:pt x="7121" y="9598"/>
                  <a:pt x="7158" y="9029"/>
                </a:cubicBezTo>
                <a:cubicBezTo>
                  <a:pt x="7689" y="8709"/>
                  <a:pt x="8241" y="8399"/>
                  <a:pt x="8812" y="8099"/>
                </a:cubicBezTo>
                <a:cubicBezTo>
                  <a:pt x="9393" y="7793"/>
                  <a:pt x="9964" y="7514"/>
                  <a:pt x="10524" y="7258"/>
                </a:cubicBezTo>
                <a:close/>
                <a:moveTo>
                  <a:pt x="10524" y="9608"/>
                </a:moveTo>
                <a:cubicBezTo>
                  <a:pt x="10189" y="9608"/>
                  <a:pt x="9855" y="9724"/>
                  <a:pt x="9600" y="9957"/>
                </a:cubicBezTo>
                <a:cubicBezTo>
                  <a:pt x="9089" y="10422"/>
                  <a:pt x="9089" y="11178"/>
                  <a:pt x="9600" y="11643"/>
                </a:cubicBezTo>
                <a:cubicBezTo>
                  <a:pt x="10110" y="12108"/>
                  <a:pt x="10938" y="12108"/>
                  <a:pt x="11448" y="11643"/>
                </a:cubicBezTo>
                <a:cubicBezTo>
                  <a:pt x="11959" y="11178"/>
                  <a:pt x="11959" y="10422"/>
                  <a:pt x="11448" y="9957"/>
                </a:cubicBezTo>
                <a:cubicBezTo>
                  <a:pt x="11193" y="9724"/>
                  <a:pt x="10859" y="9608"/>
                  <a:pt x="10524" y="9608"/>
                </a:cubicBezTo>
                <a:close/>
                <a:moveTo>
                  <a:pt x="6185" y="9638"/>
                </a:moveTo>
                <a:cubicBezTo>
                  <a:pt x="6169" y="10021"/>
                  <a:pt x="6161" y="10408"/>
                  <a:pt x="6161" y="10799"/>
                </a:cubicBezTo>
                <a:cubicBezTo>
                  <a:pt x="6161" y="11190"/>
                  <a:pt x="6169" y="11579"/>
                  <a:pt x="6185" y="11962"/>
                </a:cubicBezTo>
                <a:cubicBezTo>
                  <a:pt x="5601" y="11581"/>
                  <a:pt x="5050" y="11191"/>
                  <a:pt x="4540" y="10799"/>
                </a:cubicBezTo>
                <a:cubicBezTo>
                  <a:pt x="5050" y="10407"/>
                  <a:pt x="5601" y="10019"/>
                  <a:pt x="6185" y="9638"/>
                </a:cubicBezTo>
                <a:close/>
                <a:moveTo>
                  <a:pt x="14863" y="9638"/>
                </a:moveTo>
                <a:cubicBezTo>
                  <a:pt x="15447" y="10019"/>
                  <a:pt x="15998" y="10407"/>
                  <a:pt x="16508" y="10799"/>
                </a:cubicBezTo>
                <a:cubicBezTo>
                  <a:pt x="15998" y="11191"/>
                  <a:pt x="15447" y="11581"/>
                  <a:pt x="14863" y="11962"/>
                </a:cubicBezTo>
                <a:cubicBezTo>
                  <a:pt x="14879" y="11579"/>
                  <a:pt x="14887" y="11190"/>
                  <a:pt x="14887" y="10799"/>
                </a:cubicBezTo>
                <a:cubicBezTo>
                  <a:pt x="14887" y="10408"/>
                  <a:pt x="14879" y="10021"/>
                  <a:pt x="14863" y="9638"/>
                </a:cubicBezTo>
                <a:close/>
                <a:moveTo>
                  <a:pt x="3828" y="11371"/>
                </a:moveTo>
                <a:cubicBezTo>
                  <a:pt x="4562" y="11942"/>
                  <a:pt x="5377" y="12505"/>
                  <a:pt x="6252" y="13047"/>
                </a:cubicBezTo>
                <a:cubicBezTo>
                  <a:pt x="6330" y="14009"/>
                  <a:pt x="6458" y="14933"/>
                  <a:pt x="6633" y="15797"/>
                </a:cubicBezTo>
                <a:cubicBezTo>
                  <a:pt x="5206" y="16204"/>
                  <a:pt x="3968" y="16403"/>
                  <a:pt x="3015" y="16403"/>
                </a:cubicBezTo>
                <a:cubicBezTo>
                  <a:pt x="2020" y="16403"/>
                  <a:pt x="1335" y="16187"/>
                  <a:pt x="1072" y="15772"/>
                </a:cubicBezTo>
                <a:cubicBezTo>
                  <a:pt x="672" y="15141"/>
                  <a:pt x="1217" y="13947"/>
                  <a:pt x="2530" y="12577"/>
                </a:cubicBezTo>
                <a:cubicBezTo>
                  <a:pt x="2912" y="12178"/>
                  <a:pt x="3348" y="11774"/>
                  <a:pt x="3828" y="11371"/>
                </a:cubicBezTo>
                <a:close/>
                <a:moveTo>
                  <a:pt x="17220" y="11371"/>
                </a:moveTo>
                <a:cubicBezTo>
                  <a:pt x="17700" y="11774"/>
                  <a:pt x="18136" y="12178"/>
                  <a:pt x="18518" y="12577"/>
                </a:cubicBezTo>
                <a:cubicBezTo>
                  <a:pt x="19831" y="13947"/>
                  <a:pt x="20376" y="15141"/>
                  <a:pt x="19976" y="15772"/>
                </a:cubicBezTo>
                <a:cubicBezTo>
                  <a:pt x="19713" y="16187"/>
                  <a:pt x="19030" y="16403"/>
                  <a:pt x="18035" y="16403"/>
                </a:cubicBezTo>
                <a:cubicBezTo>
                  <a:pt x="17082" y="16403"/>
                  <a:pt x="15842" y="16204"/>
                  <a:pt x="14415" y="15797"/>
                </a:cubicBezTo>
                <a:cubicBezTo>
                  <a:pt x="14590" y="14933"/>
                  <a:pt x="14718" y="14009"/>
                  <a:pt x="14796" y="13047"/>
                </a:cubicBezTo>
                <a:cubicBezTo>
                  <a:pt x="15671" y="12505"/>
                  <a:pt x="16486" y="11942"/>
                  <a:pt x="17220" y="11371"/>
                </a:cubicBezTo>
                <a:close/>
                <a:moveTo>
                  <a:pt x="7248" y="13642"/>
                </a:moveTo>
                <a:cubicBezTo>
                  <a:pt x="7605" y="13846"/>
                  <a:pt x="7971" y="14047"/>
                  <a:pt x="8343" y="14242"/>
                </a:cubicBezTo>
                <a:cubicBezTo>
                  <a:pt x="8715" y="14438"/>
                  <a:pt x="9088" y="14625"/>
                  <a:pt x="9461" y="14805"/>
                </a:cubicBezTo>
                <a:cubicBezTo>
                  <a:pt x="8794" y="15080"/>
                  <a:pt x="8148" y="15319"/>
                  <a:pt x="7532" y="15522"/>
                </a:cubicBezTo>
                <a:cubicBezTo>
                  <a:pt x="7416" y="14934"/>
                  <a:pt x="7320" y="14305"/>
                  <a:pt x="7248" y="13642"/>
                </a:cubicBezTo>
                <a:close/>
                <a:moveTo>
                  <a:pt x="13800" y="13642"/>
                </a:moveTo>
                <a:cubicBezTo>
                  <a:pt x="13728" y="14305"/>
                  <a:pt x="13632" y="14934"/>
                  <a:pt x="13516" y="15522"/>
                </a:cubicBezTo>
                <a:cubicBezTo>
                  <a:pt x="12900" y="15319"/>
                  <a:pt x="12256" y="15080"/>
                  <a:pt x="11589" y="14805"/>
                </a:cubicBezTo>
                <a:cubicBezTo>
                  <a:pt x="11962" y="14625"/>
                  <a:pt x="12335" y="14438"/>
                  <a:pt x="12706" y="14242"/>
                </a:cubicBezTo>
                <a:cubicBezTo>
                  <a:pt x="13078" y="14047"/>
                  <a:pt x="13443" y="13846"/>
                  <a:pt x="13800" y="13642"/>
                </a:cubicBezTo>
                <a:close/>
                <a:moveTo>
                  <a:pt x="10524" y="15294"/>
                </a:moveTo>
                <a:cubicBezTo>
                  <a:pt x="11478" y="15713"/>
                  <a:pt x="12420" y="16075"/>
                  <a:pt x="13329" y="16369"/>
                </a:cubicBezTo>
                <a:cubicBezTo>
                  <a:pt x="12661" y="19087"/>
                  <a:pt x="11556" y="20744"/>
                  <a:pt x="10524" y="20744"/>
                </a:cubicBezTo>
                <a:cubicBezTo>
                  <a:pt x="9492" y="20744"/>
                  <a:pt x="8386" y="19087"/>
                  <a:pt x="7719" y="16369"/>
                </a:cubicBezTo>
                <a:cubicBezTo>
                  <a:pt x="8628" y="16075"/>
                  <a:pt x="9571" y="15713"/>
                  <a:pt x="10524" y="15294"/>
                </a:cubicBezTo>
                <a:close/>
              </a:path>
            </a:pathLst>
          </a:custGeom>
          <a:solidFill>
            <a:srgbClr val="4BA7B6"/>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44" name="Google Shape;44;p3"/>
          <p:cNvSpPr/>
          <p:nvPr/>
        </p:nvSpPr>
        <p:spPr>
          <a:xfrm>
            <a:off x="9986069" y="5057275"/>
            <a:ext cx="427296" cy="645503"/>
          </a:xfrm>
          <a:custGeom>
            <a:avLst/>
            <a:gdLst/>
            <a:ahLst/>
            <a:cxnLst/>
            <a:rect l="l" t="t" r="r" b="b"/>
            <a:pathLst>
              <a:path w="21483" h="21600" extrusionOk="0">
                <a:moveTo>
                  <a:pt x="10250" y="0"/>
                </a:moveTo>
                <a:cubicBezTo>
                  <a:pt x="9814" y="0"/>
                  <a:pt x="9433" y="155"/>
                  <a:pt x="9220" y="385"/>
                </a:cubicBezTo>
                <a:cubicBezTo>
                  <a:pt x="9223" y="388"/>
                  <a:pt x="9226" y="391"/>
                  <a:pt x="9230" y="394"/>
                </a:cubicBezTo>
                <a:cubicBezTo>
                  <a:pt x="9058" y="411"/>
                  <a:pt x="8887" y="431"/>
                  <a:pt x="8717" y="453"/>
                </a:cubicBezTo>
                <a:cubicBezTo>
                  <a:pt x="8396" y="278"/>
                  <a:pt x="7949" y="215"/>
                  <a:pt x="7531" y="316"/>
                </a:cubicBezTo>
                <a:lnTo>
                  <a:pt x="6587" y="545"/>
                </a:lnTo>
                <a:cubicBezTo>
                  <a:pt x="6177" y="644"/>
                  <a:pt x="5899" y="876"/>
                  <a:pt x="5817" y="1141"/>
                </a:cubicBezTo>
                <a:cubicBezTo>
                  <a:pt x="5823" y="1143"/>
                  <a:pt x="5828" y="1147"/>
                  <a:pt x="5835" y="1149"/>
                </a:cubicBezTo>
                <a:cubicBezTo>
                  <a:pt x="5683" y="1204"/>
                  <a:pt x="5533" y="1261"/>
                  <a:pt x="5386" y="1321"/>
                </a:cubicBezTo>
                <a:cubicBezTo>
                  <a:pt x="4992" y="1227"/>
                  <a:pt x="4537" y="1270"/>
                  <a:pt x="4194" y="1462"/>
                </a:cubicBezTo>
                <a:lnTo>
                  <a:pt x="3426" y="1891"/>
                </a:lnTo>
                <a:cubicBezTo>
                  <a:pt x="3092" y="2078"/>
                  <a:pt x="2949" y="2358"/>
                  <a:pt x="3008" y="2627"/>
                </a:cubicBezTo>
                <a:cubicBezTo>
                  <a:pt x="3018" y="2628"/>
                  <a:pt x="3026" y="2630"/>
                  <a:pt x="3036" y="2632"/>
                </a:cubicBezTo>
                <a:cubicBezTo>
                  <a:pt x="2922" y="2717"/>
                  <a:pt x="2810" y="2805"/>
                  <a:pt x="2702" y="2895"/>
                </a:cubicBezTo>
                <a:cubicBezTo>
                  <a:pt x="2281" y="2894"/>
                  <a:pt x="1873" y="3038"/>
                  <a:pt x="1648" y="3297"/>
                </a:cubicBezTo>
                <a:lnTo>
                  <a:pt x="1146" y="3876"/>
                </a:lnTo>
                <a:cubicBezTo>
                  <a:pt x="928" y="4128"/>
                  <a:pt x="937" y="4424"/>
                  <a:pt x="1130" y="4662"/>
                </a:cubicBezTo>
                <a:cubicBezTo>
                  <a:pt x="1140" y="4661"/>
                  <a:pt x="1149" y="4662"/>
                  <a:pt x="1159" y="4661"/>
                </a:cubicBezTo>
                <a:cubicBezTo>
                  <a:pt x="1095" y="4767"/>
                  <a:pt x="1035" y="4874"/>
                  <a:pt x="980" y="4983"/>
                </a:cubicBezTo>
                <a:cubicBezTo>
                  <a:pt x="585" y="5078"/>
                  <a:pt x="275" y="5307"/>
                  <a:pt x="197" y="5601"/>
                </a:cubicBezTo>
                <a:lnTo>
                  <a:pt x="23" y="6260"/>
                </a:lnTo>
                <a:cubicBezTo>
                  <a:pt x="-52" y="6546"/>
                  <a:pt x="109" y="6822"/>
                  <a:pt x="414" y="7002"/>
                </a:cubicBezTo>
                <a:cubicBezTo>
                  <a:pt x="423" y="6998"/>
                  <a:pt x="432" y="6997"/>
                  <a:pt x="442" y="6993"/>
                </a:cubicBezTo>
                <a:cubicBezTo>
                  <a:pt x="439" y="7058"/>
                  <a:pt x="437" y="7123"/>
                  <a:pt x="437" y="7189"/>
                </a:cubicBezTo>
                <a:cubicBezTo>
                  <a:pt x="437" y="7238"/>
                  <a:pt x="440" y="7287"/>
                  <a:pt x="442" y="7336"/>
                </a:cubicBezTo>
                <a:cubicBezTo>
                  <a:pt x="118" y="7516"/>
                  <a:pt x="-60" y="7802"/>
                  <a:pt x="18" y="8097"/>
                </a:cubicBezTo>
                <a:lnTo>
                  <a:pt x="194" y="8756"/>
                </a:lnTo>
                <a:cubicBezTo>
                  <a:pt x="270" y="9042"/>
                  <a:pt x="563" y="9265"/>
                  <a:pt x="942" y="9365"/>
                </a:cubicBezTo>
                <a:cubicBezTo>
                  <a:pt x="947" y="9361"/>
                  <a:pt x="954" y="9356"/>
                  <a:pt x="960" y="9352"/>
                </a:cubicBezTo>
                <a:cubicBezTo>
                  <a:pt x="1014" y="9461"/>
                  <a:pt x="1073" y="9569"/>
                  <a:pt x="1136" y="9676"/>
                </a:cubicBezTo>
                <a:cubicBezTo>
                  <a:pt x="927" y="9918"/>
                  <a:pt x="912" y="10224"/>
                  <a:pt x="1136" y="10483"/>
                </a:cubicBezTo>
                <a:lnTo>
                  <a:pt x="1636" y="11061"/>
                </a:lnTo>
                <a:cubicBezTo>
                  <a:pt x="1854" y="11313"/>
                  <a:pt x="2246" y="11456"/>
                  <a:pt x="2653" y="11464"/>
                </a:cubicBezTo>
                <a:cubicBezTo>
                  <a:pt x="2656" y="11459"/>
                  <a:pt x="2661" y="11454"/>
                  <a:pt x="2664" y="11449"/>
                </a:cubicBezTo>
                <a:cubicBezTo>
                  <a:pt x="2771" y="11539"/>
                  <a:pt x="2881" y="11629"/>
                  <a:pt x="2995" y="11715"/>
                </a:cubicBezTo>
                <a:cubicBezTo>
                  <a:pt x="2924" y="11989"/>
                  <a:pt x="3066" y="12279"/>
                  <a:pt x="3409" y="12471"/>
                </a:cubicBezTo>
                <a:lnTo>
                  <a:pt x="4176" y="12900"/>
                </a:lnTo>
                <a:cubicBezTo>
                  <a:pt x="4511" y="13087"/>
                  <a:pt x="4953" y="13131"/>
                  <a:pt x="5340" y="13046"/>
                </a:cubicBezTo>
                <a:cubicBezTo>
                  <a:pt x="5340" y="13043"/>
                  <a:pt x="5340" y="13040"/>
                  <a:pt x="5340" y="13036"/>
                </a:cubicBezTo>
                <a:cubicBezTo>
                  <a:pt x="5487" y="13097"/>
                  <a:pt x="5639" y="13155"/>
                  <a:pt x="5791" y="13211"/>
                </a:cubicBezTo>
                <a:cubicBezTo>
                  <a:pt x="5868" y="13482"/>
                  <a:pt x="6150" y="13721"/>
                  <a:pt x="6567" y="13822"/>
                </a:cubicBezTo>
                <a:lnTo>
                  <a:pt x="7511" y="14050"/>
                </a:lnTo>
                <a:cubicBezTo>
                  <a:pt x="7920" y="14149"/>
                  <a:pt x="8357" y="14090"/>
                  <a:pt x="8676" y="13922"/>
                </a:cubicBezTo>
                <a:cubicBezTo>
                  <a:pt x="8676" y="13921"/>
                  <a:pt x="8675" y="13921"/>
                  <a:pt x="8674" y="13919"/>
                </a:cubicBezTo>
                <a:cubicBezTo>
                  <a:pt x="8844" y="13942"/>
                  <a:pt x="9016" y="13962"/>
                  <a:pt x="9189" y="13980"/>
                </a:cubicBezTo>
                <a:cubicBezTo>
                  <a:pt x="9402" y="14215"/>
                  <a:pt x="9789" y="14372"/>
                  <a:pt x="10230" y="14372"/>
                </a:cubicBezTo>
                <a:lnTo>
                  <a:pt x="11233" y="14372"/>
                </a:lnTo>
                <a:cubicBezTo>
                  <a:pt x="11669" y="14372"/>
                  <a:pt x="12049" y="14217"/>
                  <a:pt x="12263" y="13987"/>
                </a:cubicBezTo>
                <a:cubicBezTo>
                  <a:pt x="12263" y="13987"/>
                  <a:pt x="12263" y="13985"/>
                  <a:pt x="12263" y="13985"/>
                </a:cubicBezTo>
                <a:cubicBezTo>
                  <a:pt x="12437" y="13968"/>
                  <a:pt x="12610" y="13948"/>
                  <a:pt x="12781" y="13926"/>
                </a:cubicBezTo>
                <a:cubicBezTo>
                  <a:pt x="13101" y="14095"/>
                  <a:pt x="13541" y="14154"/>
                  <a:pt x="13952" y="14055"/>
                </a:cubicBezTo>
                <a:lnTo>
                  <a:pt x="14896" y="13827"/>
                </a:lnTo>
                <a:cubicBezTo>
                  <a:pt x="15303" y="13729"/>
                  <a:pt x="15582" y="13498"/>
                  <a:pt x="15666" y="13235"/>
                </a:cubicBezTo>
                <a:cubicBezTo>
                  <a:pt x="15823" y="13178"/>
                  <a:pt x="15979" y="13118"/>
                  <a:pt x="16131" y="13056"/>
                </a:cubicBezTo>
                <a:cubicBezTo>
                  <a:pt x="16516" y="13141"/>
                  <a:pt x="16955" y="13097"/>
                  <a:pt x="17289" y="12910"/>
                </a:cubicBezTo>
                <a:lnTo>
                  <a:pt x="18059" y="12481"/>
                </a:lnTo>
                <a:cubicBezTo>
                  <a:pt x="18391" y="12296"/>
                  <a:pt x="18533" y="12017"/>
                  <a:pt x="18477" y="11751"/>
                </a:cubicBezTo>
                <a:cubicBezTo>
                  <a:pt x="18597" y="11662"/>
                  <a:pt x="18712" y="11569"/>
                  <a:pt x="18824" y="11476"/>
                </a:cubicBezTo>
                <a:cubicBezTo>
                  <a:pt x="19229" y="11467"/>
                  <a:pt x="19620" y="11325"/>
                  <a:pt x="19837" y="11075"/>
                </a:cubicBezTo>
                <a:lnTo>
                  <a:pt x="20337" y="10496"/>
                </a:lnTo>
                <a:cubicBezTo>
                  <a:pt x="20552" y="10248"/>
                  <a:pt x="20546" y="9955"/>
                  <a:pt x="20360" y="9718"/>
                </a:cubicBezTo>
                <a:cubicBezTo>
                  <a:pt x="20427" y="9606"/>
                  <a:pt x="20491" y="9493"/>
                  <a:pt x="20549" y="9377"/>
                </a:cubicBezTo>
                <a:cubicBezTo>
                  <a:pt x="20922" y="9276"/>
                  <a:pt x="21211" y="9052"/>
                  <a:pt x="21286" y="8769"/>
                </a:cubicBezTo>
                <a:lnTo>
                  <a:pt x="21460" y="8112"/>
                </a:lnTo>
                <a:cubicBezTo>
                  <a:pt x="21534" y="7829"/>
                  <a:pt x="21377" y="7554"/>
                  <a:pt x="21080" y="7374"/>
                </a:cubicBezTo>
                <a:cubicBezTo>
                  <a:pt x="21082" y="7312"/>
                  <a:pt x="21082" y="7251"/>
                  <a:pt x="21082" y="7189"/>
                </a:cubicBezTo>
                <a:cubicBezTo>
                  <a:pt x="21082" y="7130"/>
                  <a:pt x="21082" y="7072"/>
                  <a:pt x="21080" y="7014"/>
                </a:cubicBezTo>
                <a:cubicBezTo>
                  <a:pt x="21380" y="6834"/>
                  <a:pt x="21540" y="6557"/>
                  <a:pt x="21465" y="6274"/>
                </a:cubicBezTo>
                <a:lnTo>
                  <a:pt x="21289" y="5616"/>
                </a:lnTo>
                <a:cubicBezTo>
                  <a:pt x="21214" y="5334"/>
                  <a:pt x="20924" y="5112"/>
                  <a:pt x="20551" y="5010"/>
                </a:cubicBezTo>
                <a:cubicBezTo>
                  <a:pt x="20494" y="4896"/>
                  <a:pt x="20434" y="4783"/>
                  <a:pt x="20368" y="4671"/>
                </a:cubicBezTo>
                <a:cubicBezTo>
                  <a:pt x="20557" y="4433"/>
                  <a:pt x="20567" y="4138"/>
                  <a:pt x="20350" y="3888"/>
                </a:cubicBezTo>
                <a:lnTo>
                  <a:pt x="19847" y="3309"/>
                </a:lnTo>
                <a:cubicBezTo>
                  <a:pt x="19630" y="3059"/>
                  <a:pt x="19240" y="2917"/>
                  <a:pt x="18835" y="2908"/>
                </a:cubicBezTo>
                <a:cubicBezTo>
                  <a:pt x="18725" y="2816"/>
                  <a:pt x="18610" y="2726"/>
                  <a:pt x="18493" y="2638"/>
                </a:cubicBezTo>
                <a:cubicBezTo>
                  <a:pt x="18553" y="2370"/>
                  <a:pt x="18409" y="2087"/>
                  <a:pt x="18074" y="1900"/>
                </a:cubicBezTo>
                <a:lnTo>
                  <a:pt x="17307" y="1470"/>
                </a:lnTo>
                <a:cubicBezTo>
                  <a:pt x="16972" y="1284"/>
                  <a:pt x="16530" y="1239"/>
                  <a:pt x="16143" y="1324"/>
                </a:cubicBezTo>
                <a:cubicBezTo>
                  <a:pt x="16143" y="1325"/>
                  <a:pt x="16143" y="1326"/>
                  <a:pt x="16143" y="1326"/>
                </a:cubicBezTo>
                <a:cubicBezTo>
                  <a:pt x="15994" y="1265"/>
                  <a:pt x="15843" y="1207"/>
                  <a:pt x="15689" y="1151"/>
                </a:cubicBezTo>
                <a:cubicBezTo>
                  <a:pt x="15609" y="884"/>
                  <a:pt x="15328" y="650"/>
                  <a:pt x="14916" y="550"/>
                </a:cubicBezTo>
                <a:lnTo>
                  <a:pt x="13972" y="321"/>
                </a:lnTo>
                <a:cubicBezTo>
                  <a:pt x="13562" y="222"/>
                  <a:pt x="13126" y="280"/>
                  <a:pt x="12807" y="448"/>
                </a:cubicBezTo>
                <a:cubicBezTo>
                  <a:pt x="12808" y="450"/>
                  <a:pt x="12808" y="452"/>
                  <a:pt x="12809" y="453"/>
                </a:cubicBezTo>
                <a:cubicBezTo>
                  <a:pt x="12639" y="431"/>
                  <a:pt x="12466" y="411"/>
                  <a:pt x="12294" y="394"/>
                </a:cubicBezTo>
                <a:cubicBezTo>
                  <a:pt x="12082" y="158"/>
                  <a:pt x="11697" y="0"/>
                  <a:pt x="11256" y="0"/>
                </a:cubicBezTo>
                <a:lnTo>
                  <a:pt x="10250" y="0"/>
                </a:lnTo>
                <a:close/>
                <a:moveTo>
                  <a:pt x="10761" y="2494"/>
                </a:moveTo>
                <a:cubicBezTo>
                  <a:pt x="14153" y="2494"/>
                  <a:pt x="16984" y="4085"/>
                  <a:pt x="17666" y="6207"/>
                </a:cubicBezTo>
                <a:cubicBezTo>
                  <a:pt x="17678" y="6243"/>
                  <a:pt x="17689" y="6280"/>
                  <a:pt x="17699" y="6316"/>
                </a:cubicBezTo>
                <a:cubicBezTo>
                  <a:pt x="17710" y="6352"/>
                  <a:pt x="17718" y="6388"/>
                  <a:pt x="17727" y="6425"/>
                </a:cubicBezTo>
                <a:cubicBezTo>
                  <a:pt x="17735" y="6454"/>
                  <a:pt x="17744" y="6482"/>
                  <a:pt x="17750" y="6511"/>
                </a:cubicBezTo>
                <a:cubicBezTo>
                  <a:pt x="17762" y="6564"/>
                  <a:pt x="17770" y="6616"/>
                  <a:pt x="17778" y="6669"/>
                </a:cubicBezTo>
                <a:cubicBezTo>
                  <a:pt x="17785" y="6707"/>
                  <a:pt x="17791" y="6744"/>
                  <a:pt x="17796" y="6781"/>
                </a:cubicBezTo>
                <a:cubicBezTo>
                  <a:pt x="17800" y="6805"/>
                  <a:pt x="17801" y="6830"/>
                  <a:pt x="17804" y="6854"/>
                </a:cubicBezTo>
                <a:cubicBezTo>
                  <a:pt x="17812" y="6927"/>
                  <a:pt x="17817" y="6999"/>
                  <a:pt x="17819" y="7072"/>
                </a:cubicBezTo>
                <a:cubicBezTo>
                  <a:pt x="17820" y="7082"/>
                  <a:pt x="17822" y="7093"/>
                  <a:pt x="17822" y="7104"/>
                </a:cubicBezTo>
                <a:cubicBezTo>
                  <a:pt x="17826" y="7244"/>
                  <a:pt x="17819" y="7385"/>
                  <a:pt x="17804" y="7523"/>
                </a:cubicBezTo>
                <a:lnTo>
                  <a:pt x="17807" y="7523"/>
                </a:lnTo>
                <a:cubicBezTo>
                  <a:pt x="17796" y="7624"/>
                  <a:pt x="17780" y="7723"/>
                  <a:pt x="17761" y="7822"/>
                </a:cubicBezTo>
                <a:lnTo>
                  <a:pt x="17756" y="7822"/>
                </a:lnTo>
                <a:cubicBezTo>
                  <a:pt x="17743" y="7882"/>
                  <a:pt x="17731" y="7943"/>
                  <a:pt x="17715" y="8004"/>
                </a:cubicBezTo>
                <a:cubicBezTo>
                  <a:pt x="17611" y="8394"/>
                  <a:pt x="17437" y="8765"/>
                  <a:pt x="17205" y="9111"/>
                </a:cubicBezTo>
                <a:lnTo>
                  <a:pt x="17212" y="9111"/>
                </a:lnTo>
                <a:cubicBezTo>
                  <a:pt x="17151" y="9202"/>
                  <a:pt x="17086" y="9294"/>
                  <a:pt x="17016" y="9382"/>
                </a:cubicBezTo>
                <a:lnTo>
                  <a:pt x="17006" y="9381"/>
                </a:lnTo>
                <a:cubicBezTo>
                  <a:pt x="16963" y="9435"/>
                  <a:pt x="16919" y="9489"/>
                  <a:pt x="16873" y="9542"/>
                </a:cubicBezTo>
                <a:cubicBezTo>
                  <a:pt x="16575" y="9885"/>
                  <a:pt x="16224" y="10193"/>
                  <a:pt x="15827" y="10466"/>
                </a:cubicBezTo>
                <a:lnTo>
                  <a:pt x="15832" y="10467"/>
                </a:lnTo>
                <a:cubicBezTo>
                  <a:pt x="15727" y="10539"/>
                  <a:pt x="15620" y="10610"/>
                  <a:pt x="15508" y="10678"/>
                </a:cubicBezTo>
                <a:lnTo>
                  <a:pt x="15500" y="10674"/>
                </a:lnTo>
                <a:cubicBezTo>
                  <a:pt x="15433" y="10715"/>
                  <a:pt x="15365" y="10755"/>
                  <a:pt x="15294" y="10795"/>
                </a:cubicBezTo>
                <a:cubicBezTo>
                  <a:pt x="14838" y="11049"/>
                  <a:pt x="14347" y="11259"/>
                  <a:pt x="13835" y="11425"/>
                </a:cubicBezTo>
                <a:lnTo>
                  <a:pt x="13840" y="11430"/>
                </a:lnTo>
                <a:cubicBezTo>
                  <a:pt x="13704" y="11474"/>
                  <a:pt x="13564" y="11512"/>
                  <a:pt x="13424" y="11550"/>
                </a:cubicBezTo>
                <a:lnTo>
                  <a:pt x="13421" y="11547"/>
                </a:lnTo>
                <a:cubicBezTo>
                  <a:pt x="13337" y="11570"/>
                  <a:pt x="13251" y="11592"/>
                  <a:pt x="13164" y="11613"/>
                </a:cubicBezTo>
                <a:cubicBezTo>
                  <a:pt x="12604" y="11749"/>
                  <a:pt x="12037" y="11834"/>
                  <a:pt x="11470" y="11873"/>
                </a:cubicBezTo>
                <a:lnTo>
                  <a:pt x="11470" y="11875"/>
                </a:lnTo>
                <a:cubicBezTo>
                  <a:pt x="11269" y="11888"/>
                  <a:pt x="11066" y="11895"/>
                  <a:pt x="10860" y="11897"/>
                </a:cubicBezTo>
                <a:cubicBezTo>
                  <a:pt x="10824" y="11897"/>
                  <a:pt x="10786" y="11898"/>
                  <a:pt x="10750" y="11899"/>
                </a:cubicBezTo>
                <a:cubicBezTo>
                  <a:pt x="6853" y="11895"/>
                  <a:pt x="3697" y="9792"/>
                  <a:pt x="3697" y="7197"/>
                </a:cubicBezTo>
                <a:cubicBezTo>
                  <a:pt x="3697" y="4600"/>
                  <a:pt x="6859" y="2494"/>
                  <a:pt x="10761" y="2494"/>
                </a:cubicBezTo>
                <a:close/>
                <a:moveTo>
                  <a:pt x="10740" y="2745"/>
                </a:moveTo>
                <a:cubicBezTo>
                  <a:pt x="7061" y="2745"/>
                  <a:pt x="4069" y="4737"/>
                  <a:pt x="4069" y="7185"/>
                </a:cubicBezTo>
                <a:cubicBezTo>
                  <a:pt x="4069" y="9634"/>
                  <a:pt x="7061" y="11625"/>
                  <a:pt x="10740" y="11625"/>
                </a:cubicBezTo>
                <a:cubicBezTo>
                  <a:pt x="14419" y="11625"/>
                  <a:pt x="17414" y="9634"/>
                  <a:pt x="17414" y="7185"/>
                </a:cubicBezTo>
                <a:cubicBezTo>
                  <a:pt x="17414" y="4737"/>
                  <a:pt x="14419" y="2745"/>
                  <a:pt x="10740" y="2745"/>
                </a:cubicBezTo>
                <a:close/>
                <a:moveTo>
                  <a:pt x="16115" y="13233"/>
                </a:moveTo>
                <a:lnTo>
                  <a:pt x="16100" y="13289"/>
                </a:lnTo>
                <a:cubicBezTo>
                  <a:pt x="15983" y="13667"/>
                  <a:pt x="15588" y="13971"/>
                  <a:pt x="15046" y="14102"/>
                </a:cubicBezTo>
                <a:lnTo>
                  <a:pt x="14102" y="14332"/>
                </a:lnTo>
                <a:cubicBezTo>
                  <a:pt x="13920" y="14376"/>
                  <a:pt x="13731" y="14398"/>
                  <a:pt x="13539" y="14398"/>
                </a:cubicBezTo>
                <a:cubicBezTo>
                  <a:pt x="13190" y="14398"/>
                  <a:pt x="12858" y="14324"/>
                  <a:pt x="12585" y="14196"/>
                </a:cubicBezTo>
                <a:cubicBezTo>
                  <a:pt x="12381" y="14389"/>
                  <a:pt x="12098" y="14530"/>
                  <a:pt x="11773" y="14605"/>
                </a:cubicBezTo>
                <a:lnTo>
                  <a:pt x="10965" y="16610"/>
                </a:lnTo>
                <a:lnTo>
                  <a:pt x="12975" y="21600"/>
                </a:lnTo>
                <a:lnTo>
                  <a:pt x="15587" y="20004"/>
                </a:lnTo>
                <a:lnTo>
                  <a:pt x="19049" y="20517"/>
                </a:lnTo>
                <a:lnTo>
                  <a:pt x="16115" y="13233"/>
                </a:lnTo>
                <a:close/>
                <a:moveTo>
                  <a:pt x="5365" y="13294"/>
                </a:moveTo>
                <a:lnTo>
                  <a:pt x="2457" y="20517"/>
                </a:lnTo>
                <a:lnTo>
                  <a:pt x="5921" y="20004"/>
                </a:lnTo>
                <a:lnTo>
                  <a:pt x="8534" y="21600"/>
                </a:lnTo>
                <a:lnTo>
                  <a:pt x="11327" y="14663"/>
                </a:lnTo>
                <a:cubicBezTo>
                  <a:pt x="11296" y="14664"/>
                  <a:pt x="11264" y="14664"/>
                  <a:pt x="11233" y="14664"/>
                </a:cubicBezTo>
                <a:lnTo>
                  <a:pt x="10227" y="14664"/>
                </a:lnTo>
                <a:cubicBezTo>
                  <a:pt x="9666" y="14664"/>
                  <a:pt x="9169" y="14476"/>
                  <a:pt x="8870" y="14191"/>
                </a:cubicBezTo>
                <a:cubicBezTo>
                  <a:pt x="8592" y="14320"/>
                  <a:pt x="8260" y="14393"/>
                  <a:pt x="7921" y="14393"/>
                </a:cubicBezTo>
                <a:cubicBezTo>
                  <a:pt x="7729" y="14393"/>
                  <a:pt x="7541" y="14370"/>
                  <a:pt x="7360" y="14326"/>
                </a:cubicBezTo>
                <a:lnTo>
                  <a:pt x="6416" y="14097"/>
                </a:lnTo>
                <a:cubicBezTo>
                  <a:pt x="6002" y="13997"/>
                  <a:pt x="5669" y="13795"/>
                  <a:pt x="5483" y="13528"/>
                </a:cubicBezTo>
                <a:cubicBezTo>
                  <a:pt x="5429" y="13452"/>
                  <a:pt x="5391" y="13374"/>
                  <a:pt x="5365" y="13294"/>
                </a:cubicBezTo>
                <a:close/>
              </a:path>
            </a:pathLst>
          </a:custGeom>
          <a:solidFill>
            <a:srgbClr val="EB4D3F"/>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pic>
        <p:nvPicPr>
          <p:cNvPr id="45" name="Google Shape;45;p3" descr="Picture1.png"/>
          <p:cNvPicPr preferRelativeResize="0"/>
          <p:nvPr/>
        </p:nvPicPr>
        <p:blipFill rotWithShape="1">
          <a:blip r:embed="rId3">
            <a:alphaModFix amt="71516"/>
          </a:blip>
          <a:srcRect/>
          <a:stretch/>
        </p:blipFill>
        <p:spPr>
          <a:xfrm flipH="1">
            <a:off x="1489795" y="496189"/>
            <a:ext cx="179169" cy="6293660"/>
          </a:xfrm>
          <a:prstGeom prst="rect">
            <a:avLst/>
          </a:prstGeom>
          <a:noFill/>
          <a:ln>
            <a:noFill/>
          </a:ln>
        </p:spPr>
      </p:pic>
      <p:pic>
        <p:nvPicPr>
          <p:cNvPr id="50" name="Picture 49">
            <a:extLst>
              <a:ext uri="{FF2B5EF4-FFF2-40B4-BE49-F238E27FC236}">
                <a16:creationId xmlns="" xmlns:a16="http://schemas.microsoft.com/office/drawing/2014/main" id="{BE88DE25-C00B-4FC1-9B1E-32ED8F34FC5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03582" y="5842997"/>
            <a:ext cx="835393" cy="669380"/>
          </a:xfrm>
          <a:prstGeom prst="rect">
            <a:avLst/>
          </a:prstGeom>
        </p:spPr>
      </p:pic>
      <p:sp>
        <p:nvSpPr>
          <p:cNvPr id="51" name="TextBox 50">
            <a:extLst>
              <a:ext uri="{FF2B5EF4-FFF2-40B4-BE49-F238E27FC236}">
                <a16:creationId xmlns="" xmlns:a16="http://schemas.microsoft.com/office/drawing/2014/main" id="{8058EB17-A479-47E2-BD13-3135BD668C06}"/>
              </a:ext>
            </a:extLst>
          </p:cNvPr>
          <p:cNvSpPr txBox="1"/>
          <p:nvPr/>
        </p:nvSpPr>
        <p:spPr>
          <a:xfrm>
            <a:off x="2044213" y="5977632"/>
            <a:ext cx="6106049" cy="400110"/>
          </a:xfrm>
          <a:prstGeom prst="rect">
            <a:avLst/>
          </a:prstGeom>
          <a:noFill/>
        </p:spPr>
        <p:txBody>
          <a:bodyPr wrap="square">
            <a:spAutoFit/>
          </a:bodyPr>
          <a:lstStyle/>
          <a:p>
            <a:pPr>
              <a:defRPr/>
            </a:pPr>
            <a:r>
              <a:rPr lang="en-US" sz="1000" spc="280" dirty="0"/>
              <a:t>PEJABAT KETUA PEGAWAI KESELAMATAN KERAJAAN MALAYSIA</a:t>
            </a:r>
          </a:p>
          <a:p>
            <a:pPr>
              <a:defRPr/>
            </a:pPr>
            <a:r>
              <a:rPr lang="en-US" sz="1000" spc="280" dirty="0"/>
              <a:t>JABATAN PERDANA MENTERI</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p:tgtEl>
                                          <p:spTgt spid="17"/>
                                        </p:tgtEl>
                                        <p:attrNameLst>
                                          <p:attrName>ppt_w</p:attrName>
                                        </p:attrNameLst>
                                      </p:cBhvr>
                                      <p:tavLst>
                                        <p:tav tm="0">
                                          <p:val>
                                            <p:strVal val="0"/>
                                          </p:val>
                                        </p:tav>
                                        <p:tav tm="100000">
                                          <p:val>
                                            <p:strVal val="#ppt_w"/>
                                          </p:val>
                                        </p:tav>
                                      </p:tavLst>
                                    </p:anim>
                                    <p:anim calcmode="lin" valueType="num">
                                      <p:cBhvr additive="base">
                                        <p:cTn id="8" dur="500"/>
                                        <p:tgtEl>
                                          <p:spTgt spid="17"/>
                                        </p:tgtEl>
                                        <p:attrNameLst>
                                          <p:attrName>ppt_h</p:attrName>
                                        </p:attrNameLst>
                                      </p:cBhvr>
                                      <p:tavLst>
                                        <p:tav tm="0">
                                          <p:val>
                                            <p:strVal val="0"/>
                                          </p:val>
                                        </p:tav>
                                        <p:tav tm="100000">
                                          <p:val>
                                            <p:strVal val="#ppt_h"/>
                                          </p:val>
                                        </p:tav>
                                      </p:tavLst>
                                    </p:anim>
                                  </p:childTnLst>
                                </p:cTn>
                              </p:par>
                            </p:childTnLst>
                          </p:cTn>
                        </p:par>
                        <p:par>
                          <p:cTn id="9" fill="hold">
                            <p:stCondLst>
                              <p:cond delay="500"/>
                            </p:stCondLst>
                            <p:childTnLst>
                              <p:par>
                                <p:cTn id="10" presetID="23" presetClass="entr" presetSubtype="16" fill="hold" nodeType="afterEffect">
                                  <p:stCondLst>
                                    <p:cond delay="0"/>
                                  </p:stCondLst>
                                  <p:childTnLst>
                                    <p:set>
                                      <p:cBhvr>
                                        <p:cTn id="11" dur="1" fill="hold">
                                          <p:stCondLst>
                                            <p:cond delay="0"/>
                                          </p:stCondLst>
                                        </p:cTn>
                                        <p:tgtEl>
                                          <p:spTgt spid="45"/>
                                        </p:tgtEl>
                                        <p:attrNameLst>
                                          <p:attrName>style.visibility</p:attrName>
                                        </p:attrNameLst>
                                      </p:cBhvr>
                                      <p:to>
                                        <p:strVal val="visible"/>
                                      </p:to>
                                    </p:set>
                                    <p:anim calcmode="lin" valueType="num">
                                      <p:cBhvr additive="base">
                                        <p:cTn id="12" dur="500"/>
                                        <p:tgtEl>
                                          <p:spTgt spid="45"/>
                                        </p:tgtEl>
                                        <p:attrNameLst>
                                          <p:attrName>ppt_w</p:attrName>
                                        </p:attrNameLst>
                                      </p:cBhvr>
                                      <p:tavLst>
                                        <p:tav tm="0">
                                          <p:val>
                                            <p:strVal val="0"/>
                                          </p:val>
                                        </p:tav>
                                        <p:tav tm="100000">
                                          <p:val>
                                            <p:strVal val="#ppt_w"/>
                                          </p:val>
                                        </p:tav>
                                      </p:tavLst>
                                    </p:anim>
                                    <p:anim calcmode="lin" valueType="num">
                                      <p:cBhvr additive="base">
                                        <p:cTn id="13" dur="500"/>
                                        <p:tgtEl>
                                          <p:spTgt spid="45"/>
                                        </p:tgtEl>
                                        <p:attrNameLst>
                                          <p:attrName>ppt_h</p:attrName>
                                        </p:attrNameLst>
                                      </p:cBhvr>
                                      <p:tavLst>
                                        <p:tav tm="0">
                                          <p:val>
                                            <p:strVal val="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500"/>
                                        <p:tgtEl>
                                          <p:spTgt spid="19"/>
                                        </p:tgtEl>
                                      </p:cBhvr>
                                    </p:animEffect>
                                  </p:childTnLst>
                                </p:cTn>
                              </p:par>
                            </p:childTnLst>
                          </p:cTn>
                        </p:par>
                        <p:par>
                          <p:cTn id="19" fill="hold">
                            <p:stCondLst>
                              <p:cond delay="500"/>
                            </p:stCondLst>
                            <p:childTnLst>
                              <p:par>
                                <p:cTn id="20" presetID="10" presetClass="entr" presetSubtype="0" fill="hold" nodeType="after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500"/>
                                        <p:tgtEl>
                                          <p:spTgt spid="18"/>
                                        </p:tgtEl>
                                      </p:cBhvr>
                                    </p:animEffect>
                                  </p:childTnLst>
                                </p:cTn>
                              </p:par>
                            </p:childTnLst>
                          </p:cTn>
                        </p:par>
                        <p:par>
                          <p:cTn id="23" fill="hold">
                            <p:stCondLst>
                              <p:cond delay="1000"/>
                            </p:stCondLst>
                            <p:childTnLst>
                              <p:par>
                                <p:cTn id="24" presetID="10" presetClass="entr" presetSubtype="0" fill="hold" nodeType="afterEffect">
                                  <p:stCondLst>
                                    <p:cond delay="0"/>
                                  </p:stCondLst>
                                  <p:childTnLst>
                                    <p:set>
                                      <p:cBhvr>
                                        <p:cTn id="25" dur="1" fill="hold">
                                          <p:stCondLst>
                                            <p:cond delay="0"/>
                                          </p:stCondLst>
                                        </p:cTn>
                                        <p:tgtEl>
                                          <p:spTgt spid="21"/>
                                        </p:tgtEl>
                                        <p:attrNameLst>
                                          <p:attrName>style.visibility</p:attrName>
                                        </p:attrNameLst>
                                      </p:cBhvr>
                                      <p:to>
                                        <p:strVal val="visible"/>
                                      </p:to>
                                    </p:set>
                                    <p:animEffect transition="in" filter="fade">
                                      <p:cBhvr>
                                        <p:cTn id="26" dur="500"/>
                                        <p:tgtEl>
                                          <p:spTgt spid="21"/>
                                        </p:tgtEl>
                                      </p:cBhvr>
                                    </p:animEffect>
                                  </p:childTnLst>
                                </p:cTn>
                              </p:par>
                            </p:childTnLst>
                          </p:cTn>
                        </p:par>
                        <p:par>
                          <p:cTn id="27" fill="hold">
                            <p:stCondLst>
                              <p:cond delay="1500"/>
                            </p:stCondLst>
                            <p:childTnLst>
                              <p:par>
                                <p:cTn id="28" presetID="10" presetClass="entr" presetSubtype="0" fill="hold" nodeType="after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500"/>
                                        <p:tgtEl>
                                          <p:spTgt spid="20"/>
                                        </p:tgtEl>
                                      </p:cBhvr>
                                    </p:animEffect>
                                  </p:childTnLst>
                                </p:cTn>
                              </p:par>
                            </p:childTnLst>
                          </p:cTn>
                        </p:par>
                        <p:par>
                          <p:cTn id="31" fill="hold">
                            <p:stCondLst>
                              <p:cond delay="2000"/>
                            </p:stCondLst>
                            <p:childTnLst>
                              <p:par>
                                <p:cTn id="32" presetID="10" presetClass="entr" presetSubtype="0" fill="hold" nodeType="after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fade">
                                      <p:cBhvr>
                                        <p:cTn id="34" dur="500"/>
                                        <p:tgtEl>
                                          <p:spTgt spid="23"/>
                                        </p:tgtEl>
                                      </p:cBhvr>
                                    </p:animEffect>
                                  </p:childTnLst>
                                </p:cTn>
                              </p:par>
                            </p:childTnLst>
                          </p:cTn>
                        </p:par>
                        <p:par>
                          <p:cTn id="35" fill="hold">
                            <p:stCondLst>
                              <p:cond delay="2500"/>
                            </p:stCondLst>
                            <p:childTnLst>
                              <p:par>
                                <p:cTn id="36" presetID="23" presetClass="entr" presetSubtype="16" fill="hold" nodeType="afterEffect">
                                  <p:stCondLst>
                                    <p:cond delay="0"/>
                                  </p:stCondLst>
                                  <p:childTnLst>
                                    <p:set>
                                      <p:cBhvr>
                                        <p:cTn id="37" dur="1" fill="hold">
                                          <p:stCondLst>
                                            <p:cond delay="0"/>
                                          </p:stCondLst>
                                        </p:cTn>
                                        <p:tgtEl>
                                          <p:spTgt spid="43"/>
                                        </p:tgtEl>
                                        <p:attrNameLst>
                                          <p:attrName>style.visibility</p:attrName>
                                        </p:attrNameLst>
                                      </p:cBhvr>
                                      <p:to>
                                        <p:strVal val="visible"/>
                                      </p:to>
                                    </p:set>
                                    <p:anim calcmode="lin" valueType="num">
                                      <p:cBhvr additive="base">
                                        <p:cTn id="38" dur="500"/>
                                        <p:tgtEl>
                                          <p:spTgt spid="43"/>
                                        </p:tgtEl>
                                        <p:attrNameLst>
                                          <p:attrName>ppt_w</p:attrName>
                                        </p:attrNameLst>
                                      </p:cBhvr>
                                      <p:tavLst>
                                        <p:tav tm="0">
                                          <p:val>
                                            <p:strVal val="0"/>
                                          </p:val>
                                        </p:tav>
                                        <p:tav tm="100000">
                                          <p:val>
                                            <p:strVal val="#ppt_w"/>
                                          </p:val>
                                        </p:tav>
                                      </p:tavLst>
                                    </p:anim>
                                    <p:anim calcmode="lin" valueType="num">
                                      <p:cBhvr additive="base">
                                        <p:cTn id="39" dur="500"/>
                                        <p:tgtEl>
                                          <p:spTgt spid="43"/>
                                        </p:tgtEl>
                                        <p:attrNameLst>
                                          <p:attrName>ppt_h</p:attrName>
                                        </p:attrNameLst>
                                      </p:cBhvr>
                                      <p:tavLst>
                                        <p:tav tm="0">
                                          <p:val>
                                            <p:strVal val="0"/>
                                          </p:val>
                                        </p:tav>
                                        <p:tav tm="100000">
                                          <p:val>
                                            <p:strVal val="#ppt_h"/>
                                          </p:val>
                                        </p:tav>
                                      </p:tavLst>
                                    </p:anim>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27"/>
                                        </p:tgtEl>
                                        <p:attrNameLst>
                                          <p:attrName>style.visibility</p:attrName>
                                        </p:attrNameLst>
                                      </p:cBhvr>
                                      <p:to>
                                        <p:strVal val="visible"/>
                                      </p:to>
                                    </p:set>
                                    <p:animEffect transition="in" filter="fade">
                                      <p:cBhvr>
                                        <p:cTn id="44" dur="500"/>
                                        <p:tgtEl>
                                          <p:spTgt spid="27"/>
                                        </p:tgtEl>
                                      </p:cBhvr>
                                    </p:animEffect>
                                  </p:childTnLst>
                                </p:cTn>
                              </p:par>
                            </p:childTnLst>
                          </p:cTn>
                        </p:par>
                        <p:par>
                          <p:cTn id="45" fill="hold">
                            <p:stCondLst>
                              <p:cond delay="500"/>
                            </p:stCondLst>
                            <p:childTnLst>
                              <p:par>
                                <p:cTn id="46" presetID="10" presetClass="entr" presetSubtype="0" fill="hold" nodeType="afterEffect">
                                  <p:stCondLst>
                                    <p:cond delay="0"/>
                                  </p:stCondLst>
                                  <p:childTnLst>
                                    <p:set>
                                      <p:cBhvr>
                                        <p:cTn id="47" dur="1" fill="hold">
                                          <p:stCondLst>
                                            <p:cond delay="0"/>
                                          </p:stCondLst>
                                        </p:cTn>
                                        <p:tgtEl>
                                          <p:spTgt spid="26"/>
                                        </p:tgtEl>
                                        <p:attrNameLst>
                                          <p:attrName>style.visibility</p:attrName>
                                        </p:attrNameLst>
                                      </p:cBhvr>
                                      <p:to>
                                        <p:strVal val="visible"/>
                                      </p:to>
                                    </p:set>
                                    <p:animEffect transition="in" filter="fade">
                                      <p:cBhvr>
                                        <p:cTn id="48" dur="500"/>
                                        <p:tgtEl>
                                          <p:spTgt spid="26"/>
                                        </p:tgtEl>
                                      </p:cBhvr>
                                    </p:animEffect>
                                  </p:childTnLst>
                                </p:cTn>
                              </p:par>
                            </p:childTnLst>
                          </p:cTn>
                        </p:par>
                        <p:par>
                          <p:cTn id="49" fill="hold">
                            <p:stCondLst>
                              <p:cond delay="1000"/>
                            </p:stCondLst>
                            <p:childTnLst>
                              <p:par>
                                <p:cTn id="50" presetID="10" presetClass="entr" presetSubtype="0" fill="hold" nodeType="afterEffect">
                                  <p:stCondLst>
                                    <p:cond delay="0"/>
                                  </p:stCondLst>
                                  <p:childTnLst>
                                    <p:set>
                                      <p:cBhvr>
                                        <p:cTn id="51" dur="1" fill="hold">
                                          <p:stCondLst>
                                            <p:cond delay="0"/>
                                          </p:stCondLst>
                                        </p:cTn>
                                        <p:tgtEl>
                                          <p:spTgt spid="29"/>
                                        </p:tgtEl>
                                        <p:attrNameLst>
                                          <p:attrName>style.visibility</p:attrName>
                                        </p:attrNameLst>
                                      </p:cBhvr>
                                      <p:to>
                                        <p:strVal val="visible"/>
                                      </p:to>
                                    </p:set>
                                    <p:animEffect transition="in" filter="fade">
                                      <p:cBhvr>
                                        <p:cTn id="52" dur="500"/>
                                        <p:tgtEl>
                                          <p:spTgt spid="29"/>
                                        </p:tgtEl>
                                      </p:cBhvr>
                                    </p:animEffect>
                                  </p:childTnLst>
                                </p:cTn>
                              </p:par>
                            </p:childTnLst>
                          </p:cTn>
                        </p:par>
                        <p:par>
                          <p:cTn id="53" fill="hold">
                            <p:stCondLst>
                              <p:cond delay="1500"/>
                            </p:stCondLst>
                            <p:childTnLst>
                              <p:par>
                                <p:cTn id="54" presetID="10" presetClass="entr" presetSubtype="0" fill="hold" nodeType="afterEffect">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6" dur="500"/>
                                        <p:tgtEl>
                                          <p:spTgt spid="28"/>
                                        </p:tgtEl>
                                      </p:cBhvr>
                                    </p:animEffect>
                                  </p:childTnLst>
                                </p:cTn>
                              </p:par>
                            </p:childTnLst>
                          </p:cTn>
                        </p:par>
                        <p:par>
                          <p:cTn id="57" fill="hold">
                            <p:stCondLst>
                              <p:cond delay="2000"/>
                            </p:stCondLst>
                            <p:childTnLst>
                              <p:par>
                                <p:cTn id="58" presetID="10" presetClass="entr" presetSubtype="0" fill="hold" nodeType="afterEffect">
                                  <p:stCondLst>
                                    <p:cond delay="0"/>
                                  </p:stCondLst>
                                  <p:childTnLst>
                                    <p:set>
                                      <p:cBhvr>
                                        <p:cTn id="59" dur="1" fill="hold">
                                          <p:stCondLst>
                                            <p:cond delay="0"/>
                                          </p:stCondLst>
                                        </p:cTn>
                                        <p:tgtEl>
                                          <p:spTgt spid="31"/>
                                        </p:tgtEl>
                                        <p:attrNameLst>
                                          <p:attrName>style.visibility</p:attrName>
                                        </p:attrNameLst>
                                      </p:cBhvr>
                                      <p:to>
                                        <p:strVal val="visible"/>
                                      </p:to>
                                    </p:set>
                                    <p:animEffect transition="in" filter="fade">
                                      <p:cBhvr>
                                        <p:cTn id="60" dur="500"/>
                                        <p:tgtEl>
                                          <p:spTgt spid="31"/>
                                        </p:tgtEl>
                                      </p:cBhvr>
                                    </p:animEffect>
                                  </p:childTnLst>
                                </p:cTn>
                              </p:par>
                            </p:childTnLst>
                          </p:cTn>
                        </p:par>
                        <p:par>
                          <p:cTn id="61" fill="hold">
                            <p:stCondLst>
                              <p:cond delay="2500"/>
                            </p:stCondLst>
                            <p:childTnLst>
                              <p:par>
                                <p:cTn id="62" presetID="23" presetClass="entr" presetSubtype="16" fill="hold" nodeType="afterEffect">
                                  <p:stCondLst>
                                    <p:cond delay="0"/>
                                  </p:stCondLst>
                                  <p:childTnLst>
                                    <p:set>
                                      <p:cBhvr>
                                        <p:cTn id="63" dur="1" fill="hold">
                                          <p:stCondLst>
                                            <p:cond delay="0"/>
                                          </p:stCondLst>
                                        </p:cTn>
                                        <p:tgtEl>
                                          <p:spTgt spid="42"/>
                                        </p:tgtEl>
                                        <p:attrNameLst>
                                          <p:attrName>style.visibility</p:attrName>
                                        </p:attrNameLst>
                                      </p:cBhvr>
                                      <p:to>
                                        <p:strVal val="visible"/>
                                      </p:to>
                                    </p:set>
                                    <p:anim calcmode="lin" valueType="num">
                                      <p:cBhvr additive="base">
                                        <p:cTn id="64" dur="500"/>
                                        <p:tgtEl>
                                          <p:spTgt spid="42"/>
                                        </p:tgtEl>
                                        <p:attrNameLst>
                                          <p:attrName>ppt_w</p:attrName>
                                        </p:attrNameLst>
                                      </p:cBhvr>
                                      <p:tavLst>
                                        <p:tav tm="0">
                                          <p:val>
                                            <p:strVal val="0"/>
                                          </p:val>
                                        </p:tav>
                                        <p:tav tm="100000">
                                          <p:val>
                                            <p:strVal val="#ppt_w"/>
                                          </p:val>
                                        </p:tav>
                                      </p:tavLst>
                                    </p:anim>
                                    <p:anim calcmode="lin" valueType="num">
                                      <p:cBhvr additive="base">
                                        <p:cTn id="65" dur="500"/>
                                        <p:tgtEl>
                                          <p:spTgt spid="42"/>
                                        </p:tgtEl>
                                        <p:attrNameLst>
                                          <p:attrName>ppt_h</p:attrName>
                                        </p:attrNameLst>
                                      </p:cBhvr>
                                      <p:tavLst>
                                        <p:tav tm="0">
                                          <p:val>
                                            <p:strVal val="0"/>
                                          </p:val>
                                        </p:tav>
                                        <p:tav tm="100000">
                                          <p:val>
                                            <p:strVal val="#ppt_h"/>
                                          </p:val>
                                        </p:tav>
                                      </p:tavLst>
                                    </p:anim>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nodeType="clickEffect">
                                  <p:stCondLst>
                                    <p:cond delay="0"/>
                                  </p:stCondLst>
                                  <p:childTnLst>
                                    <p:set>
                                      <p:cBhvr>
                                        <p:cTn id="69" dur="1" fill="hold">
                                          <p:stCondLst>
                                            <p:cond delay="0"/>
                                          </p:stCondLst>
                                        </p:cTn>
                                        <p:tgtEl>
                                          <p:spTgt spid="35"/>
                                        </p:tgtEl>
                                        <p:attrNameLst>
                                          <p:attrName>style.visibility</p:attrName>
                                        </p:attrNameLst>
                                      </p:cBhvr>
                                      <p:to>
                                        <p:strVal val="visible"/>
                                      </p:to>
                                    </p:set>
                                    <p:animEffect transition="in" filter="fade">
                                      <p:cBhvr>
                                        <p:cTn id="70" dur="500"/>
                                        <p:tgtEl>
                                          <p:spTgt spid="35"/>
                                        </p:tgtEl>
                                      </p:cBhvr>
                                    </p:animEffect>
                                  </p:childTnLst>
                                </p:cTn>
                              </p:par>
                            </p:childTnLst>
                          </p:cTn>
                        </p:par>
                        <p:par>
                          <p:cTn id="71" fill="hold">
                            <p:stCondLst>
                              <p:cond delay="500"/>
                            </p:stCondLst>
                            <p:childTnLst>
                              <p:par>
                                <p:cTn id="72" presetID="10" presetClass="entr" presetSubtype="0" fill="hold" nodeType="afterEffect">
                                  <p:stCondLst>
                                    <p:cond delay="0"/>
                                  </p:stCondLst>
                                  <p:childTnLst>
                                    <p:set>
                                      <p:cBhvr>
                                        <p:cTn id="73" dur="1" fill="hold">
                                          <p:stCondLst>
                                            <p:cond delay="0"/>
                                          </p:stCondLst>
                                        </p:cTn>
                                        <p:tgtEl>
                                          <p:spTgt spid="34"/>
                                        </p:tgtEl>
                                        <p:attrNameLst>
                                          <p:attrName>style.visibility</p:attrName>
                                        </p:attrNameLst>
                                      </p:cBhvr>
                                      <p:to>
                                        <p:strVal val="visible"/>
                                      </p:to>
                                    </p:set>
                                    <p:animEffect transition="in" filter="fade">
                                      <p:cBhvr>
                                        <p:cTn id="74" dur="500"/>
                                        <p:tgtEl>
                                          <p:spTgt spid="34"/>
                                        </p:tgtEl>
                                      </p:cBhvr>
                                    </p:animEffect>
                                  </p:childTnLst>
                                </p:cTn>
                              </p:par>
                            </p:childTnLst>
                          </p:cTn>
                        </p:par>
                        <p:par>
                          <p:cTn id="75" fill="hold">
                            <p:stCondLst>
                              <p:cond delay="1000"/>
                            </p:stCondLst>
                            <p:childTnLst>
                              <p:par>
                                <p:cTn id="76" presetID="10" presetClass="entr" presetSubtype="0" fill="hold" nodeType="afterEffect">
                                  <p:stCondLst>
                                    <p:cond delay="0"/>
                                  </p:stCondLst>
                                  <p:childTnLst>
                                    <p:set>
                                      <p:cBhvr>
                                        <p:cTn id="77" dur="1" fill="hold">
                                          <p:stCondLst>
                                            <p:cond delay="0"/>
                                          </p:stCondLst>
                                        </p:cTn>
                                        <p:tgtEl>
                                          <p:spTgt spid="37"/>
                                        </p:tgtEl>
                                        <p:attrNameLst>
                                          <p:attrName>style.visibility</p:attrName>
                                        </p:attrNameLst>
                                      </p:cBhvr>
                                      <p:to>
                                        <p:strVal val="visible"/>
                                      </p:to>
                                    </p:set>
                                    <p:animEffect transition="in" filter="fade">
                                      <p:cBhvr>
                                        <p:cTn id="78" dur="500"/>
                                        <p:tgtEl>
                                          <p:spTgt spid="37"/>
                                        </p:tgtEl>
                                      </p:cBhvr>
                                    </p:animEffect>
                                  </p:childTnLst>
                                </p:cTn>
                              </p:par>
                            </p:childTnLst>
                          </p:cTn>
                        </p:par>
                        <p:par>
                          <p:cTn id="79" fill="hold">
                            <p:stCondLst>
                              <p:cond delay="1500"/>
                            </p:stCondLst>
                            <p:childTnLst>
                              <p:par>
                                <p:cTn id="80" presetID="10" presetClass="entr" presetSubtype="0" fill="hold" nodeType="afterEffect">
                                  <p:stCondLst>
                                    <p:cond delay="0"/>
                                  </p:stCondLst>
                                  <p:childTnLst>
                                    <p:set>
                                      <p:cBhvr>
                                        <p:cTn id="81" dur="1" fill="hold">
                                          <p:stCondLst>
                                            <p:cond delay="0"/>
                                          </p:stCondLst>
                                        </p:cTn>
                                        <p:tgtEl>
                                          <p:spTgt spid="36"/>
                                        </p:tgtEl>
                                        <p:attrNameLst>
                                          <p:attrName>style.visibility</p:attrName>
                                        </p:attrNameLst>
                                      </p:cBhvr>
                                      <p:to>
                                        <p:strVal val="visible"/>
                                      </p:to>
                                    </p:set>
                                    <p:animEffect transition="in" filter="fade">
                                      <p:cBhvr>
                                        <p:cTn id="82" dur="500"/>
                                        <p:tgtEl>
                                          <p:spTgt spid="36"/>
                                        </p:tgtEl>
                                      </p:cBhvr>
                                    </p:animEffect>
                                  </p:childTnLst>
                                </p:cTn>
                              </p:par>
                            </p:childTnLst>
                          </p:cTn>
                        </p:par>
                        <p:par>
                          <p:cTn id="83" fill="hold">
                            <p:stCondLst>
                              <p:cond delay="2000"/>
                            </p:stCondLst>
                            <p:childTnLst>
                              <p:par>
                                <p:cTn id="84" presetID="10" presetClass="entr" presetSubtype="0" fill="hold" nodeType="afterEffect">
                                  <p:stCondLst>
                                    <p:cond delay="0"/>
                                  </p:stCondLst>
                                  <p:childTnLst>
                                    <p:set>
                                      <p:cBhvr>
                                        <p:cTn id="85" dur="1" fill="hold">
                                          <p:stCondLst>
                                            <p:cond delay="0"/>
                                          </p:stCondLst>
                                        </p:cTn>
                                        <p:tgtEl>
                                          <p:spTgt spid="39"/>
                                        </p:tgtEl>
                                        <p:attrNameLst>
                                          <p:attrName>style.visibility</p:attrName>
                                        </p:attrNameLst>
                                      </p:cBhvr>
                                      <p:to>
                                        <p:strVal val="visible"/>
                                      </p:to>
                                    </p:set>
                                    <p:animEffect transition="in" filter="fade">
                                      <p:cBhvr>
                                        <p:cTn id="86" dur="500"/>
                                        <p:tgtEl>
                                          <p:spTgt spid="39"/>
                                        </p:tgtEl>
                                      </p:cBhvr>
                                    </p:animEffect>
                                  </p:childTnLst>
                                </p:cTn>
                              </p:par>
                            </p:childTnLst>
                          </p:cTn>
                        </p:par>
                        <p:par>
                          <p:cTn id="87" fill="hold">
                            <p:stCondLst>
                              <p:cond delay="2500"/>
                            </p:stCondLst>
                            <p:childTnLst>
                              <p:par>
                                <p:cTn id="88" presetID="23" presetClass="entr" presetSubtype="16" fill="hold" nodeType="afterEffect">
                                  <p:stCondLst>
                                    <p:cond delay="0"/>
                                  </p:stCondLst>
                                  <p:childTnLst>
                                    <p:set>
                                      <p:cBhvr>
                                        <p:cTn id="89" dur="1" fill="hold">
                                          <p:stCondLst>
                                            <p:cond delay="0"/>
                                          </p:stCondLst>
                                        </p:cTn>
                                        <p:tgtEl>
                                          <p:spTgt spid="44"/>
                                        </p:tgtEl>
                                        <p:attrNameLst>
                                          <p:attrName>style.visibility</p:attrName>
                                        </p:attrNameLst>
                                      </p:cBhvr>
                                      <p:to>
                                        <p:strVal val="visible"/>
                                      </p:to>
                                    </p:set>
                                    <p:anim calcmode="lin" valueType="num">
                                      <p:cBhvr additive="base">
                                        <p:cTn id="90" dur="500"/>
                                        <p:tgtEl>
                                          <p:spTgt spid="44"/>
                                        </p:tgtEl>
                                        <p:attrNameLst>
                                          <p:attrName>ppt_w</p:attrName>
                                        </p:attrNameLst>
                                      </p:cBhvr>
                                      <p:tavLst>
                                        <p:tav tm="0">
                                          <p:val>
                                            <p:strVal val="0"/>
                                          </p:val>
                                        </p:tav>
                                        <p:tav tm="100000">
                                          <p:val>
                                            <p:strVal val="#ppt_w"/>
                                          </p:val>
                                        </p:tav>
                                      </p:tavLst>
                                    </p:anim>
                                    <p:anim calcmode="lin" valueType="num">
                                      <p:cBhvr additive="base">
                                        <p:cTn id="91" dur="500"/>
                                        <p:tgtEl>
                                          <p:spTgt spid="44"/>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 xmlns:a16="http://schemas.microsoft.com/office/drawing/2014/main" id="{C7F773DD-7DCC-44D9-86B9-5969E9CC0438}"/>
              </a:ext>
            </a:extLst>
          </p:cNvPr>
          <p:cNvGraphicFramePr>
            <a:graphicFrameLocks noGrp="1"/>
          </p:cNvGraphicFramePr>
          <p:nvPr>
            <p:ph idx="1"/>
            <p:extLst>
              <p:ext uri="{D42A27DB-BD31-4B8C-83A1-F6EECF244321}">
                <p14:modId xmlns:p14="http://schemas.microsoft.com/office/powerpoint/2010/main" val="2008983477"/>
              </p:ext>
            </p:extLst>
          </p:nvPr>
        </p:nvGraphicFramePr>
        <p:xfrm>
          <a:off x="1126503" y="0"/>
          <a:ext cx="10707688" cy="62252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7" name="Picture 6">
            <a:extLst>
              <a:ext uri="{FF2B5EF4-FFF2-40B4-BE49-F238E27FC236}">
                <a16:creationId xmlns="" xmlns:a16="http://schemas.microsoft.com/office/drawing/2014/main" id="{70CD70BB-0659-4D6F-939B-2B9DCC214AC5}"/>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03582" y="5842997"/>
            <a:ext cx="835393" cy="669380"/>
          </a:xfrm>
          <a:prstGeom prst="rect">
            <a:avLst/>
          </a:prstGeom>
        </p:spPr>
      </p:pic>
      <p:sp>
        <p:nvSpPr>
          <p:cNvPr id="8" name="TextBox 7">
            <a:extLst>
              <a:ext uri="{FF2B5EF4-FFF2-40B4-BE49-F238E27FC236}">
                <a16:creationId xmlns="" xmlns:a16="http://schemas.microsoft.com/office/drawing/2014/main" id="{1F44A405-D75E-4B16-9574-C65C82EF96DC}"/>
              </a:ext>
            </a:extLst>
          </p:cNvPr>
          <p:cNvSpPr txBox="1"/>
          <p:nvPr/>
        </p:nvSpPr>
        <p:spPr>
          <a:xfrm>
            <a:off x="2044213" y="5977632"/>
            <a:ext cx="6106049" cy="400110"/>
          </a:xfrm>
          <a:prstGeom prst="rect">
            <a:avLst/>
          </a:prstGeom>
          <a:noFill/>
        </p:spPr>
        <p:txBody>
          <a:bodyPr wrap="square">
            <a:spAutoFit/>
          </a:bodyPr>
          <a:lstStyle/>
          <a:p>
            <a:pPr>
              <a:defRPr/>
            </a:pPr>
            <a:r>
              <a:rPr lang="en-US" sz="1000" spc="280" dirty="0"/>
              <a:t>PEJABAT KETUA PEGAWAI KESELAMATAN KERAJAAN MALAYSIA</a:t>
            </a:r>
          </a:p>
          <a:p>
            <a:pPr>
              <a:defRPr/>
            </a:pPr>
            <a:r>
              <a:rPr lang="en-US" sz="1000" spc="280" dirty="0"/>
              <a:t>JABATAN PERDANA MENTERI</a:t>
            </a:r>
          </a:p>
        </p:txBody>
      </p:sp>
    </p:spTree>
    <p:extLst>
      <p:ext uri="{BB962C8B-B14F-4D97-AF65-F5344CB8AC3E}">
        <p14:creationId xmlns:p14="http://schemas.microsoft.com/office/powerpoint/2010/main" val="12215917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6"/>
        <p:cNvGrpSpPr/>
        <p:nvPr/>
      </p:nvGrpSpPr>
      <p:grpSpPr>
        <a:xfrm>
          <a:off x="0" y="0"/>
          <a:ext cx="0" cy="0"/>
          <a:chOff x="0" y="0"/>
          <a:chExt cx="0" cy="0"/>
        </a:xfrm>
      </p:grpSpPr>
      <p:sp>
        <p:nvSpPr>
          <p:cNvPr id="17" name="Google Shape;17;p3"/>
          <p:cNvSpPr/>
          <p:nvPr/>
        </p:nvSpPr>
        <p:spPr>
          <a:xfrm>
            <a:off x="10875236" y="784688"/>
            <a:ext cx="482596" cy="482596"/>
          </a:xfrm>
          <a:prstGeom prst="ellipse">
            <a:avLst/>
          </a:prstGeom>
          <a:solidFill>
            <a:srgbClr val="A7A6A8"/>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8" name="Google Shape;18;p3"/>
          <p:cNvSpPr/>
          <p:nvPr/>
        </p:nvSpPr>
        <p:spPr>
          <a:xfrm>
            <a:off x="7990043" y="2125338"/>
            <a:ext cx="987432" cy="1659917"/>
          </a:xfrm>
          <a:prstGeom prst="roundRect">
            <a:avLst>
              <a:gd name="adj" fmla="val 14129"/>
            </a:avLst>
          </a:prstGeom>
          <a:solidFill>
            <a:srgbClr val="185359"/>
          </a:solidFill>
          <a:ln>
            <a:noFill/>
          </a:ln>
          <a:effectLst>
            <a:outerShdw blurRad="101600" dist="118426" dir="8890792" rotWithShape="0">
              <a:srgbClr val="000000">
                <a:alpha val="23137"/>
              </a:srgbClr>
            </a:outerShdw>
          </a:effectLst>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9" name="Google Shape;19;p3"/>
          <p:cNvSpPr/>
          <p:nvPr/>
        </p:nvSpPr>
        <p:spPr>
          <a:xfrm>
            <a:off x="1779538" y="2467938"/>
            <a:ext cx="6241956" cy="1056287"/>
          </a:xfrm>
          <a:prstGeom prst="rect">
            <a:avLst/>
          </a:prstGeom>
          <a:gradFill>
            <a:gsLst>
              <a:gs pos="0">
                <a:srgbClr val="F8FCFF"/>
              </a:gs>
              <a:gs pos="69000">
                <a:srgbClr val="F8FCFF"/>
              </a:gs>
              <a:gs pos="99000">
                <a:srgbClr val="B8BCC0"/>
              </a:gs>
              <a:gs pos="100000">
                <a:srgbClr val="B8BCC0"/>
              </a:gs>
            </a:gsLst>
            <a:lin ang="17400000" scaled="0"/>
          </a:gradFill>
          <a:ln>
            <a:noFill/>
          </a:ln>
          <a:effectLst>
            <a:outerShdw blurRad="101600" dist="118426" dir="2118751" rotWithShape="0">
              <a:srgbClr val="000000">
                <a:alpha val="23137"/>
              </a:srgbClr>
            </a:outerShdw>
          </a:effectLst>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0" name="Google Shape;20;p3"/>
          <p:cNvSpPr/>
          <p:nvPr/>
        </p:nvSpPr>
        <p:spPr>
          <a:xfrm rot="10800000" flipH="1">
            <a:off x="8052945" y="2972275"/>
            <a:ext cx="1495228" cy="835212"/>
          </a:xfrm>
          <a:custGeom>
            <a:avLst/>
            <a:gdLst/>
            <a:ahLst/>
            <a:cxnLst/>
            <a:rect l="l" t="t" r="r" b="b"/>
            <a:pathLst>
              <a:path w="21600" h="21600" extrusionOk="0">
                <a:moveTo>
                  <a:pt x="0" y="0"/>
                </a:moveTo>
                <a:lnTo>
                  <a:pt x="11778" y="0"/>
                </a:lnTo>
                <a:lnTo>
                  <a:pt x="21600" y="21600"/>
                </a:lnTo>
                <a:lnTo>
                  <a:pt x="9980" y="21479"/>
                </a:lnTo>
                <a:lnTo>
                  <a:pt x="0" y="0"/>
                </a:lnTo>
                <a:close/>
              </a:path>
            </a:pathLst>
          </a:custGeom>
          <a:gradFill>
            <a:gsLst>
              <a:gs pos="0">
                <a:srgbClr val="206269"/>
              </a:gs>
              <a:gs pos="2987">
                <a:srgbClr val="206269"/>
              </a:gs>
              <a:gs pos="17836">
                <a:srgbClr val="2C848D"/>
              </a:gs>
              <a:gs pos="100000">
                <a:srgbClr val="2C848D"/>
              </a:gs>
            </a:gsLst>
            <a:lin ang="5400000"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1" name="Google Shape;21;p3"/>
          <p:cNvSpPr/>
          <p:nvPr/>
        </p:nvSpPr>
        <p:spPr>
          <a:xfrm>
            <a:off x="8070327" y="2134109"/>
            <a:ext cx="1495464" cy="829396"/>
          </a:xfrm>
          <a:custGeom>
            <a:avLst/>
            <a:gdLst/>
            <a:ahLst/>
            <a:cxnLst/>
            <a:rect l="l" t="t" r="r" b="b"/>
            <a:pathLst>
              <a:path w="21600" h="21600" extrusionOk="0">
                <a:moveTo>
                  <a:pt x="0" y="0"/>
                </a:moveTo>
                <a:lnTo>
                  <a:pt x="11776" y="0"/>
                </a:lnTo>
                <a:lnTo>
                  <a:pt x="21600" y="21529"/>
                </a:lnTo>
                <a:lnTo>
                  <a:pt x="9951" y="21600"/>
                </a:lnTo>
                <a:lnTo>
                  <a:pt x="0" y="0"/>
                </a:lnTo>
                <a:close/>
              </a:path>
            </a:pathLst>
          </a:custGeom>
          <a:gradFill>
            <a:gsLst>
              <a:gs pos="0">
                <a:srgbClr val="5FCFCF"/>
              </a:gs>
              <a:gs pos="6895">
                <a:srgbClr val="5FCFCF"/>
              </a:gs>
              <a:gs pos="15323">
                <a:srgbClr val="00AAB8"/>
              </a:gs>
              <a:gs pos="100000">
                <a:srgbClr val="00AAB8"/>
              </a:gs>
            </a:gsLst>
            <a:lin ang="5400000"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3" name="Google Shape;23;p3"/>
          <p:cNvSpPr txBox="1"/>
          <p:nvPr/>
        </p:nvSpPr>
        <p:spPr>
          <a:xfrm>
            <a:off x="1670830" y="2387871"/>
            <a:ext cx="6241956" cy="1056288"/>
          </a:xfrm>
          <a:prstGeom prst="rect">
            <a:avLst/>
          </a:prstGeom>
          <a:noFill/>
          <a:ln>
            <a:noFill/>
          </a:ln>
        </p:spPr>
        <p:txBody>
          <a:bodyPr spcFirstLastPara="1" wrap="square" lIns="45700" tIns="45700" rIns="45700" bIns="45700" anchor="t" anchorCtr="0">
            <a:noAutofit/>
          </a:bodyPr>
          <a:lstStyle/>
          <a:p>
            <a:pPr lvl="1" algn="just"/>
            <a:r>
              <a:rPr lang="ms-MY" sz="2400" dirty="0">
                <a:latin typeface="Tahoma" panose="020B0604030504040204" pitchFamily="34" charset="0"/>
                <a:ea typeface="Tahoma" panose="020B0604030504040204" pitchFamily="34" charset="0"/>
                <a:cs typeface="Tahoma" panose="020B0604030504040204" pitchFamily="34" charset="0"/>
              </a:rPr>
              <a:t>Suratan, maklumat dan bahan rasmi berkaitan dimulakan (</a:t>
            </a:r>
            <a:r>
              <a:rPr lang="ms-MY" sz="2400" i="1" dirty="0">
                <a:latin typeface="Tahoma" panose="020B0604030504040204" pitchFamily="34" charset="0"/>
                <a:ea typeface="Tahoma" panose="020B0604030504040204" pitchFamily="34" charset="0"/>
                <a:cs typeface="Tahoma" panose="020B0604030504040204" pitchFamily="34" charset="0"/>
              </a:rPr>
              <a:t>originated</a:t>
            </a:r>
            <a:r>
              <a:rPr lang="ms-MY" sz="2400" dirty="0">
                <a:latin typeface="Tahoma" panose="020B0604030504040204" pitchFamily="34" charset="0"/>
                <a:ea typeface="Tahoma" panose="020B0604030504040204" pitchFamily="34" charset="0"/>
                <a:cs typeface="Tahoma" panose="020B0604030504040204" pitchFamily="34" charset="0"/>
              </a:rPr>
              <a:t>) oleh jabatan sendiri;</a:t>
            </a:r>
          </a:p>
          <a:p>
            <a:pPr lvl="1" algn="just"/>
            <a:endParaRPr lang="en-MY" sz="2800" dirty="0">
              <a:latin typeface="Tahoma" panose="020B0604030504040204" pitchFamily="34" charset="0"/>
              <a:ea typeface="Tahoma" panose="020B0604030504040204" pitchFamily="34" charset="0"/>
              <a:cs typeface="Tahoma" panose="020B0604030504040204" pitchFamily="34" charset="0"/>
            </a:endParaRPr>
          </a:p>
        </p:txBody>
      </p:sp>
      <p:sp>
        <p:nvSpPr>
          <p:cNvPr id="26" name="Google Shape;26;p3"/>
          <p:cNvSpPr/>
          <p:nvPr/>
        </p:nvSpPr>
        <p:spPr>
          <a:xfrm>
            <a:off x="8656346" y="3952915"/>
            <a:ext cx="987431" cy="1659917"/>
          </a:xfrm>
          <a:prstGeom prst="roundRect">
            <a:avLst>
              <a:gd name="adj" fmla="val 14129"/>
            </a:avLst>
          </a:prstGeom>
          <a:solidFill>
            <a:srgbClr val="794C0C"/>
          </a:solidFill>
          <a:ln>
            <a:noFill/>
          </a:ln>
          <a:effectLst>
            <a:outerShdw blurRad="101600" dist="118426" dir="8890792" rotWithShape="0">
              <a:srgbClr val="000000">
                <a:alpha val="23137"/>
              </a:srgbClr>
            </a:outerShdw>
          </a:effectLst>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7" name="Google Shape;27;p3"/>
          <p:cNvSpPr/>
          <p:nvPr/>
        </p:nvSpPr>
        <p:spPr>
          <a:xfrm>
            <a:off x="1738975" y="4243772"/>
            <a:ext cx="7304650" cy="1056287"/>
          </a:xfrm>
          <a:prstGeom prst="rect">
            <a:avLst/>
          </a:prstGeom>
          <a:gradFill>
            <a:gsLst>
              <a:gs pos="0">
                <a:srgbClr val="F8FCFF"/>
              </a:gs>
              <a:gs pos="69000">
                <a:srgbClr val="F8FCFF"/>
              </a:gs>
              <a:gs pos="99000">
                <a:srgbClr val="B8BCC0"/>
              </a:gs>
              <a:gs pos="100000">
                <a:srgbClr val="B8BCC0"/>
              </a:gs>
            </a:gsLst>
            <a:lin ang="17400000" scaled="0"/>
          </a:gradFill>
          <a:ln>
            <a:noFill/>
          </a:ln>
          <a:effectLst>
            <a:outerShdw blurRad="101600" dist="118426" dir="2118751" rotWithShape="0">
              <a:srgbClr val="000000">
                <a:alpha val="23137"/>
              </a:srgbClr>
            </a:outerShdw>
          </a:effectLst>
        </p:spPr>
        <p:txBody>
          <a:bodyPr spcFirstLastPara="1" wrap="square" lIns="45700" tIns="45700" rIns="45700" bIns="45700" anchor="ctr" anchorCtr="0">
            <a:noAutofit/>
          </a:bodyPr>
          <a:lstStyle/>
          <a:p>
            <a:pPr lvl="1" algn="just"/>
            <a:r>
              <a:rPr lang="ms-MY" sz="2400" dirty="0">
                <a:latin typeface="Tahoma" panose="020B0604030504040204" pitchFamily="34" charset="0"/>
                <a:ea typeface="Tahoma" panose="020B0604030504040204" pitchFamily="34" charset="0"/>
                <a:cs typeface="Tahoma" panose="020B0604030504040204" pitchFamily="34" charset="0"/>
              </a:rPr>
              <a:t>Sama ada rahsia rasmi yang berkaitan adalah perkara yang dinyatakan dalam Jadual kepada Akta 88 ataupun di luar Jadual;</a:t>
            </a:r>
            <a:endParaRPr lang="en-MY" sz="2400" dirty="0">
              <a:latin typeface="Tahoma" panose="020B0604030504040204" pitchFamily="34" charset="0"/>
              <a:ea typeface="Tahoma" panose="020B0604030504040204" pitchFamily="34" charset="0"/>
              <a:cs typeface="Tahoma" panose="020B0604030504040204" pitchFamily="34" charset="0"/>
            </a:endParaRPr>
          </a:p>
        </p:txBody>
      </p:sp>
      <p:sp>
        <p:nvSpPr>
          <p:cNvPr id="28" name="Google Shape;28;p3"/>
          <p:cNvSpPr/>
          <p:nvPr/>
        </p:nvSpPr>
        <p:spPr>
          <a:xfrm rot="10800000" flipH="1">
            <a:off x="8748702" y="4771915"/>
            <a:ext cx="1495228" cy="835212"/>
          </a:xfrm>
          <a:custGeom>
            <a:avLst/>
            <a:gdLst/>
            <a:ahLst/>
            <a:cxnLst/>
            <a:rect l="l" t="t" r="r" b="b"/>
            <a:pathLst>
              <a:path w="21600" h="21600" extrusionOk="0">
                <a:moveTo>
                  <a:pt x="0" y="0"/>
                </a:moveTo>
                <a:lnTo>
                  <a:pt x="11778" y="0"/>
                </a:lnTo>
                <a:lnTo>
                  <a:pt x="21600" y="21600"/>
                </a:lnTo>
                <a:lnTo>
                  <a:pt x="9980" y="21479"/>
                </a:lnTo>
                <a:lnTo>
                  <a:pt x="0" y="0"/>
                </a:lnTo>
                <a:close/>
              </a:path>
            </a:pathLst>
          </a:custGeom>
          <a:gradFill>
            <a:gsLst>
              <a:gs pos="0">
                <a:srgbClr val="7B4910"/>
              </a:gs>
              <a:gs pos="2987">
                <a:srgbClr val="7B4910"/>
              </a:gs>
              <a:gs pos="17836">
                <a:srgbClr val="B96F18"/>
              </a:gs>
              <a:gs pos="100000">
                <a:srgbClr val="B96F18"/>
              </a:gs>
            </a:gsLst>
            <a:lin ang="5400000"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9" name="Google Shape;29;p3"/>
          <p:cNvSpPr/>
          <p:nvPr/>
        </p:nvSpPr>
        <p:spPr>
          <a:xfrm>
            <a:off x="8748466" y="3942519"/>
            <a:ext cx="1495464" cy="829396"/>
          </a:xfrm>
          <a:custGeom>
            <a:avLst/>
            <a:gdLst/>
            <a:ahLst/>
            <a:cxnLst/>
            <a:rect l="l" t="t" r="r" b="b"/>
            <a:pathLst>
              <a:path w="21600" h="21600" extrusionOk="0">
                <a:moveTo>
                  <a:pt x="0" y="0"/>
                </a:moveTo>
                <a:lnTo>
                  <a:pt x="11776" y="0"/>
                </a:lnTo>
                <a:lnTo>
                  <a:pt x="21600" y="21529"/>
                </a:lnTo>
                <a:lnTo>
                  <a:pt x="9951" y="21600"/>
                </a:lnTo>
                <a:lnTo>
                  <a:pt x="0" y="0"/>
                </a:lnTo>
                <a:close/>
              </a:path>
            </a:pathLst>
          </a:custGeom>
          <a:gradFill>
            <a:gsLst>
              <a:gs pos="0">
                <a:srgbClr val="F9CD3E"/>
              </a:gs>
              <a:gs pos="7016">
                <a:srgbClr val="F9CD3E"/>
              </a:gs>
              <a:gs pos="15323">
                <a:srgbClr val="FDA943"/>
              </a:gs>
              <a:gs pos="100000">
                <a:srgbClr val="FDA943"/>
              </a:gs>
            </a:gsLst>
            <a:lin ang="5400000"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pic>
        <p:nvPicPr>
          <p:cNvPr id="45" name="Google Shape;45;p3" descr="Picture1.png"/>
          <p:cNvPicPr preferRelativeResize="0"/>
          <p:nvPr/>
        </p:nvPicPr>
        <p:blipFill rotWithShape="1">
          <a:blip r:embed="rId3">
            <a:alphaModFix amt="71516"/>
          </a:blip>
          <a:srcRect/>
          <a:stretch/>
        </p:blipFill>
        <p:spPr>
          <a:xfrm flipH="1">
            <a:off x="1649579" y="496189"/>
            <a:ext cx="179169" cy="6293660"/>
          </a:xfrm>
          <a:prstGeom prst="rect">
            <a:avLst/>
          </a:prstGeom>
          <a:noFill/>
          <a:ln>
            <a:noFill/>
          </a:ln>
        </p:spPr>
      </p:pic>
      <p:sp>
        <p:nvSpPr>
          <p:cNvPr id="46" name="Google Shape;46;p3"/>
          <p:cNvSpPr txBox="1"/>
          <p:nvPr/>
        </p:nvSpPr>
        <p:spPr>
          <a:xfrm>
            <a:off x="1941426" y="1052923"/>
            <a:ext cx="7606747" cy="1105689"/>
          </a:xfrm>
          <a:prstGeom prst="rect">
            <a:avLst/>
          </a:prstGeom>
          <a:noFill/>
          <a:ln>
            <a:noFill/>
          </a:ln>
        </p:spPr>
        <p:txBody>
          <a:bodyPr spcFirstLastPara="1" wrap="square" lIns="45700" tIns="45700" rIns="45700" bIns="45700" anchor="t" anchorCtr="0">
            <a:noAutofit/>
          </a:bodyPr>
          <a:lstStyle/>
          <a:p>
            <a:pPr lvl="0"/>
            <a:r>
              <a:rPr lang="ms-MY" sz="2400" b="1" dirty="0">
                <a:latin typeface="Tahoma" panose="020B0604030504040204" pitchFamily="34" charset="0"/>
                <a:ea typeface="Tahoma" panose="020B0604030504040204" pitchFamily="34" charset="0"/>
                <a:cs typeface="Tahoma" panose="020B0604030504040204" pitchFamily="34" charset="0"/>
              </a:rPr>
              <a:t>Sebelum pengelasan semula dibuat, rahsia rasmi hendaklah disemak bagi menentukan:- </a:t>
            </a:r>
          </a:p>
        </p:txBody>
      </p:sp>
      <p:sp>
        <p:nvSpPr>
          <p:cNvPr id="47" name="Google Shape;47;p3"/>
          <p:cNvSpPr txBox="1"/>
          <p:nvPr/>
        </p:nvSpPr>
        <p:spPr>
          <a:xfrm>
            <a:off x="1738975" y="143649"/>
            <a:ext cx="8504955" cy="752793"/>
          </a:xfrm>
          <a:prstGeom prst="rect">
            <a:avLst/>
          </a:prstGeom>
          <a:noFill/>
          <a:ln>
            <a:noFill/>
          </a:ln>
        </p:spPr>
        <p:txBody>
          <a:bodyPr spcFirstLastPara="1" wrap="square" lIns="45700" tIns="45700" rIns="45700" bIns="45700" anchor="t" anchorCtr="0">
            <a:noAutofit/>
          </a:bodyPr>
          <a:lstStyle/>
          <a:p>
            <a:pPr lvl="0" algn="ctr">
              <a:buClr>
                <a:srgbClr val="535353"/>
              </a:buClr>
              <a:buSzPts val="2600"/>
            </a:pPr>
            <a:r>
              <a:rPr lang="ms-MY" sz="3200" b="1" dirty="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PERATURAN PENGELASAN SEMULA</a:t>
            </a:r>
            <a:endParaRPr sz="3200" dirty="0"/>
          </a:p>
        </p:txBody>
      </p:sp>
      <p:sp>
        <p:nvSpPr>
          <p:cNvPr id="48" name="Google Shape;48;p3"/>
          <p:cNvSpPr/>
          <p:nvPr/>
        </p:nvSpPr>
        <p:spPr>
          <a:xfrm>
            <a:off x="10940592" y="355568"/>
            <a:ext cx="834480" cy="434341"/>
          </a:xfrm>
          <a:custGeom>
            <a:avLst/>
            <a:gdLst/>
            <a:ahLst/>
            <a:cxnLst/>
            <a:rect l="l" t="t" r="r" b="b"/>
            <a:pathLst>
              <a:path w="20986" h="20722" extrusionOk="0">
                <a:moveTo>
                  <a:pt x="10578" y="1"/>
                </a:moveTo>
                <a:cubicBezTo>
                  <a:pt x="9874" y="-20"/>
                  <a:pt x="9157" y="218"/>
                  <a:pt x="8464" y="745"/>
                </a:cubicBezTo>
                <a:cubicBezTo>
                  <a:pt x="6243" y="2431"/>
                  <a:pt x="4928" y="6572"/>
                  <a:pt x="5038" y="10863"/>
                </a:cubicBezTo>
                <a:cubicBezTo>
                  <a:pt x="5041" y="10972"/>
                  <a:pt x="5010" y="11074"/>
                  <a:pt x="4959" y="11124"/>
                </a:cubicBezTo>
                <a:cubicBezTo>
                  <a:pt x="1769" y="14201"/>
                  <a:pt x="-247" y="17027"/>
                  <a:pt x="24" y="18312"/>
                </a:cubicBezTo>
                <a:cubicBezTo>
                  <a:pt x="415" y="20165"/>
                  <a:pt x="5419" y="18109"/>
                  <a:pt x="11201" y="13717"/>
                </a:cubicBezTo>
                <a:cubicBezTo>
                  <a:pt x="16983" y="9325"/>
                  <a:pt x="21353" y="4260"/>
                  <a:pt x="20962" y="2407"/>
                </a:cubicBezTo>
                <a:cubicBezTo>
                  <a:pt x="20691" y="1122"/>
                  <a:pt x="18203" y="1719"/>
                  <a:pt x="14776" y="3669"/>
                </a:cubicBezTo>
                <a:cubicBezTo>
                  <a:pt x="14721" y="3700"/>
                  <a:pt x="14661" y="3665"/>
                  <a:pt x="14623" y="3583"/>
                </a:cubicBezTo>
                <a:cubicBezTo>
                  <a:pt x="13605" y="1349"/>
                  <a:pt x="12125" y="48"/>
                  <a:pt x="10578" y="1"/>
                </a:cubicBezTo>
                <a:close/>
                <a:moveTo>
                  <a:pt x="16712" y="4606"/>
                </a:moveTo>
                <a:cubicBezTo>
                  <a:pt x="17082" y="4644"/>
                  <a:pt x="17316" y="4814"/>
                  <a:pt x="17382" y="5127"/>
                </a:cubicBezTo>
                <a:cubicBezTo>
                  <a:pt x="17663" y="6457"/>
                  <a:pt x="14806" y="9877"/>
                  <a:pt x="11001" y="12767"/>
                </a:cubicBezTo>
                <a:cubicBezTo>
                  <a:pt x="7197" y="15656"/>
                  <a:pt x="3885" y="16921"/>
                  <a:pt x="3604" y="15592"/>
                </a:cubicBezTo>
                <a:cubicBezTo>
                  <a:pt x="3472" y="14965"/>
                  <a:pt x="4037" y="13873"/>
                  <a:pt x="5070" y="12592"/>
                </a:cubicBezTo>
                <a:cubicBezTo>
                  <a:pt x="5108" y="12544"/>
                  <a:pt x="5160" y="12586"/>
                  <a:pt x="5170" y="12671"/>
                </a:cubicBezTo>
                <a:cubicBezTo>
                  <a:pt x="5233" y="13188"/>
                  <a:pt x="5318" y="13702"/>
                  <a:pt x="5425" y="14209"/>
                </a:cubicBezTo>
                <a:cubicBezTo>
                  <a:pt x="5491" y="14521"/>
                  <a:pt x="5563" y="14823"/>
                  <a:pt x="5643" y="15115"/>
                </a:cubicBezTo>
                <a:cubicBezTo>
                  <a:pt x="5669" y="15213"/>
                  <a:pt x="5728" y="15266"/>
                  <a:pt x="5785" y="15245"/>
                </a:cubicBezTo>
                <a:cubicBezTo>
                  <a:pt x="7141" y="14753"/>
                  <a:pt x="8983" y="13676"/>
                  <a:pt x="10888" y="12230"/>
                </a:cubicBezTo>
                <a:cubicBezTo>
                  <a:pt x="12711" y="10845"/>
                  <a:pt x="14371" y="9297"/>
                  <a:pt x="15561" y="7873"/>
                </a:cubicBezTo>
                <a:cubicBezTo>
                  <a:pt x="15601" y="7825"/>
                  <a:pt x="15639" y="7779"/>
                  <a:pt x="15677" y="7733"/>
                </a:cubicBezTo>
                <a:cubicBezTo>
                  <a:pt x="15726" y="7672"/>
                  <a:pt x="15749" y="7557"/>
                  <a:pt x="15732" y="7450"/>
                </a:cubicBezTo>
                <a:cubicBezTo>
                  <a:pt x="15683" y="7135"/>
                  <a:pt x="15627" y="6820"/>
                  <a:pt x="15561" y="6510"/>
                </a:cubicBezTo>
                <a:cubicBezTo>
                  <a:pt x="15454" y="6002"/>
                  <a:pt x="15329" y="5520"/>
                  <a:pt x="15186" y="5064"/>
                </a:cubicBezTo>
                <a:cubicBezTo>
                  <a:pt x="15162" y="4988"/>
                  <a:pt x="15184" y="4892"/>
                  <a:pt x="15229" y="4876"/>
                </a:cubicBezTo>
                <a:cubicBezTo>
                  <a:pt x="15836" y="4664"/>
                  <a:pt x="16342" y="4568"/>
                  <a:pt x="16712" y="4606"/>
                </a:cubicBezTo>
                <a:close/>
                <a:moveTo>
                  <a:pt x="15869" y="10396"/>
                </a:moveTo>
                <a:cubicBezTo>
                  <a:pt x="14493" y="11701"/>
                  <a:pt x="12945" y="13016"/>
                  <a:pt x="11315" y="14254"/>
                </a:cubicBezTo>
                <a:cubicBezTo>
                  <a:pt x="9676" y="15499"/>
                  <a:pt x="8075" y="16574"/>
                  <a:pt x="6614" y="17425"/>
                </a:cubicBezTo>
                <a:cubicBezTo>
                  <a:pt x="6573" y="17449"/>
                  <a:pt x="6559" y="17548"/>
                  <a:pt x="6589" y="17606"/>
                </a:cubicBezTo>
                <a:cubicBezTo>
                  <a:pt x="8086" y="20507"/>
                  <a:pt x="10412" y="21580"/>
                  <a:pt x="12522" y="19977"/>
                </a:cubicBezTo>
                <a:cubicBezTo>
                  <a:pt x="14632" y="18375"/>
                  <a:pt x="15924" y="14552"/>
                  <a:pt x="15953" y="10494"/>
                </a:cubicBezTo>
                <a:cubicBezTo>
                  <a:pt x="15954" y="10413"/>
                  <a:pt x="15908" y="10359"/>
                  <a:pt x="15869" y="10396"/>
                </a:cubicBezTo>
                <a:close/>
              </a:path>
            </a:pathLst>
          </a:custGeom>
          <a:solidFill>
            <a:srgbClr val="FFCF16"/>
          </a:solidFill>
          <a:ln>
            <a:noFill/>
          </a:ln>
          <a:effectLst>
            <a:outerShdw blurRad="101600" dist="77493" dir="8890792" rotWithShape="0">
              <a:srgbClr val="000000">
                <a:alpha val="41960"/>
              </a:srgbClr>
            </a:outerShdw>
          </a:effectLst>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pic>
        <p:nvPicPr>
          <p:cNvPr id="49" name="Picture 48">
            <a:extLst>
              <a:ext uri="{FF2B5EF4-FFF2-40B4-BE49-F238E27FC236}">
                <a16:creationId xmlns="" xmlns:a16="http://schemas.microsoft.com/office/drawing/2014/main" id="{FAB5DC70-67FB-4E41-BC8C-25C2CA51A1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03582" y="5842997"/>
            <a:ext cx="835393" cy="669380"/>
          </a:xfrm>
          <a:prstGeom prst="rect">
            <a:avLst/>
          </a:prstGeom>
        </p:spPr>
      </p:pic>
      <p:sp>
        <p:nvSpPr>
          <p:cNvPr id="50" name="TextBox 49">
            <a:extLst>
              <a:ext uri="{FF2B5EF4-FFF2-40B4-BE49-F238E27FC236}">
                <a16:creationId xmlns="" xmlns:a16="http://schemas.microsoft.com/office/drawing/2014/main" id="{3FDF99BF-8CBF-42C0-80C3-AE85DCE5EBA9}"/>
              </a:ext>
            </a:extLst>
          </p:cNvPr>
          <p:cNvSpPr txBox="1"/>
          <p:nvPr/>
        </p:nvSpPr>
        <p:spPr>
          <a:xfrm>
            <a:off x="2044213" y="5977632"/>
            <a:ext cx="6106049" cy="400110"/>
          </a:xfrm>
          <a:prstGeom prst="rect">
            <a:avLst/>
          </a:prstGeom>
          <a:noFill/>
        </p:spPr>
        <p:txBody>
          <a:bodyPr wrap="square">
            <a:spAutoFit/>
          </a:bodyPr>
          <a:lstStyle/>
          <a:p>
            <a:pPr>
              <a:defRPr/>
            </a:pPr>
            <a:r>
              <a:rPr lang="en-US" sz="1000" spc="280" dirty="0"/>
              <a:t>PEJABAT KETUA PEGAWAI KESELAMATAN KERAJAAN MALAYSIA</a:t>
            </a:r>
          </a:p>
          <a:p>
            <a:pPr>
              <a:defRPr/>
            </a:pPr>
            <a:r>
              <a:rPr lang="en-US" sz="1000" spc="280" dirty="0"/>
              <a:t>JABATAN PERDANA MENTERI</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fade">
                                      <p:cBhvr>
                                        <p:cTn id="7" dur="500"/>
                                        <p:tgtEl>
                                          <p:spTgt spid="47"/>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46"/>
                                        </p:tgtEl>
                                        <p:attrNameLst>
                                          <p:attrName>style.visibility</p:attrName>
                                        </p:attrNameLst>
                                      </p:cBhvr>
                                      <p:to>
                                        <p:strVal val="visible"/>
                                      </p:to>
                                    </p:set>
                                    <p:animEffect transition="in" filter="fade">
                                      <p:cBhvr>
                                        <p:cTn id="11" dur="500"/>
                                        <p:tgtEl>
                                          <p:spTgt spid="46"/>
                                        </p:tgtEl>
                                      </p:cBhvr>
                                    </p:animEffect>
                                  </p:childTnLst>
                                </p:cTn>
                              </p:par>
                            </p:childTnLst>
                          </p:cTn>
                        </p:par>
                        <p:par>
                          <p:cTn id="12" fill="hold">
                            <p:stCondLst>
                              <p:cond delay="1000"/>
                            </p:stCondLst>
                            <p:childTnLst>
                              <p:par>
                                <p:cTn id="13" presetID="23" presetClass="entr" presetSubtype="16" fill="hold" nodeType="afterEffect">
                                  <p:stCondLst>
                                    <p:cond delay="0"/>
                                  </p:stCondLst>
                                  <p:childTnLst>
                                    <p:set>
                                      <p:cBhvr>
                                        <p:cTn id="14" dur="1" fill="hold">
                                          <p:stCondLst>
                                            <p:cond delay="0"/>
                                          </p:stCondLst>
                                        </p:cTn>
                                        <p:tgtEl>
                                          <p:spTgt spid="17"/>
                                        </p:tgtEl>
                                        <p:attrNameLst>
                                          <p:attrName>style.visibility</p:attrName>
                                        </p:attrNameLst>
                                      </p:cBhvr>
                                      <p:to>
                                        <p:strVal val="visible"/>
                                      </p:to>
                                    </p:set>
                                    <p:anim calcmode="lin" valueType="num">
                                      <p:cBhvr additive="base">
                                        <p:cTn id="15" dur="500"/>
                                        <p:tgtEl>
                                          <p:spTgt spid="17"/>
                                        </p:tgtEl>
                                        <p:attrNameLst>
                                          <p:attrName>ppt_w</p:attrName>
                                        </p:attrNameLst>
                                      </p:cBhvr>
                                      <p:tavLst>
                                        <p:tav tm="0">
                                          <p:val>
                                            <p:strVal val="0"/>
                                          </p:val>
                                        </p:tav>
                                        <p:tav tm="100000">
                                          <p:val>
                                            <p:strVal val="#ppt_w"/>
                                          </p:val>
                                        </p:tav>
                                      </p:tavLst>
                                    </p:anim>
                                    <p:anim calcmode="lin" valueType="num">
                                      <p:cBhvr additive="base">
                                        <p:cTn id="16" dur="500"/>
                                        <p:tgtEl>
                                          <p:spTgt spid="17"/>
                                        </p:tgtEl>
                                        <p:attrNameLst>
                                          <p:attrName>ppt_h</p:attrName>
                                        </p:attrNameLst>
                                      </p:cBhvr>
                                      <p:tavLst>
                                        <p:tav tm="0">
                                          <p:val>
                                            <p:strVal val="0"/>
                                          </p:val>
                                        </p:tav>
                                        <p:tav tm="100000">
                                          <p:val>
                                            <p:strVal val="#ppt_h"/>
                                          </p:val>
                                        </p:tav>
                                      </p:tavLst>
                                    </p:anim>
                                  </p:childTnLst>
                                </p:cTn>
                              </p:par>
                            </p:childTnLst>
                          </p:cTn>
                        </p:par>
                        <p:par>
                          <p:cTn id="17" fill="hold">
                            <p:stCondLst>
                              <p:cond delay="1500"/>
                            </p:stCondLst>
                            <p:childTnLst>
                              <p:par>
                                <p:cTn id="18" presetID="23" presetClass="entr" presetSubtype="16" fill="hold" nodeType="afterEffect">
                                  <p:stCondLst>
                                    <p:cond delay="0"/>
                                  </p:stCondLst>
                                  <p:childTnLst>
                                    <p:set>
                                      <p:cBhvr>
                                        <p:cTn id="19" dur="1" fill="hold">
                                          <p:stCondLst>
                                            <p:cond delay="0"/>
                                          </p:stCondLst>
                                        </p:cTn>
                                        <p:tgtEl>
                                          <p:spTgt spid="48"/>
                                        </p:tgtEl>
                                        <p:attrNameLst>
                                          <p:attrName>style.visibility</p:attrName>
                                        </p:attrNameLst>
                                      </p:cBhvr>
                                      <p:to>
                                        <p:strVal val="visible"/>
                                      </p:to>
                                    </p:set>
                                    <p:anim calcmode="lin" valueType="num">
                                      <p:cBhvr additive="base">
                                        <p:cTn id="20" dur="500"/>
                                        <p:tgtEl>
                                          <p:spTgt spid="48"/>
                                        </p:tgtEl>
                                        <p:attrNameLst>
                                          <p:attrName>ppt_w</p:attrName>
                                        </p:attrNameLst>
                                      </p:cBhvr>
                                      <p:tavLst>
                                        <p:tav tm="0">
                                          <p:val>
                                            <p:strVal val="0"/>
                                          </p:val>
                                        </p:tav>
                                        <p:tav tm="100000">
                                          <p:val>
                                            <p:strVal val="#ppt_w"/>
                                          </p:val>
                                        </p:tav>
                                      </p:tavLst>
                                    </p:anim>
                                    <p:anim calcmode="lin" valueType="num">
                                      <p:cBhvr additive="base">
                                        <p:cTn id="21" dur="500"/>
                                        <p:tgtEl>
                                          <p:spTgt spid="48"/>
                                        </p:tgtEl>
                                        <p:attrNameLst>
                                          <p:attrName>ppt_h</p:attrName>
                                        </p:attrNameLst>
                                      </p:cBhvr>
                                      <p:tavLst>
                                        <p:tav tm="0">
                                          <p:val>
                                            <p:strVal val="0"/>
                                          </p:val>
                                        </p:tav>
                                        <p:tav tm="100000">
                                          <p:val>
                                            <p:strVal val="#ppt_h"/>
                                          </p:val>
                                        </p:tav>
                                      </p:tavLst>
                                    </p:anim>
                                  </p:childTnLst>
                                </p:cTn>
                              </p:par>
                            </p:childTnLst>
                          </p:cTn>
                        </p:par>
                        <p:par>
                          <p:cTn id="22" fill="hold">
                            <p:stCondLst>
                              <p:cond delay="2000"/>
                            </p:stCondLst>
                            <p:childTnLst>
                              <p:par>
                                <p:cTn id="23" presetID="23" presetClass="entr" presetSubtype="16" fill="hold" nodeType="afterEffect">
                                  <p:stCondLst>
                                    <p:cond delay="0"/>
                                  </p:stCondLst>
                                  <p:childTnLst>
                                    <p:set>
                                      <p:cBhvr>
                                        <p:cTn id="24" dur="1" fill="hold">
                                          <p:stCondLst>
                                            <p:cond delay="0"/>
                                          </p:stCondLst>
                                        </p:cTn>
                                        <p:tgtEl>
                                          <p:spTgt spid="45"/>
                                        </p:tgtEl>
                                        <p:attrNameLst>
                                          <p:attrName>style.visibility</p:attrName>
                                        </p:attrNameLst>
                                      </p:cBhvr>
                                      <p:to>
                                        <p:strVal val="visible"/>
                                      </p:to>
                                    </p:set>
                                    <p:anim calcmode="lin" valueType="num">
                                      <p:cBhvr additive="base">
                                        <p:cTn id="25" dur="500"/>
                                        <p:tgtEl>
                                          <p:spTgt spid="45"/>
                                        </p:tgtEl>
                                        <p:attrNameLst>
                                          <p:attrName>ppt_w</p:attrName>
                                        </p:attrNameLst>
                                      </p:cBhvr>
                                      <p:tavLst>
                                        <p:tav tm="0">
                                          <p:val>
                                            <p:strVal val="0"/>
                                          </p:val>
                                        </p:tav>
                                        <p:tav tm="100000">
                                          <p:val>
                                            <p:strVal val="#ppt_w"/>
                                          </p:val>
                                        </p:tav>
                                      </p:tavLst>
                                    </p:anim>
                                    <p:anim calcmode="lin" valueType="num">
                                      <p:cBhvr additive="base">
                                        <p:cTn id="26" dur="500"/>
                                        <p:tgtEl>
                                          <p:spTgt spid="45"/>
                                        </p:tgtEl>
                                        <p:attrNameLst>
                                          <p:attrName>ppt_h</p:attrName>
                                        </p:attrNameLst>
                                      </p:cBhvr>
                                      <p:tavLst>
                                        <p:tav tm="0">
                                          <p:val>
                                            <p:strVal val="0"/>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500"/>
                                        <p:tgtEl>
                                          <p:spTgt spid="19"/>
                                        </p:tgtEl>
                                      </p:cBhvr>
                                    </p:animEffect>
                                  </p:childTnLst>
                                </p:cTn>
                              </p:par>
                            </p:childTnLst>
                          </p:cTn>
                        </p:par>
                        <p:par>
                          <p:cTn id="32" fill="hold">
                            <p:stCondLst>
                              <p:cond delay="500"/>
                            </p:stCondLst>
                            <p:childTnLst>
                              <p:par>
                                <p:cTn id="33" presetID="10" presetClass="entr" presetSubtype="0" fill="hold" nodeType="after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500"/>
                                        <p:tgtEl>
                                          <p:spTgt spid="18"/>
                                        </p:tgtEl>
                                      </p:cBhvr>
                                    </p:animEffect>
                                  </p:childTnLst>
                                </p:cTn>
                              </p:par>
                            </p:childTnLst>
                          </p:cTn>
                        </p:par>
                        <p:par>
                          <p:cTn id="36" fill="hold">
                            <p:stCondLst>
                              <p:cond delay="1000"/>
                            </p:stCondLst>
                            <p:childTnLst>
                              <p:par>
                                <p:cTn id="37" presetID="10" presetClass="entr" presetSubtype="0" fill="hold" nodeType="after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500"/>
                                        <p:tgtEl>
                                          <p:spTgt spid="21"/>
                                        </p:tgtEl>
                                      </p:cBhvr>
                                    </p:animEffect>
                                  </p:childTnLst>
                                </p:cTn>
                              </p:par>
                            </p:childTnLst>
                          </p:cTn>
                        </p:par>
                        <p:par>
                          <p:cTn id="40" fill="hold">
                            <p:stCondLst>
                              <p:cond delay="1500"/>
                            </p:stCondLst>
                            <p:childTnLst>
                              <p:par>
                                <p:cTn id="41" presetID="10" presetClass="entr" presetSubtype="0" fill="hold" nodeType="after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500"/>
                                        <p:tgtEl>
                                          <p:spTgt spid="20"/>
                                        </p:tgtEl>
                                      </p:cBhvr>
                                    </p:animEffect>
                                  </p:childTnLst>
                                </p:cTn>
                              </p:par>
                            </p:childTnLst>
                          </p:cTn>
                        </p:par>
                        <p:par>
                          <p:cTn id="44" fill="hold">
                            <p:stCondLst>
                              <p:cond delay="2000"/>
                            </p:stCondLst>
                            <p:childTnLst>
                              <p:par>
                                <p:cTn id="45" presetID="10" presetClass="entr" presetSubtype="0" fill="hold" nodeType="after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500"/>
                                        <p:tgtEl>
                                          <p:spTgt spid="23"/>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27"/>
                                        </p:tgtEl>
                                        <p:attrNameLst>
                                          <p:attrName>style.visibility</p:attrName>
                                        </p:attrNameLst>
                                      </p:cBhvr>
                                      <p:to>
                                        <p:strVal val="visible"/>
                                      </p:to>
                                    </p:set>
                                    <p:animEffect transition="in" filter="fade">
                                      <p:cBhvr>
                                        <p:cTn id="52" dur="500"/>
                                        <p:tgtEl>
                                          <p:spTgt spid="27"/>
                                        </p:tgtEl>
                                      </p:cBhvr>
                                    </p:animEffect>
                                  </p:childTnLst>
                                </p:cTn>
                              </p:par>
                            </p:childTnLst>
                          </p:cTn>
                        </p:par>
                        <p:par>
                          <p:cTn id="53" fill="hold">
                            <p:stCondLst>
                              <p:cond delay="500"/>
                            </p:stCondLst>
                            <p:childTnLst>
                              <p:par>
                                <p:cTn id="54" presetID="10" presetClass="entr" presetSubtype="0" fill="hold" nodeType="afterEffect">
                                  <p:stCondLst>
                                    <p:cond delay="0"/>
                                  </p:stCondLst>
                                  <p:childTnLst>
                                    <p:set>
                                      <p:cBhvr>
                                        <p:cTn id="55" dur="1" fill="hold">
                                          <p:stCondLst>
                                            <p:cond delay="0"/>
                                          </p:stCondLst>
                                        </p:cTn>
                                        <p:tgtEl>
                                          <p:spTgt spid="26"/>
                                        </p:tgtEl>
                                        <p:attrNameLst>
                                          <p:attrName>style.visibility</p:attrName>
                                        </p:attrNameLst>
                                      </p:cBhvr>
                                      <p:to>
                                        <p:strVal val="visible"/>
                                      </p:to>
                                    </p:set>
                                    <p:animEffect transition="in" filter="fade">
                                      <p:cBhvr>
                                        <p:cTn id="56" dur="500"/>
                                        <p:tgtEl>
                                          <p:spTgt spid="26"/>
                                        </p:tgtEl>
                                      </p:cBhvr>
                                    </p:animEffect>
                                  </p:childTnLst>
                                </p:cTn>
                              </p:par>
                            </p:childTnLst>
                          </p:cTn>
                        </p:par>
                        <p:par>
                          <p:cTn id="57" fill="hold">
                            <p:stCondLst>
                              <p:cond delay="1000"/>
                            </p:stCondLst>
                            <p:childTnLst>
                              <p:par>
                                <p:cTn id="58" presetID="10" presetClass="entr" presetSubtype="0" fill="hold" nodeType="afterEffect">
                                  <p:stCondLst>
                                    <p:cond delay="0"/>
                                  </p:stCondLst>
                                  <p:childTnLst>
                                    <p:set>
                                      <p:cBhvr>
                                        <p:cTn id="59" dur="1" fill="hold">
                                          <p:stCondLst>
                                            <p:cond delay="0"/>
                                          </p:stCondLst>
                                        </p:cTn>
                                        <p:tgtEl>
                                          <p:spTgt spid="29"/>
                                        </p:tgtEl>
                                        <p:attrNameLst>
                                          <p:attrName>style.visibility</p:attrName>
                                        </p:attrNameLst>
                                      </p:cBhvr>
                                      <p:to>
                                        <p:strVal val="visible"/>
                                      </p:to>
                                    </p:set>
                                    <p:animEffect transition="in" filter="fade">
                                      <p:cBhvr>
                                        <p:cTn id="60" dur="500"/>
                                        <p:tgtEl>
                                          <p:spTgt spid="29"/>
                                        </p:tgtEl>
                                      </p:cBhvr>
                                    </p:animEffect>
                                  </p:childTnLst>
                                </p:cTn>
                              </p:par>
                            </p:childTnLst>
                          </p:cTn>
                        </p:par>
                        <p:par>
                          <p:cTn id="61" fill="hold">
                            <p:stCondLst>
                              <p:cond delay="1500"/>
                            </p:stCondLst>
                            <p:childTnLst>
                              <p:par>
                                <p:cTn id="62" presetID="10" presetClass="entr" presetSubtype="0" fill="hold" nodeType="afterEffect">
                                  <p:stCondLst>
                                    <p:cond delay="0"/>
                                  </p:stCondLst>
                                  <p:childTnLst>
                                    <p:set>
                                      <p:cBhvr>
                                        <p:cTn id="63" dur="1" fill="hold">
                                          <p:stCondLst>
                                            <p:cond delay="0"/>
                                          </p:stCondLst>
                                        </p:cTn>
                                        <p:tgtEl>
                                          <p:spTgt spid="28"/>
                                        </p:tgtEl>
                                        <p:attrNameLst>
                                          <p:attrName>style.visibility</p:attrName>
                                        </p:attrNameLst>
                                      </p:cBhvr>
                                      <p:to>
                                        <p:strVal val="visible"/>
                                      </p:to>
                                    </p:set>
                                    <p:animEffect transition="in" filter="fade">
                                      <p:cBhvr>
                                        <p:cTn id="64"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6"/>
        <p:cNvGrpSpPr/>
        <p:nvPr/>
      </p:nvGrpSpPr>
      <p:grpSpPr>
        <a:xfrm>
          <a:off x="0" y="0"/>
          <a:ext cx="0" cy="0"/>
          <a:chOff x="0" y="0"/>
          <a:chExt cx="0" cy="0"/>
        </a:xfrm>
      </p:grpSpPr>
      <p:sp>
        <p:nvSpPr>
          <p:cNvPr id="17" name="Google Shape;17;p3"/>
          <p:cNvSpPr/>
          <p:nvPr/>
        </p:nvSpPr>
        <p:spPr>
          <a:xfrm>
            <a:off x="10875236" y="784688"/>
            <a:ext cx="482596" cy="482596"/>
          </a:xfrm>
          <a:prstGeom prst="ellipse">
            <a:avLst/>
          </a:prstGeom>
          <a:solidFill>
            <a:srgbClr val="A7A6A8"/>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8" name="Google Shape;18;p3"/>
          <p:cNvSpPr/>
          <p:nvPr/>
        </p:nvSpPr>
        <p:spPr>
          <a:xfrm>
            <a:off x="9470914" y="1084005"/>
            <a:ext cx="987432" cy="1659917"/>
          </a:xfrm>
          <a:prstGeom prst="roundRect">
            <a:avLst>
              <a:gd name="adj" fmla="val 14129"/>
            </a:avLst>
          </a:prstGeom>
          <a:solidFill>
            <a:srgbClr val="185359"/>
          </a:solidFill>
          <a:ln>
            <a:noFill/>
          </a:ln>
          <a:effectLst>
            <a:outerShdw blurRad="101600" dist="118426" dir="8890792" rotWithShape="0">
              <a:srgbClr val="000000">
                <a:alpha val="23137"/>
              </a:srgbClr>
            </a:outerShdw>
          </a:effectLst>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9" name="Google Shape;19;p3"/>
          <p:cNvSpPr/>
          <p:nvPr/>
        </p:nvSpPr>
        <p:spPr>
          <a:xfrm>
            <a:off x="903582" y="1368843"/>
            <a:ext cx="9433114" cy="1056287"/>
          </a:xfrm>
          <a:prstGeom prst="rect">
            <a:avLst/>
          </a:prstGeom>
          <a:gradFill>
            <a:gsLst>
              <a:gs pos="0">
                <a:srgbClr val="F8FCFF"/>
              </a:gs>
              <a:gs pos="69000">
                <a:srgbClr val="F8FCFF"/>
              </a:gs>
              <a:gs pos="99000">
                <a:srgbClr val="B8BCC0"/>
              </a:gs>
              <a:gs pos="100000">
                <a:srgbClr val="B8BCC0"/>
              </a:gs>
            </a:gsLst>
            <a:lin ang="17400000" scaled="0"/>
          </a:gradFill>
          <a:ln>
            <a:noFill/>
          </a:ln>
          <a:effectLst>
            <a:outerShdw blurRad="101600" dist="118426" dir="2118751" rotWithShape="0">
              <a:srgbClr val="000000">
                <a:alpha val="23137"/>
              </a:srgbClr>
            </a:outerShdw>
          </a:effectLst>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0" name="Google Shape;20;p3"/>
          <p:cNvSpPr/>
          <p:nvPr/>
        </p:nvSpPr>
        <p:spPr>
          <a:xfrm rot="10800000" flipH="1">
            <a:off x="9566597" y="1891528"/>
            <a:ext cx="1495228" cy="835212"/>
          </a:xfrm>
          <a:custGeom>
            <a:avLst/>
            <a:gdLst/>
            <a:ahLst/>
            <a:cxnLst/>
            <a:rect l="l" t="t" r="r" b="b"/>
            <a:pathLst>
              <a:path w="21600" h="21600" extrusionOk="0">
                <a:moveTo>
                  <a:pt x="0" y="0"/>
                </a:moveTo>
                <a:lnTo>
                  <a:pt x="11778" y="0"/>
                </a:lnTo>
                <a:lnTo>
                  <a:pt x="21600" y="21600"/>
                </a:lnTo>
                <a:lnTo>
                  <a:pt x="9980" y="21479"/>
                </a:lnTo>
                <a:lnTo>
                  <a:pt x="0" y="0"/>
                </a:lnTo>
                <a:close/>
              </a:path>
            </a:pathLst>
          </a:custGeom>
          <a:gradFill>
            <a:gsLst>
              <a:gs pos="0">
                <a:srgbClr val="206269"/>
              </a:gs>
              <a:gs pos="2987">
                <a:srgbClr val="206269"/>
              </a:gs>
              <a:gs pos="17836">
                <a:srgbClr val="2C848D"/>
              </a:gs>
              <a:gs pos="100000">
                <a:srgbClr val="2C848D"/>
              </a:gs>
            </a:gsLst>
            <a:lin ang="5400000"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1" name="Google Shape;21;p3"/>
          <p:cNvSpPr/>
          <p:nvPr/>
        </p:nvSpPr>
        <p:spPr>
          <a:xfrm>
            <a:off x="9594653" y="1084568"/>
            <a:ext cx="1495464" cy="829396"/>
          </a:xfrm>
          <a:custGeom>
            <a:avLst/>
            <a:gdLst/>
            <a:ahLst/>
            <a:cxnLst/>
            <a:rect l="l" t="t" r="r" b="b"/>
            <a:pathLst>
              <a:path w="21600" h="21600" extrusionOk="0">
                <a:moveTo>
                  <a:pt x="0" y="0"/>
                </a:moveTo>
                <a:lnTo>
                  <a:pt x="11776" y="0"/>
                </a:lnTo>
                <a:lnTo>
                  <a:pt x="21600" y="21529"/>
                </a:lnTo>
                <a:lnTo>
                  <a:pt x="9951" y="21600"/>
                </a:lnTo>
                <a:lnTo>
                  <a:pt x="0" y="0"/>
                </a:lnTo>
                <a:close/>
              </a:path>
            </a:pathLst>
          </a:custGeom>
          <a:gradFill>
            <a:gsLst>
              <a:gs pos="0">
                <a:srgbClr val="5FCFCF"/>
              </a:gs>
              <a:gs pos="6895">
                <a:srgbClr val="5FCFCF"/>
              </a:gs>
              <a:gs pos="15323">
                <a:srgbClr val="00AAB8"/>
              </a:gs>
              <a:gs pos="100000">
                <a:srgbClr val="00AAB8"/>
              </a:gs>
            </a:gsLst>
            <a:lin ang="5400000"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3" name="Google Shape;23;p3"/>
          <p:cNvSpPr txBox="1"/>
          <p:nvPr/>
        </p:nvSpPr>
        <p:spPr>
          <a:xfrm>
            <a:off x="683039" y="1252847"/>
            <a:ext cx="9150073" cy="1056287"/>
          </a:xfrm>
          <a:prstGeom prst="rect">
            <a:avLst/>
          </a:prstGeom>
          <a:noFill/>
          <a:ln>
            <a:noFill/>
          </a:ln>
        </p:spPr>
        <p:txBody>
          <a:bodyPr spcFirstLastPara="1" wrap="square" lIns="45700" tIns="45700" rIns="45700" bIns="45700" anchor="t" anchorCtr="0">
            <a:noAutofit/>
          </a:bodyPr>
          <a:lstStyle/>
          <a:p>
            <a:pPr lvl="1" algn="just"/>
            <a:r>
              <a:rPr lang="ms-MY" sz="2200" dirty="0">
                <a:latin typeface="Tahoma" panose="020B0604030504040204" pitchFamily="34" charset="0"/>
                <a:ea typeface="Tahoma" panose="020B0604030504040204" pitchFamily="34" charset="0"/>
                <a:cs typeface="Tahoma" panose="020B0604030504040204" pitchFamily="34" charset="0"/>
              </a:rPr>
              <a:t>Hanya mereka yang diberi kuasa di bawah seksyen 2C Akta 88 atau mana-mana orang yang diturunkan kuasa oleh Menteri mengikut </a:t>
            </a:r>
            <a:r>
              <a:rPr lang="ms-MY" sz="2200" dirty="0" smtClean="0">
                <a:latin typeface="Tahoma" panose="020B0604030504040204" pitchFamily="34" charset="0"/>
                <a:ea typeface="Tahoma" panose="020B0604030504040204" pitchFamily="34" charset="0"/>
                <a:cs typeface="Tahoma" panose="020B0604030504040204" pitchFamily="34" charset="0"/>
              </a:rPr>
              <a:t>Seksyen </a:t>
            </a:r>
            <a:r>
              <a:rPr lang="ms-MY" sz="2200" dirty="0">
                <a:latin typeface="Tahoma" panose="020B0604030504040204" pitchFamily="34" charset="0"/>
                <a:ea typeface="Tahoma" panose="020B0604030504040204" pitchFamily="34" charset="0"/>
                <a:cs typeface="Tahoma" panose="020B0604030504040204" pitchFamily="34" charset="0"/>
              </a:rPr>
              <a:t>5 Akta 358 yang boleh membuat pengelasan semula;</a:t>
            </a:r>
          </a:p>
          <a:p>
            <a:pPr lvl="1" algn="just"/>
            <a:endParaRPr lang="en-MY" sz="2800" dirty="0">
              <a:latin typeface="Tahoma" panose="020B0604030504040204" pitchFamily="34" charset="0"/>
              <a:ea typeface="Tahoma" panose="020B0604030504040204" pitchFamily="34" charset="0"/>
              <a:cs typeface="Tahoma" panose="020B0604030504040204" pitchFamily="34" charset="0"/>
            </a:endParaRPr>
          </a:p>
        </p:txBody>
      </p:sp>
      <p:sp>
        <p:nvSpPr>
          <p:cNvPr id="26" name="Google Shape;26;p3"/>
          <p:cNvSpPr/>
          <p:nvPr/>
        </p:nvSpPr>
        <p:spPr>
          <a:xfrm>
            <a:off x="9426348" y="2838373"/>
            <a:ext cx="987431" cy="1659917"/>
          </a:xfrm>
          <a:prstGeom prst="roundRect">
            <a:avLst>
              <a:gd name="adj" fmla="val 14129"/>
            </a:avLst>
          </a:prstGeom>
          <a:solidFill>
            <a:srgbClr val="794C0C"/>
          </a:solidFill>
          <a:ln>
            <a:noFill/>
          </a:ln>
          <a:effectLst>
            <a:outerShdw blurRad="101600" dist="118426" dir="8890792" rotWithShape="0">
              <a:srgbClr val="000000">
                <a:alpha val="23137"/>
              </a:srgbClr>
            </a:outerShdw>
          </a:effectLst>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7" name="Google Shape;27;p3"/>
          <p:cNvSpPr/>
          <p:nvPr/>
        </p:nvSpPr>
        <p:spPr>
          <a:xfrm>
            <a:off x="903582" y="3159956"/>
            <a:ext cx="8823086" cy="1056287"/>
          </a:xfrm>
          <a:prstGeom prst="rect">
            <a:avLst/>
          </a:prstGeom>
          <a:gradFill>
            <a:gsLst>
              <a:gs pos="0">
                <a:srgbClr val="F8FCFF"/>
              </a:gs>
              <a:gs pos="69000">
                <a:srgbClr val="F8FCFF"/>
              </a:gs>
              <a:gs pos="99000">
                <a:srgbClr val="B8BCC0"/>
              </a:gs>
              <a:gs pos="100000">
                <a:srgbClr val="B8BCC0"/>
              </a:gs>
            </a:gsLst>
            <a:lin ang="17400000" scaled="0"/>
          </a:gradFill>
          <a:ln>
            <a:noFill/>
          </a:ln>
          <a:effectLst>
            <a:outerShdw blurRad="101600" dist="118426" dir="2118751" rotWithShape="0">
              <a:srgbClr val="000000">
                <a:alpha val="23137"/>
              </a:srgbClr>
            </a:outerShdw>
          </a:effectLst>
        </p:spPr>
        <p:txBody>
          <a:bodyPr spcFirstLastPara="1" wrap="square" lIns="45700" tIns="45700" rIns="45700" bIns="45700" anchor="ctr" anchorCtr="0">
            <a:noAutofit/>
          </a:bodyPr>
          <a:lstStyle/>
          <a:p>
            <a:pPr lvl="1" algn="just"/>
            <a:r>
              <a:rPr lang="ms-MY" sz="2200" dirty="0">
                <a:latin typeface="Tahoma" panose="020B0604030504040204" pitchFamily="34" charset="0"/>
                <a:ea typeface="Tahoma" panose="020B0604030504040204" pitchFamily="34" charset="0"/>
                <a:cs typeface="Tahoma" panose="020B0604030504040204" pitchFamily="34" charset="0"/>
              </a:rPr>
              <a:t>Kandungan rahsia rasmi berkaitan tidak lagi mengandung sebab-sebab kerahsiaan yang memerlukan ia dikelaskan mengikut peringkat keselamatan tertentu; dan</a:t>
            </a:r>
          </a:p>
        </p:txBody>
      </p:sp>
      <p:sp>
        <p:nvSpPr>
          <p:cNvPr id="28" name="Google Shape;28;p3"/>
          <p:cNvSpPr/>
          <p:nvPr/>
        </p:nvSpPr>
        <p:spPr>
          <a:xfrm rot="10800000" flipH="1">
            <a:off x="9553459" y="3623874"/>
            <a:ext cx="1495228" cy="835212"/>
          </a:xfrm>
          <a:custGeom>
            <a:avLst/>
            <a:gdLst/>
            <a:ahLst/>
            <a:cxnLst/>
            <a:rect l="l" t="t" r="r" b="b"/>
            <a:pathLst>
              <a:path w="21600" h="21600" extrusionOk="0">
                <a:moveTo>
                  <a:pt x="0" y="0"/>
                </a:moveTo>
                <a:lnTo>
                  <a:pt x="11778" y="0"/>
                </a:lnTo>
                <a:lnTo>
                  <a:pt x="21600" y="21600"/>
                </a:lnTo>
                <a:lnTo>
                  <a:pt x="9980" y="21479"/>
                </a:lnTo>
                <a:lnTo>
                  <a:pt x="0" y="0"/>
                </a:lnTo>
                <a:close/>
              </a:path>
            </a:pathLst>
          </a:custGeom>
          <a:gradFill>
            <a:gsLst>
              <a:gs pos="0">
                <a:srgbClr val="7B4910"/>
              </a:gs>
              <a:gs pos="2987">
                <a:srgbClr val="7B4910"/>
              </a:gs>
              <a:gs pos="17836">
                <a:srgbClr val="B96F18"/>
              </a:gs>
              <a:gs pos="100000">
                <a:srgbClr val="B96F18"/>
              </a:gs>
            </a:gsLst>
            <a:lin ang="5400000"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9" name="Google Shape;29;p3"/>
          <p:cNvSpPr/>
          <p:nvPr/>
        </p:nvSpPr>
        <p:spPr>
          <a:xfrm>
            <a:off x="9566361" y="2821191"/>
            <a:ext cx="1495464" cy="829396"/>
          </a:xfrm>
          <a:custGeom>
            <a:avLst/>
            <a:gdLst/>
            <a:ahLst/>
            <a:cxnLst/>
            <a:rect l="l" t="t" r="r" b="b"/>
            <a:pathLst>
              <a:path w="21600" h="21600" extrusionOk="0">
                <a:moveTo>
                  <a:pt x="0" y="0"/>
                </a:moveTo>
                <a:lnTo>
                  <a:pt x="11776" y="0"/>
                </a:lnTo>
                <a:lnTo>
                  <a:pt x="21600" y="21529"/>
                </a:lnTo>
                <a:lnTo>
                  <a:pt x="9951" y="21600"/>
                </a:lnTo>
                <a:lnTo>
                  <a:pt x="0" y="0"/>
                </a:lnTo>
                <a:close/>
              </a:path>
            </a:pathLst>
          </a:custGeom>
          <a:gradFill>
            <a:gsLst>
              <a:gs pos="0">
                <a:srgbClr val="F9CD3E"/>
              </a:gs>
              <a:gs pos="7016">
                <a:srgbClr val="F9CD3E"/>
              </a:gs>
              <a:gs pos="15323">
                <a:srgbClr val="FDA943"/>
              </a:gs>
              <a:gs pos="100000">
                <a:srgbClr val="FDA943"/>
              </a:gs>
            </a:gsLst>
            <a:lin ang="5400000"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34" name="Google Shape;34;p3"/>
          <p:cNvSpPr/>
          <p:nvPr/>
        </p:nvSpPr>
        <p:spPr>
          <a:xfrm>
            <a:off x="9452594" y="4592741"/>
            <a:ext cx="987431" cy="1659917"/>
          </a:xfrm>
          <a:prstGeom prst="roundRect">
            <a:avLst>
              <a:gd name="adj" fmla="val 14129"/>
            </a:avLst>
          </a:prstGeom>
          <a:solidFill>
            <a:srgbClr val="7C2C21"/>
          </a:solidFill>
          <a:ln>
            <a:noFill/>
          </a:ln>
          <a:effectLst>
            <a:outerShdw blurRad="101600" dist="118426" dir="8890792" rotWithShape="0">
              <a:srgbClr val="000000">
                <a:alpha val="23137"/>
              </a:srgbClr>
            </a:outerShdw>
          </a:effectLst>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35" name="Google Shape;35;p3"/>
          <p:cNvSpPr/>
          <p:nvPr/>
        </p:nvSpPr>
        <p:spPr>
          <a:xfrm>
            <a:off x="903582" y="4861598"/>
            <a:ext cx="8823086" cy="1056287"/>
          </a:xfrm>
          <a:prstGeom prst="rect">
            <a:avLst/>
          </a:prstGeom>
          <a:gradFill>
            <a:gsLst>
              <a:gs pos="0">
                <a:srgbClr val="F8FCFF"/>
              </a:gs>
              <a:gs pos="69000">
                <a:srgbClr val="F8FCFF"/>
              </a:gs>
              <a:gs pos="99000">
                <a:srgbClr val="B8BCC0"/>
              </a:gs>
              <a:gs pos="100000">
                <a:srgbClr val="B8BCC0"/>
              </a:gs>
            </a:gsLst>
            <a:lin ang="17400000" scaled="0"/>
          </a:gradFill>
          <a:ln>
            <a:noFill/>
          </a:ln>
          <a:effectLst>
            <a:outerShdw blurRad="101600" dist="118426" dir="2118751" rotWithShape="0">
              <a:srgbClr val="000000">
                <a:alpha val="23137"/>
              </a:srgbClr>
            </a:outerShdw>
          </a:effectLst>
        </p:spPr>
        <p:txBody>
          <a:bodyPr spcFirstLastPara="1" wrap="square" lIns="45700" tIns="45700" rIns="45700" bIns="45700" anchor="ctr" anchorCtr="0">
            <a:noAutofit/>
          </a:bodyPr>
          <a:lstStyle/>
          <a:p>
            <a:pPr lvl="1" algn="just"/>
            <a:r>
              <a:rPr lang="ms-MY" sz="2200" dirty="0">
                <a:latin typeface="Tahoma" panose="020B0604030504040204" pitchFamily="34" charset="0"/>
                <a:ea typeface="Tahoma" panose="020B0604030504040204" pitchFamily="34" charset="0"/>
                <a:cs typeface="Tahoma" panose="020B0604030504040204" pitchFamily="34" charset="0"/>
              </a:rPr>
              <a:t>Pegawai pengelasan semula perlu merekod dan menandatangani Buku Daftar Suratan Rahsia Rasmi  yang berkaitan.</a:t>
            </a:r>
            <a:endParaRPr lang="en-MY" sz="2200" dirty="0">
              <a:latin typeface="Tahoma" panose="020B0604030504040204" pitchFamily="34" charset="0"/>
              <a:ea typeface="Tahoma" panose="020B0604030504040204" pitchFamily="34" charset="0"/>
              <a:cs typeface="Tahoma" panose="020B0604030504040204" pitchFamily="34" charset="0"/>
            </a:endParaRPr>
          </a:p>
        </p:txBody>
      </p:sp>
      <p:sp>
        <p:nvSpPr>
          <p:cNvPr id="36" name="Google Shape;36;p3"/>
          <p:cNvSpPr/>
          <p:nvPr/>
        </p:nvSpPr>
        <p:spPr>
          <a:xfrm rot="10800000" flipH="1">
            <a:off x="9513055" y="5399321"/>
            <a:ext cx="1495228" cy="835212"/>
          </a:xfrm>
          <a:custGeom>
            <a:avLst/>
            <a:gdLst/>
            <a:ahLst/>
            <a:cxnLst/>
            <a:rect l="l" t="t" r="r" b="b"/>
            <a:pathLst>
              <a:path w="21600" h="21600" extrusionOk="0">
                <a:moveTo>
                  <a:pt x="0" y="0"/>
                </a:moveTo>
                <a:lnTo>
                  <a:pt x="11778" y="0"/>
                </a:lnTo>
                <a:lnTo>
                  <a:pt x="21600" y="21600"/>
                </a:lnTo>
                <a:lnTo>
                  <a:pt x="9980" y="21479"/>
                </a:lnTo>
                <a:lnTo>
                  <a:pt x="0" y="0"/>
                </a:lnTo>
                <a:close/>
              </a:path>
            </a:pathLst>
          </a:custGeom>
          <a:gradFill>
            <a:gsLst>
              <a:gs pos="0">
                <a:srgbClr val="80291C"/>
              </a:gs>
              <a:gs pos="2987">
                <a:srgbClr val="80291C"/>
              </a:gs>
              <a:gs pos="17836">
                <a:srgbClr val="B33C24"/>
              </a:gs>
              <a:gs pos="100000">
                <a:srgbClr val="B33C24"/>
              </a:gs>
            </a:gsLst>
            <a:lin ang="5400000"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37" name="Google Shape;37;p3"/>
          <p:cNvSpPr/>
          <p:nvPr/>
        </p:nvSpPr>
        <p:spPr>
          <a:xfrm>
            <a:off x="9513055" y="4611055"/>
            <a:ext cx="1495464" cy="829396"/>
          </a:xfrm>
          <a:custGeom>
            <a:avLst/>
            <a:gdLst/>
            <a:ahLst/>
            <a:cxnLst/>
            <a:rect l="l" t="t" r="r" b="b"/>
            <a:pathLst>
              <a:path w="21600" h="21600" extrusionOk="0">
                <a:moveTo>
                  <a:pt x="0" y="0"/>
                </a:moveTo>
                <a:lnTo>
                  <a:pt x="11776" y="0"/>
                </a:lnTo>
                <a:lnTo>
                  <a:pt x="21600" y="21529"/>
                </a:lnTo>
                <a:lnTo>
                  <a:pt x="9951" y="21600"/>
                </a:lnTo>
                <a:lnTo>
                  <a:pt x="0" y="0"/>
                </a:lnTo>
                <a:close/>
              </a:path>
            </a:pathLst>
          </a:custGeom>
          <a:gradFill>
            <a:gsLst>
              <a:gs pos="0">
                <a:srgbClr val="FF556C"/>
              </a:gs>
              <a:gs pos="6895">
                <a:srgbClr val="FF556C"/>
              </a:gs>
              <a:gs pos="17635">
                <a:srgbClr val="FF3A32"/>
              </a:gs>
              <a:gs pos="100000">
                <a:srgbClr val="FF3A32"/>
              </a:gs>
            </a:gsLst>
            <a:lin ang="5400000"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pic>
        <p:nvPicPr>
          <p:cNvPr id="45" name="Google Shape;45;p3" descr="Picture1.png"/>
          <p:cNvPicPr preferRelativeResize="0"/>
          <p:nvPr/>
        </p:nvPicPr>
        <p:blipFill rotWithShape="1">
          <a:blip r:embed="rId3">
            <a:alphaModFix amt="71516"/>
          </a:blip>
          <a:srcRect/>
          <a:stretch/>
        </p:blipFill>
        <p:spPr>
          <a:xfrm flipH="1">
            <a:off x="890444" y="600889"/>
            <a:ext cx="179169" cy="6293660"/>
          </a:xfrm>
          <a:prstGeom prst="rect">
            <a:avLst/>
          </a:prstGeom>
          <a:noFill/>
          <a:ln>
            <a:noFill/>
          </a:ln>
        </p:spPr>
      </p:pic>
      <p:sp>
        <p:nvSpPr>
          <p:cNvPr id="48" name="Google Shape;48;p3"/>
          <p:cNvSpPr/>
          <p:nvPr/>
        </p:nvSpPr>
        <p:spPr>
          <a:xfrm>
            <a:off x="10940592" y="355568"/>
            <a:ext cx="834480" cy="434341"/>
          </a:xfrm>
          <a:custGeom>
            <a:avLst/>
            <a:gdLst/>
            <a:ahLst/>
            <a:cxnLst/>
            <a:rect l="l" t="t" r="r" b="b"/>
            <a:pathLst>
              <a:path w="20986" h="20722" extrusionOk="0">
                <a:moveTo>
                  <a:pt x="10578" y="1"/>
                </a:moveTo>
                <a:cubicBezTo>
                  <a:pt x="9874" y="-20"/>
                  <a:pt x="9157" y="218"/>
                  <a:pt x="8464" y="745"/>
                </a:cubicBezTo>
                <a:cubicBezTo>
                  <a:pt x="6243" y="2431"/>
                  <a:pt x="4928" y="6572"/>
                  <a:pt x="5038" y="10863"/>
                </a:cubicBezTo>
                <a:cubicBezTo>
                  <a:pt x="5041" y="10972"/>
                  <a:pt x="5010" y="11074"/>
                  <a:pt x="4959" y="11124"/>
                </a:cubicBezTo>
                <a:cubicBezTo>
                  <a:pt x="1769" y="14201"/>
                  <a:pt x="-247" y="17027"/>
                  <a:pt x="24" y="18312"/>
                </a:cubicBezTo>
                <a:cubicBezTo>
                  <a:pt x="415" y="20165"/>
                  <a:pt x="5419" y="18109"/>
                  <a:pt x="11201" y="13717"/>
                </a:cubicBezTo>
                <a:cubicBezTo>
                  <a:pt x="16983" y="9325"/>
                  <a:pt x="21353" y="4260"/>
                  <a:pt x="20962" y="2407"/>
                </a:cubicBezTo>
                <a:cubicBezTo>
                  <a:pt x="20691" y="1122"/>
                  <a:pt x="18203" y="1719"/>
                  <a:pt x="14776" y="3669"/>
                </a:cubicBezTo>
                <a:cubicBezTo>
                  <a:pt x="14721" y="3700"/>
                  <a:pt x="14661" y="3665"/>
                  <a:pt x="14623" y="3583"/>
                </a:cubicBezTo>
                <a:cubicBezTo>
                  <a:pt x="13605" y="1349"/>
                  <a:pt x="12125" y="48"/>
                  <a:pt x="10578" y="1"/>
                </a:cubicBezTo>
                <a:close/>
                <a:moveTo>
                  <a:pt x="16712" y="4606"/>
                </a:moveTo>
                <a:cubicBezTo>
                  <a:pt x="17082" y="4644"/>
                  <a:pt x="17316" y="4814"/>
                  <a:pt x="17382" y="5127"/>
                </a:cubicBezTo>
                <a:cubicBezTo>
                  <a:pt x="17663" y="6457"/>
                  <a:pt x="14806" y="9877"/>
                  <a:pt x="11001" y="12767"/>
                </a:cubicBezTo>
                <a:cubicBezTo>
                  <a:pt x="7197" y="15656"/>
                  <a:pt x="3885" y="16921"/>
                  <a:pt x="3604" y="15592"/>
                </a:cubicBezTo>
                <a:cubicBezTo>
                  <a:pt x="3472" y="14965"/>
                  <a:pt x="4037" y="13873"/>
                  <a:pt x="5070" y="12592"/>
                </a:cubicBezTo>
                <a:cubicBezTo>
                  <a:pt x="5108" y="12544"/>
                  <a:pt x="5160" y="12586"/>
                  <a:pt x="5170" y="12671"/>
                </a:cubicBezTo>
                <a:cubicBezTo>
                  <a:pt x="5233" y="13188"/>
                  <a:pt x="5318" y="13702"/>
                  <a:pt x="5425" y="14209"/>
                </a:cubicBezTo>
                <a:cubicBezTo>
                  <a:pt x="5491" y="14521"/>
                  <a:pt x="5563" y="14823"/>
                  <a:pt x="5643" y="15115"/>
                </a:cubicBezTo>
                <a:cubicBezTo>
                  <a:pt x="5669" y="15213"/>
                  <a:pt x="5728" y="15266"/>
                  <a:pt x="5785" y="15245"/>
                </a:cubicBezTo>
                <a:cubicBezTo>
                  <a:pt x="7141" y="14753"/>
                  <a:pt x="8983" y="13676"/>
                  <a:pt x="10888" y="12230"/>
                </a:cubicBezTo>
                <a:cubicBezTo>
                  <a:pt x="12711" y="10845"/>
                  <a:pt x="14371" y="9297"/>
                  <a:pt x="15561" y="7873"/>
                </a:cubicBezTo>
                <a:cubicBezTo>
                  <a:pt x="15601" y="7825"/>
                  <a:pt x="15639" y="7779"/>
                  <a:pt x="15677" y="7733"/>
                </a:cubicBezTo>
                <a:cubicBezTo>
                  <a:pt x="15726" y="7672"/>
                  <a:pt x="15749" y="7557"/>
                  <a:pt x="15732" y="7450"/>
                </a:cubicBezTo>
                <a:cubicBezTo>
                  <a:pt x="15683" y="7135"/>
                  <a:pt x="15627" y="6820"/>
                  <a:pt x="15561" y="6510"/>
                </a:cubicBezTo>
                <a:cubicBezTo>
                  <a:pt x="15454" y="6002"/>
                  <a:pt x="15329" y="5520"/>
                  <a:pt x="15186" y="5064"/>
                </a:cubicBezTo>
                <a:cubicBezTo>
                  <a:pt x="15162" y="4988"/>
                  <a:pt x="15184" y="4892"/>
                  <a:pt x="15229" y="4876"/>
                </a:cubicBezTo>
                <a:cubicBezTo>
                  <a:pt x="15836" y="4664"/>
                  <a:pt x="16342" y="4568"/>
                  <a:pt x="16712" y="4606"/>
                </a:cubicBezTo>
                <a:close/>
                <a:moveTo>
                  <a:pt x="15869" y="10396"/>
                </a:moveTo>
                <a:cubicBezTo>
                  <a:pt x="14493" y="11701"/>
                  <a:pt x="12945" y="13016"/>
                  <a:pt x="11315" y="14254"/>
                </a:cubicBezTo>
                <a:cubicBezTo>
                  <a:pt x="9676" y="15499"/>
                  <a:pt x="8075" y="16574"/>
                  <a:pt x="6614" y="17425"/>
                </a:cubicBezTo>
                <a:cubicBezTo>
                  <a:pt x="6573" y="17449"/>
                  <a:pt x="6559" y="17548"/>
                  <a:pt x="6589" y="17606"/>
                </a:cubicBezTo>
                <a:cubicBezTo>
                  <a:pt x="8086" y="20507"/>
                  <a:pt x="10412" y="21580"/>
                  <a:pt x="12522" y="19977"/>
                </a:cubicBezTo>
                <a:cubicBezTo>
                  <a:pt x="14632" y="18375"/>
                  <a:pt x="15924" y="14552"/>
                  <a:pt x="15953" y="10494"/>
                </a:cubicBezTo>
                <a:cubicBezTo>
                  <a:pt x="15954" y="10413"/>
                  <a:pt x="15908" y="10359"/>
                  <a:pt x="15869" y="10396"/>
                </a:cubicBezTo>
                <a:close/>
              </a:path>
            </a:pathLst>
          </a:custGeom>
          <a:solidFill>
            <a:srgbClr val="FFCF16"/>
          </a:solidFill>
          <a:ln>
            <a:noFill/>
          </a:ln>
          <a:effectLst>
            <a:outerShdw blurRad="101600" dist="77493" dir="8890792" rotWithShape="0">
              <a:srgbClr val="000000">
                <a:alpha val="41960"/>
              </a:srgbClr>
            </a:outerShdw>
          </a:effectLst>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pic>
        <p:nvPicPr>
          <p:cNvPr id="49" name="Picture 48">
            <a:extLst>
              <a:ext uri="{FF2B5EF4-FFF2-40B4-BE49-F238E27FC236}">
                <a16:creationId xmlns="" xmlns:a16="http://schemas.microsoft.com/office/drawing/2014/main" id="{FAB5DC70-67FB-4E41-BC8C-25C2CA51A1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03582" y="5842997"/>
            <a:ext cx="835393" cy="669380"/>
          </a:xfrm>
          <a:prstGeom prst="rect">
            <a:avLst/>
          </a:prstGeom>
        </p:spPr>
      </p:pic>
      <p:sp>
        <p:nvSpPr>
          <p:cNvPr id="50" name="TextBox 49">
            <a:extLst>
              <a:ext uri="{FF2B5EF4-FFF2-40B4-BE49-F238E27FC236}">
                <a16:creationId xmlns="" xmlns:a16="http://schemas.microsoft.com/office/drawing/2014/main" id="{3FDF99BF-8CBF-42C0-80C3-AE85DCE5EBA9}"/>
              </a:ext>
            </a:extLst>
          </p:cNvPr>
          <p:cNvSpPr txBox="1"/>
          <p:nvPr/>
        </p:nvSpPr>
        <p:spPr>
          <a:xfrm>
            <a:off x="2044213" y="5977632"/>
            <a:ext cx="6106049" cy="400110"/>
          </a:xfrm>
          <a:prstGeom prst="rect">
            <a:avLst/>
          </a:prstGeom>
          <a:noFill/>
        </p:spPr>
        <p:txBody>
          <a:bodyPr wrap="square">
            <a:spAutoFit/>
          </a:bodyPr>
          <a:lstStyle/>
          <a:p>
            <a:pPr>
              <a:defRPr/>
            </a:pPr>
            <a:r>
              <a:rPr lang="en-US" sz="1000" spc="280" dirty="0"/>
              <a:t>PEJABAT KETUA PEGAWAI KESELAMATAN KERAJAAN MALAYSIA</a:t>
            </a:r>
          </a:p>
          <a:p>
            <a:pPr>
              <a:defRPr/>
            </a:pPr>
            <a:r>
              <a:rPr lang="en-US" sz="1000" spc="280" dirty="0"/>
              <a:t>JABATAN PERDANA MENTERI</a:t>
            </a:r>
          </a:p>
        </p:txBody>
      </p:sp>
      <p:sp>
        <p:nvSpPr>
          <p:cNvPr id="24" name="Title 1">
            <a:extLst>
              <a:ext uri="{FF2B5EF4-FFF2-40B4-BE49-F238E27FC236}">
                <a16:creationId xmlns="" xmlns:a16="http://schemas.microsoft.com/office/drawing/2014/main" id="{C768F5CE-3EE6-4C50-BDC9-85D45021E1CE}"/>
              </a:ext>
            </a:extLst>
          </p:cNvPr>
          <p:cNvSpPr txBox="1">
            <a:spLocks/>
          </p:cNvSpPr>
          <p:nvPr/>
        </p:nvSpPr>
        <p:spPr>
          <a:xfrm>
            <a:off x="903582" y="281169"/>
            <a:ext cx="10871140" cy="953307"/>
          </a:xfrm>
          <a:prstGeom prst="rect">
            <a:avLst/>
          </a:prstGeom>
        </p:spPr>
        <p:txBody>
          <a:bodyP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r"/>
            <a:r>
              <a:rPr lang="en-US" sz="2800" b="1" dirty="0" err="1">
                <a:latin typeface="Tahoma" panose="020B0604030504040204" pitchFamily="34" charset="0"/>
                <a:ea typeface="Tahoma" panose="020B0604030504040204" pitchFamily="34" charset="0"/>
                <a:cs typeface="Tahoma" panose="020B0604030504040204" pitchFamily="34" charset="0"/>
              </a:rPr>
              <a:t>sambungan</a:t>
            </a:r>
            <a:endParaRPr lang="en-MY" sz="2800" b="1"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6417317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p:tgtEl>
                                          <p:spTgt spid="17"/>
                                        </p:tgtEl>
                                        <p:attrNameLst>
                                          <p:attrName>ppt_w</p:attrName>
                                        </p:attrNameLst>
                                      </p:cBhvr>
                                      <p:tavLst>
                                        <p:tav tm="0">
                                          <p:val>
                                            <p:strVal val="0"/>
                                          </p:val>
                                        </p:tav>
                                        <p:tav tm="100000">
                                          <p:val>
                                            <p:strVal val="#ppt_w"/>
                                          </p:val>
                                        </p:tav>
                                      </p:tavLst>
                                    </p:anim>
                                    <p:anim calcmode="lin" valueType="num">
                                      <p:cBhvr additive="base">
                                        <p:cTn id="8" dur="500"/>
                                        <p:tgtEl>
                                          <p:spTgt spid="17"/>
                                        </p:tgtEl>
                                        <p:attrNameLst>
                                          <p:attrName>ppt_h</p:attrName>
                                        </p:attrNameLst>
                                      </p:cBhvr>
                                      <p:tavLst>
                                        <p:tav tm="0">
                                          <p:val>
                                            <p:strVal val="0"/>
                                          </p:val>
                                        </p:tav>
                                        <p:tav tm="100000">
                                          <p:val>
                                            <p:strVal val="#ppt_h"/>
                                          </p:val>
                                        </p:tav>
                                      </p:tavLst>
                                    </p:anim>
                                  </p:childTnLst>
                                </p:cTn>
                              </p:par>
                            </p:childTnLst>
                          </p:cTn>
                        </p:par>
                        <p:par>
                          <p:cTn id="9" fill="hold">
                            <p:stCondLst>
                              <p:cond delay="500"/>
                            </p:stCondLst>
                            <p:childTnLst>
                              <p:par>
                                <p:cTn id="10" presetID="23" presetClass="entr" presetSubtype="16" fill="hold" nodeType="afterEffect">
                                  <p:stCondLst>
                                    <p:cond delay="0"/>
                                  </p:stCondLst>
                                  <p:childTnLst>
                                    <p:set>
                                      <p:cBhvr>
                                        <p:cTn id="11" dur="1" fill="hold">
                                          <p:stCondLst>
                                            <p:cond delay="0"/>
                                          </p:stCondLst>
                                        </p:cTn>
                                        <p:tgtEl>
                                          <p:spTgt spid="48"/>
                                        </p:tgtEl>
                                        <p:attrNameLst>
                                          <p:attrName>style.visibility</p:attrName>
                                        </p:attrNameLst>
                                      </p:cBhvr>
                                      <p:to>
                                        <p:strVal val="visible"/>
                                      </p:to>
                                    </p:set>
                                    <p:anim calcmode="lin" valueType="num">
                                      <p:cBhvr additive="base">
                                        <p:cTn id="12" dur="500"/>
                                        <p:tgtEl>
                                          <p:spTgt spid="48"/>
                                        </p:tgtEl>
                                        <p:attrNameLst>
                                          <p:attrName>ppt_w</p:attrName>
                                        </p:attrNameLst>
                                      </p:cBhvr>
                                      <p:tavLst>
                                        <p:tav tm="0">
                                          <p:val>
                                            <p:strVal val="0"/>
                                          </p:val>
                                        </p:tav>
                                        <p:tav tm="100000">
                                          <p:val>
                                            <p:strVal val="#ppt_w"/>
                                          </p:val>
                                        </p:tav>
                                      </p:tavLst>
                                    </p:anim>
                                    <p:anim calcmode="lin" valueType="num">
                                      <p:cBhvr additive="base">
                                        <p:cTn id="13" dur="500"/>
                                        <p:tgtEl>
                                          <p:spTgt spid="48"/>
                                        </p:tgtEl>
                                        <p:attrNameLst>
                                          <p:attrName>ppt_h</p:attrName>
                                        </p:attrNameLst>
                                      </p:cBhvr>
                                      <p:tavLst>
                                        <p:tav tm="0">
                                          <p:val>
                                            <p:strVal val="0"/>
                                          </p:val>
                                        </p:tav>
                                        <p:tav tm="100000">
                                          <p:val>
                                            <p:strVal val="#ppt_h"/>
                                          </p:val>
                                        </p:tav>
                                      </p:tavLst>
                                    </p:anim>
                                  </p:childTnLst>
                                </p:cTn>
                              </p:par>
                            </p:childTnLst>
                          </p:cTn>
                        </p:par>
                        <p:par>
                          <p:cTn id="14" fill="hold">
                            <p:stCondLst>
                              <p:cond delay="1000"/>
                            </p:stCondLst>
                            <p:childTnLst>
                              <p:par>
                                <p:cTn id="15" presetID="23" presetClass="entr" presetSubtype="16" fill="hold" nodeType="afterEffect">
                                  <p:stCondLst>
                                    <p:cond delay="0"/>
                                  </p:stCondLst>
                                  <p:childTnLst>
                                    <p:set>
                                      <p:cBhvr>
                                        <p:cTn id="16" dur="1" fill="hold">
                                          <p:stCondLst>
                                            <p:cond delay="0"/>
                                          </p:stCondLst>
                                        </p:cTn>
                                        <p:tgtEl>
                                          <p:spTgt spid="45"/>
                                        </p:tgtEl>
                                        <p:attrNameLst>
                                          <p:attrName>style.visibility</p:attrName>
                                        </p:attrNameLst>
                                      </p:cBhvr>
                                      <p:to>
                                        <p:strVal val="visible"/>
                                      </p:to>
                                    </p:set>
                                    <p:anim calcmode="lin" valueType="num">
                                      <p:cBhvr additive="base">
                                        <p:cTn id="17" dur="500"/>
                                        <p:tgtEl>
                                          <p:spTgt spid="45"/>
                                        </p:tgtEl>
                                        <p:attrNameLst>
                                          <p:attrName>ppt_w</p:attrName>
                                        </p:attrNameLst>
                                      </p:cBhvr>
                                      <p:tavLst>
                                        <p:tav tm="0">
                                          <p:val>
                                            <p:strVal val="0"/>
                                          </p:val>
                                        </p:tav>
                                        <p:tav tm="100000">
                                          <p:val>
                                            <p:strVal val="#ppt_w"/>
                                          </p:val>
                                        </p:tav>
                                      </p:tavLst>
                                    </p:anim>
                                    <p:anim calcmode="lin" valueType="num">
                                      <p:cBhvr additive="base">
                                        <p:cTn id="18" dur="500"/>
                                        <p:tgtEl>
                                          <p:spTgt spid="45"/>
                                        </p:tgtEl>
                                        <p:attrNameLst>
                                          <p:attrName>ppt_h</p:attrName>
                                        </p:attrNameLst>
                                      </p:cBhvr>
                                      <p:tavLst>
                                        <p:tav tm="0">
                                          <p:val>
                                            <p:strVal val="0"/>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500"/>
                                        <p:tgtEl>
                                          <p:spTgt spid="19"/>
                                        </p:tgtEl>
                                      </p:cBhvr>
                                    </p:animEffect>
                                  </p:childTnLst>
                                </p:cTn>
                              </p:par>
                            </p:childTnLst>
                          </p:cTn>
                        </p:par>
                        <p:par>
                          <p:cTn id="24" fill="hold">
                            <p:stCondLst>
                              <p:cond delay="500"/>
                            </p:stCondLst>
                            <p:childTnLst>
                              <p:par>
                                <p:cTn id="25" presetID="10" presetClass="entr" presetSubtype="0" fill="hold" nodeType="after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500"/>
                                        <p:tgtEl>
                                          <p:spTgt spid="18"/>
                                        </p:tgtEl>
                                      </p:cBhvr>
                                    </p:animEffect>
                                  </p:childTnLst>
                                </p:cTn>
                              </p:par>
                            </p:childTnLst>
                          </p:cTn>
                        </p:par>
                        <p:par>
                          <p:cTn id="28" fill="hold">
                            <p:stCondLst>
                              <p:cond delay="1000"/>
                            </p:stCondLst>
                            <p:childTnLst>
                              <p:par>
                                <p:cTn id="29" presetID="10" presetClass="entr" presetSubtype="0" fill="hold" nodeType="after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500"/>
                                        <p:tgtEl>
                                          <p:spTgt spid="21"/>
                                        </p:tgtEl>
                                      </p:cBhvr>
                                    </p:animEffect>
                                  </p:childTnLst>
                                </p:cTn>
                              </p:par>
                            </p:childTnLst>
                          </p:cTn>
                        </p:par>
                        <p:par>
                          <p:cTn id="32" fill="hold">
                            <p:stCondLst>
                              <p:cond delay="1500"/>
                            </p:stCondLst>
                            <p:childTnLst>
                              <p:par>
                                <p:cTn id="33" presetID="10" presetClass="entr" presetSubtype="0" fill="hold" nodeType="after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fade">
                                      <p:cBhvr>
                                        <p:cTn id="35" dur="500"/>
                                        <p:tgtEl>
                                          <p:spTgt spid="20"/>
                                        </p:tgtEl>
                                      </p:cBhvr>
                                    </p:animEffect>
                                  </p:childTnLst>
                                </p:cTn>
                              </p:par>
                            </p:childTnLst>
                          </p:cTn>
                        </p:par>
                        <p:par>
                          <p:cTn id="36" fill="hold">
                            <p:stCondLst>
                              <p:cond delay="2000"/>
                            </p:stCondLst>
                            <p:childTnLst>
                              <p:par>
                                <p:cTn id="37" presetID="10" presetClass="entr" presetSubtype="0" fill="hold" nodeType="afterEffect">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fade">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27"/>
                                        </p:tgtEl>
                                        <p:attrNameLst>
                                          <p:attrName>style.visibility</p:attrName>
                                        </p:attrNameLst>
                                      </p:cBhvr>
                                      <p:to>
                                        <p:strVal val="visible"/>
                                      </p:to>
                                    </p:set>
                                    <p:animEffect transition="in" filter="fade">
                                      <p:cBhvr>
                                        <p:cTn id="44" dur="500"/>
                                        <p:tgtEl>
                                          <p:spTgt spid="27"/>
                                        </p:tgtEl>
                                      </p:cBhvr>
                                    </p:animEffect>
                                  </p:childTnLst>
                                </p:cTn>
                              </p:par>
                            </p:childTnLst>
                          </p:cTn>
                        </p:par>
                        <p:par>
                          <p:cTn id="45" fill="hold">
                            <p:stCondLst>
                              <p:cond delay="500"/>
                            </p:stCondLst>
                            <p:childTnLst>
                              <p:par>
                                <p:cTn id="46" presetID="10" presetClass="entr" presetSubtype="0" fill="hold" nodeType="afterEffect">
                                  <p:stCondLst>
                                    <p:cond delay="0"/>
                                  </p:stCondLst>
                                  <p:childTnLst>
                                    <p:set>
                                      <p:cBhvr>
                                        <p:cTn id="47" dur="1" fill="hold">
                                          <p:stCondLst>
                                            <p:cond delay="0"/>
                                          </p:stCondLst>
                                        </p:cTn>
                                        <p:tgtEl>
                                          <p:spTgt spid="26"/>
                                        </p:tgtEl>
                                        <p:attrNameLst>
                                          <p:attrName>style.visibility</p:attrName>
                                        </p:attrNameLst>
                                      </p:cBhvr>
                                      <p:to>
                                        <p:strVal val="visible"/>
                                      </p:to>
                                    </p:set>
                                    <p:animEffect transition="in" filter="fade">
                                      <p:cBhvr>
                                        <p:cTn id="48" dur="500"/>
                                        <p:tgtEl>
                                          <p:spTgt spid="26"/>
                                        </p:tgtEl>
                                      </p:cBhvr>
                                    </p:animEffect>
                                  </p:childTnLst>
                                </p:cTn>
                              </p:par>
                            </p:childTnLst>
                          </p:cTn>
                        </p:par>
                        <p:par>
                          <p:cTn id="49" fill="hold">
                            <p:stCondLst>
                              <p:cond delay="1000"/>
                            </p:stCondLst>
                            <p:childTnLst>
                              <p:par>
                                <p:cTn id="50" presetID="10" presetClass="entr" presetSubtype="0" fill="hold" nodeType="afterEffect">
                                  <p:stCondLst>
                                    <p:cond delay="0"/>
                                  </p:stCondLst>
                                  <p:childTnLst>
                                    <p:set>
                                      <p:cBhvr>
                                        <p:cTn id="51" dur="1" fill="hold">
                                          <p:stCondLst>
                                            <p:cond delay="0"/>
                                          </p:stCondLst>
                                        </p:cTn>
                                        <p:tgtEl>
                                          <p:spTgt spid="29"/>
                                        </p:tgtEl>
                                        <p:attrNameLst>
                                          <p:attrName>style.visibility</p:attrName>
                                        </p:attrNameLst>
                                      </p:cBhvr>
                                      <p:to>
                                        <p:strVal val="visible"/>
                                      </p:to>
                                    </p:set>
                                    <p:animEffect transition="in" filter="fade">
                                      <p:cBhvr>
                                        <p:cTn id="52" dur="500"/>
                                        <p:tgtEl>
                                          <p:spTgt spid="29"/>
                                        </p:tgtEl>
                                      </p:cBhvr>
                                    </p:animEffect>
                                  </p:childTnLst>
                                </p:cTn>
                              </p:par>
                            </p:childTnLst>
                          </p:cTn>
                        </p:par>
                        <p:par>
                          <p:cTn id="53" fill="hold">
                            <p:stCondLst>
                              <p:cond delay="1500"/>
                            </p:stCondLst>
                            <p:childTnLst>
                              <p:par>
                                <p:cTn id="54" presetID="10" presetClass="entr" presetSubtype="0" fill="hold" nodeType="afterEffect">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6" dur="500"/>
                                        <p:tgtEl>
                                          <p:spTgt spid="28"/>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35"/>
                                        </p:tgtEl>
                                        <p:attrNameLst>
                                          <p:attrName>style.visibility</p:attrName>
                                        </p:attrNameLst>
                                      </p:cBhvr>
                                      <p:to>
                                        <p:strVal val="visible"/>
                                      </p:to>
                                    </p:set>
                                    <p:animEffect transition="in" filter="fade">
                                      <p:cBhvr>
                                        <p:cTn id="61" dur="500"/>
                                        <p:tgtEl>
                                          <p:spTgt spid="35"/>
                                        </p:tgtEl>
                                      </p:cBhvr>
                                    </p:animEffect>
                                  </p:childTnLst>
                                </p:cTn>
                              </p:par>
                            </p:childTnLst>
                          </p:cTn>
                        </p:par>
                        <p:par>
                          <p:cTn id="62" fill="hold">
                            <p:stCondLst>
                              <p:cond delay="500"/>
                            </p:stCondLst>
                            <p:childTnLst>
                              <p:par>
                                <p:cTn id="63" presetID="10" presetClass="entr" presetSubtype="0" fill="hold" nodeType="afterEffect">
                                  <p:stCondLst>
                                    <p:cond delay="0"/>
                                  </p:stCondLst>
                                  <p:childTnLst>
                                    <p:set>
                                      <p:cBhvr>
                                        <p:cTn id="64" dur="1" fill="hold">
                                          <p:stCondLst>
                                            <p:cond delay="0"/>
                                          </p:stCondLst>
                                        </p:cTn>
                                        <p:tgtEl>
                                          <p:spTgt spid="34"/>
                                        </p:tgtEl>
                                        <p:attrNameLst>
                                          <p:attrName>style.visibility</p:attrName>
                                        </p:attrNameLst>
                                      </p:cBhvr>
                                      <p:to>
                                        <p:strVal val="visible"/>
                                      </p:to>
                                    </p:set>
                                    <p:animEffect transition="in" filter="fade">
                                      <p:cBhvr>
                                        <p:cTn id="65" dur="500"/>
                                        <p:tgtEl>
                                          <p:spTgt spid="34"/>
                                        </p:tgtEl>
                                      </p:cBhvr>
                                    </p:animEffect>
                                  </p:childTnLst>
                                </p:cTn>
                              </p:par>
                            </p:childTnLst>
                          </p:cTn>
                        </p:par>
                        <p:par>
                          <p:cTn id="66" fill="hold">
                            <p:stCondLst>
                              <p:cond delay="1000"/>
                            </p:stCondLst>
                            <p:childTnLst>
                              <p:par>
                                <p:cTn id="67" presetID="10" presetClass="entr" presetSubtype="0" fill="hold" nodeType="afterEffect">
                                  <p:stCondLst>
                                    <p:cond delay="0"/>
                                  </p:stCondLst>
                                  <p:childTnLst>
                                    <p:set>
                                      <p:cBhvr>
                                        <p:cTn id="68" dur="1" fill="hold">
                                          <p:stCondLst>
                                            <p:cond delay="0"/>
                                          </p:stCondLst>
                                        </p:cTn>
                                        <p:tgtEl>
                                          <p:spTgt spid="37"/>
                                        </p:tgtEl>
                                        <p:attrNameLst>
                                          <p:attrName>style.visibility</p:attrName>
                                        </p:attrNameLst>
                                      </p:cBhvr>
                                      <p:to>
                                        <p:strVal val="visible"/>
                                      </p:to>
                                    </p:set>
                                    <p:animEffect transition="in" filter="fade">
                                      <p:cBhvr>
                                        <p:cTn id="69" dur="500"/>
                                        <p:tgtEl>
                                          <p:spTgt spid="37"/>
                                        </p:tgtEl>
                                      </p:cBhvr>
                                    </p:animEffect>
                                  </p:childTnLst>
                                </p:cTn>
                              </p:par>
                            </p:childTnLst>
                          </p:cTn>
                        </p:par>
                        <p:par>
                          <p:cTn id="70" fill="hold">
                            <p:stCondLst>
                              <p:cond delay="1500"/>
                            </p:stCondLst>
                            <p:childTnLst>
                              <p:par>
                                <p:cTn id="71" presetID="10" presetClass="entr" presetSubtype="0" fill="hold" nodeType="afterEffect">
                                  <p:stCondLst>
                                    <p:cond delay="0"/>
                                  </p:stCondLst>
                                  <p:childTnLst>
                                    <p:set>
                                      <p:cBhvr>
                                        <p:cTn id="72" dur="1" fill="hold">
                                          <p:stCondLst>
                                            <p:cond delay="0"/>
                                          </p:stCondLst>
                                        </p:cTn>
                                        <p:tgtEl>
                                          <p:spTgt spid="36"/>
                                        </p:tgtEl>
                                        <p:attrNameLst>
                                          <p:attrName>style.visibility</p:attrName>
                                        </p:attrNameLst>
                                      </p:cBhvr>
                                      <p:to>
                                        <p:strVal val="visible"/>
                                      </p:to>
                                    </p:set>
                                    <p:animEffect transition="in" filter="fade">
                                      <p:cBhvr>
                                        <p:cTn id="73"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1"/>
        <p:cNvGrpSpPr/>
        <p:nvPr/>
      </p:nvGrpSpPr>
      <p:grpSpPr>
        <a:xfrm>
          <a:off x="0" y="0"/>
          <a:ext cx="0" cy="0"/>
          <a:chOff x="0" y="0"/>
          <a:chExt cx="0" cy="0"/>
        </a:xfrm>
      </p:grpSpPr>
      <p:sp>
        <p:nvSpPr>
          <p:cNvPr id="22" name="Google Shape;22;p7"/>
          <p:cNvSpPr/>
          <p:nvPr/>
        </p:nvSpPr>
        <p:spPr>
          <a:xfrm>
            <a:off x="3531140" y="4382934"/>
            <a:ext cx="5534284" cy="1033200"/>
          </a:xfrm>
          <a:custGeom>
            <a:avLst/>
            <a:gdLst/>
            <a:ahLst/>
            <a:cxnLst/>
            <a:rect l="l" t="t" r="r" b="b"/>
            <a:pathLst>
              <a:path w="3644361" h="858781" extrusionOk="0">
                <a:moveTo>
                  <a:pt x="0" y="0"/>
                </a:moveTo>
                <a:lnTo>
                  <a:pt x="3644361" y="0"/>
                </a:lnTo>
                <a:lnTo>
                  <a:pt x="3644361" y="858781"/>
                </a:lnTo>
                <a:lnTo>
                  <a:pt x="0" y="858781"/>
                </a:lnTo>
                <a:lnTo>
                  <a:pt x="412138" y="429391"/>
                </a:lnTo>
                <a:lnTo>
                  <a:pt x="0" y="0"/>
                </a:lnTo>
                <a:close/>
              </a:path>
            </a:pathLst>
          </a:custGeom>
          <a:solidFill>
            <a:schemeClr val="tx2">
              <a:lumMod val="50000"/>
              <a:lumOff val="50000"/>
            </a:schemeClr>
          </a:solidFill>
          <a:ln>
            <a:noFill/>
          </a:ln>
          <a:effectLst>
            <a:outerShdw blurRad="114300" dist="304800" dir="10800000" sx="85000" sy="85000" algn="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lt1"/>
              </a:solidFill>
              <a:latin typeface="Calibri"/>
              <a:ea typeface="Calibri"/>
              <a:cs typeface="Calibri"/>
              <a:sym typeface="Calibri"/>
            </a:endParaRPr>
          </a:p>
        </p:txBody>
      </p:sp>
      <p:sp>
        <p:nvSpPr>
          <p:cNvPr id="23" name="Google Shape;23;p7"/>
          <p:cNvSpPr/>
          <p:nvPr/>
        </p:nvSpPr>
        <p:spPr>
          <a:xfrm>
            <a:off x="3531139" y="3349568"/>
            <a:ext cx="5717516" cy="1033200"/>
          </a:xfrm>
          <a:custGeom>
            <a:avLst/>
            <a:gdLst/>
            <a:ahLst/>
            <a:cxnLst/>
            <a:rect l="l" t="t" r="r" b="b"/>
            <a:pathLst>
              <a:path w="3644361" h="858781" extrusionOk="0">
                <a:moveTo>
                  <a:pt x="0" y="0"/>
                </a:moveTo>
                <a:lnTo>
                  <a:pt x="3644361" y="0"/>
                </a:lnTo>
                <a:lnTo>
                  <a:pt x="3644361" y="858781"/>
                </a:lnTo>
                <a:lnTo>
                  <a:pt x="0" y="858781"/>
                </a:lnTo>
                <a:lnTo>
                  <a:pt x="412138" y="429391"/>
                </a:lnTo>
                <a:lnTo>
                  <a:pt x="0" y="0"/>
                </a:lnTo>
                <a:close/>
              </a:path>
            </a:pathLst>
          </a:custGeom>
          <a:gradFill>
            <a:gsLst>
              <a:gs pos="0">
                <a:srgbClr val="54BCCF"/>
              </a:gs>
              <a:gs pos="35000">
                <a:srgbClr val="54BCCF"/>
              </a:gs>
              <a:gs pos="73000">
                <a:srgbClr val="3E8EA0"/>
              </a:gs>
              <a:gs pos="100000">
                <a:srgbClr val="327683"/>
              </a:gs>
            </a:gsLst>
            <a:lin ang="0" scaled="0"/>
          </a:gradFill>
          <a:ln>
            <a:noFill/>
          </a:ln>
          <a:effectLst>
            <a:outerShdw blurRad="114300" dist="304800" dir="10800000" sx="85000" sy="85000" algn="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4" name="Google Shape;24;p7"/>
          <p:cNvSpPr/>
          <p:nvPr/>
        </p:nvSpPr>
        <p:spPr>
          <a:xfrm>
            <a:off x="3531139" y="2318729"/>
            <a:ext cx="6009099" cy="1033200"/>
          </a:xfrm>
          <a:custGeom>
            <a:avLst/>
            <a:gdLst/>
            <a:ahLst/>
            <a:cxnLst/>
            <a:rect l="l" t="t" r="r" b="b"/>
            <a:pathLst>
              <a:path w="3644361" h="858781" extrusionOk="0">
                <a:moveTo>
                  <a:pt x="0" y="0"/>
                </a:moveTo>
                <a:lnTo>
                  <a:pt x="3644361" y="0"/>
                </a:lnTo>
                <a:lnTo>
                  <a:pt x="3644361" y="858781"/>
                </a:lnTo>
                <a:lnTo>
                  <a:pt x="0" y="858781"/>
                </a:lnTo>
                <a:lnTo>
                  <a:pt x="412138" y="429391"/>
                </a:lnTo>
                <a:lnTo>
                  <a:pt x="0" y="0"/>
                </a:lnTo>
                <a:close/>
              </a:path>
            </a:pathLst>
          </a:custGeom>
          <a:gradFill>
            <a:gsLst>
              <a:gs pos="0">
                <a:srgbClr val="D5D0C5"/>
              </a:gs>
              <a:gs pos="34000">
                <a:srgbClr val="D5D0C5"/>
              </a:gs>
              <a:gs pos="73000">
                <a:srgbClr val="ABA89D"/>
              </a:gs>
              <a:gs pos="100000">
                <a:srgbClr val="69675F"/>
              </a:gs>
            </a:gsLst>
            <a:lin ang="0" scaled="0"/>
          </a:gradFill>
          <a:ln>
            <a:noFill/>
          </a:ln>
          <a:effectLst>
            <a:outerShdw blurRad="114300" dist="304800" dir="10800000" sx="85000" sy="85000" algn="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5" name="Google Shape;25;p7"/>
          <p:cNvSpPr/>
          <p:nvPr/>
        </p:nvSpPr>
        <p:spPr>
          <a:xfrm>
            <a:off x="3534732" y="1285957"/>
            <a:ext cx="6172683" cy="1033200"/>
          </a:xfrm>
          <a:custGeom>
            <a:avLst/>
            <a:gdLst/>
            <a:ahLst/>
            <a:cxnLst/>
            <a:rect l="l" t="t" r="r" b="b"/>
            <a:pathLst>
              <a:path w="3644361" h="858781" extrusionOk="0">
                <a:moveTo>
                  <a:pt x="0" y="0"/>
                </a:moveTo>
                <a:lnTo>
                  <a:pt x="3644361" y="0"/>
                </a:lnTo>
                <a:lnTo>
                  <a:pt x="3644361" y="858781"/>
                </a:lnTo>
                <a:lnTo>
                  <a:pt x="0" y="858781"/>
                </a:lnTo>
                <a:lnTo>
                  <a:pt x="412138" y="429391"/>
                </a:lnTo>
                <a:lnTo>
                  <a:pt x="0" y="0"/>
                </a:lnTo>
                <a:close/>
              </a:path>
            </a:pathLst>
          </a:custGeom>
          <a:gradFill>
            <a:gsLst>
              <a:gs pos="0">
                <a:srgbClr val="FFC000"/>
              </a:gs>
              <a:gs pos="35000">
                <a:srgbClr val="FFC000"/>
              </a:gs>
              <a:gs pos="73000">
                <a:srgbClr val="E39D37"/>
              </a:gs>
              <a:gs pos="100000">
                <a:srgbClr val="CE702A"/>
              </a:gs>
            </a:gsLst>
            <a:lin ang="0" scaled="0"/>
          </a:gradFill>
          <a:ln>
            <a:noFill/>
          </a:ln>
          <a:effectLst>
            <a:outerShdw blurRad="114300" dist="304800" dir="10800000" sx="85000" sy="85000" algn="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7" name="Google Shape;27;p7"/>
          <p:cNvSpPr/>
          <p:nvPr/>
        </p:nvSpPr>
        <p:spPr>
          <a:xfrm>
            <a:off x="2716696" y="521949"/>
            <a:ext cx="7520424" cy="772907"/>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3200" b="1" i="0" u="none" strike="noStrike" cap="none" dirty="0">
                <a:effectLst>
                  <a:outerShdw blurRad="38100" dist="38100" dir="2700000" algn="tl">
                    <a:srgbClr val="000000">
                      <a:alpha val="43137"/>
                    </a:srgbClr>
                  </a:outerShdw>
                </a:effectLst>
                <a:latin typeface="Avenir"/>
                <a:ea typeface="Avenir"/>
                <a:cs typeface="Avenir"/>
                <a:sym typeface="Avenir"/>
              </a:rPr>
              <a:t>PERUBAHAN PERINGKAT KESELAMATAN</a:t>
            </a:r>
            <a:endParaRPr sz="3200" b="1" dirty="0">
              <a:effectLst>
                <a:outerShdw blurRad="38100" dist="38100" dir="2700000" algn="tl">
                  <a:srgbClr val="000000">
                    <a:alpha val="43137"/>
                  </a:srgbClr>
                </a:outerShdw>
              </a:effectLst>
            </a:endParaRPr>
          </a:p>
        </p:txBody>
      </p:sp>
      <p:pic>
        <p:nvPicPr>
          <p:cNvPr id="28" name="Google Shape;28;p7"/>
          <p:cNvPicPr preferRelativeResize="0"/>
          <p:nvPr/>
        </p:nvPicPr>
        <p:blipFill rotWithShape="1">
          <a:blip r:embed="rId3">
            <a:alphaModFix/>
          </a:blip>
          <a:srcRect/>
          <a:stretch/>
        </p:blipFill>
        <p:spPr>
          <a:xfrm>
            <a:off x="4107949" y="4784770"/>
            <a:ext cx="464621" cy="553854"/>
          </a:xfrm>
          <a:prstGeom prst="rect">
            <a:avLst/>
          </a:prstGeom>
          <a:noFill/>
          <a:ln>
            <a:noFill/>
          </a:ln>
        </p:spPr>
      </p:pic>
      <p:sp>
        <p:nvSpPr>
          <p:cNvPr id="31" name="Google Shape;31;p7"/>
          <p:cNvSpPr txBox="1"/>
          <p:nvPr/>
        </p:nvSpPr>
        <p:spPr>
          <a:xfrm>
            <a:off x="4090019" y="1634916"/>
            <a:ext cx="5075397" cy="3626197"/>
          </a:xfrm>
          <a:prstGeom prst="rect">
            <a:avLst/>
          </a:prstGeom>
          <a:noFill/>
          <a:ln>
            <a:noFill/>
          </a:ln>
        </p:spPr>
        <p:txBody>
          <a:bodyPr spcFirstLastPara="1" wrap="square" lIns="91425" tIns="45700" rIns="91425" bIns="45700" anchor="t" anchorCtr="0">
            <a:noAutofit/>
          </a:bodyPr>
          <a:lstStyle/>
          <a:p>
            <a:pPr lvl="0" algn="ctr"/>
            <a:r>
              <a:rPr lang="ms-MY" sz="2400" b="1" dirty="0"/>
              <a:t>Jika terdapat keperluan untuk mengubah peringkat keselamatan sedia ada sesuatu rahsia rasmi sama ada ke peringkat yang lebih tinggi atau lebih rendah, pemula hendaklah memaklumkan kepada pihak yang memiliki rahsia rasmi akan pertukaran peringkat keselamatan tersebut.</a:t>
            </a:r>
            <a:endParaRPr lang="en-MY" sz="2400" b="1" dirty="0"/>
          </a:p>
        </p:txBody>
      </p:sp>
      <p:pic>
        <p:nvPicPr>
          <p:cNvPr id="33" name="Google Shape;33;p7"/>
          <p:cNvPicPr preferRelativeResize="0"/>
          <p:nvPr/>
        </p:nvPicPr>
        <p:blipFill rotWithShape="1">
          <a:blip r:embed="rId4">
            <a:alphaModFix/>
          </a:blip>
          <a:srcRect/>
          <a:stretch/>
        </p:blipFill>
        <p:spPr>
          <a:xfrm>
            <a:off x="4099600" y="1396532"/>
            <a:ext cx="464621" cy="444989"/>
          </a:xfrm>
          <a:prstGeom prst="rect">
            <a:avLst/>
          </a:prstGeom>
          <a:noFill/>
          <a:ln>
            <a:noFill/>
          </a:ln>
        </p:spPr>
      </p:pic>
      <p:sp>
        <p:nvSpPr>
          <p:cNvPr id="47" name="Google Shape;47;p7"/>
          <p:cNvSpPr/>
          <p:nvPr/>
        </p:nvSpPr>
        <p:spPr>
          <a:xfrm>
            <a:off x="9713843" y="1280803"/>
            <a:ext cx="1331640" cy="1038295"/>
          </a:xfrm>
          <a:custGeom>
            <a:avLst/>
            <a:gdLst/>
            <a:ahLst/>
            <a:cxnLst/>
            <a:rect l="l" t="t" r="r" b="b"/>
            <a:pathLst>
              <a:path w="4972206" h="4406104" extrusionOk="0">
                <a:moveTo>
                  <a:pt x="4972206" y="2196228"/>
                </a:moveTo>
                <a:cubicBezTo>
                  <a:pt x="4972206" y="2445654"/>
                  <a:pt x="4550334" y="2647853"/>
                  <a:pt x="4029928" y="2647853"/>
                </a:cubicBezTo>
                <a:lnTo>
                  <a:pt x="3125921" y="2647852"/>
                </a:lnTo>
                <a:lnTo>
                  <a:pt x="2903813" y="3072732"/>
                </a:lnTo>
                <a:lnTo>
                  <a:pt x="2966780" y="3084461"/>
                </a:lnTo>
                <a:cubicBezTo>
                  <a:pt x="3038799" y="3112567"/>
                  <a:pt x="3089332" y="3178364"/>
                  <a:pt x="3089332" y="3255051"/>
                </a:cubicBezTo>
                <a:cubicBezTo>
                  <a:pt x="3089332" y="3357300"/>
                  <a:pt x="2999495" y="3440190"/>
                  <a:pt x="2888676" y="3440190"/>
                </a:cubicBezTo>
                <a:lnTo>
                  <a:pt x="2711723" y="3440190"/>
                </a:lnTo>
                <a:lnTo>
                  <a:pt x="2672279" y="3515643"/>
                </a:lnTo>
                <a:lnTo>
                  <a:pt x="2685145" y="3518040"/>
                </a:lnTo>
                <a:cubicBezTo>
                  <a:pt x="2757164" y="3546146"/>
                  <a:pt x="2807697" y="3611943"/>
                  <a:pt x="2807697" y="3688630"/>
                </a:cubicBezTo>
                <a:cubicBezTo>
                  <a:pt x="2807697" y="3790879"/>
                  <a:pt x="2717860" y="3873769"/>
                  <a:pt x="2607041" y="3873769"/>
                </a:cubicBezTo>
                <a:lnTo>
                  <a:pt x="2485067" y="3873768"/>
                </a:lnTo>
                <a:lnTo>
                  <a:pt x="2228256" y="4365034"/>
                </a:lnTo>
                <a:cubicBezTo>
                  <a:pt x="2097698" y="4427159"/>
                  <a:pt x="1885601" y="4413569"/>
                  <a:pt x="1819110" y="4359210"/>
                </a:cubicBezTo>
                <a:cubicBezTo>
                  <a:pt x="1753588" y="4402381"/>
                  <a:pt x="2005439" y="3595810"/>
                  <a:pt x="2128358" y="3134447"/>
                </a:cubicBezTo>
                <a:lnTo>
                  <a:pt x="2151078" y="3047176"/>
                </a:lnTo>
                <a:lnTo>
                  <a:pt x="2156931" y="3047176"/>
                </a:lnTo>
                <a:lnTo>
                  <a:pt x="2156931" y="2603536"/>
                </a:lnTo>
                <a:lnTo>
                  <a:pt x="1133254" y="2547147"/>
                </a:lnTo>
                <a:cubicBezTo>
                  <a:pt x="1059172" y="2539139"/>
                  <a:pt x="987168" y="2530698"/>
                  <a:pt x="917894" y="2521680"/>
                </a:cubicBezTo>
                <a:lnTo>
                  <a:pt x="880026" y="2516176"/>
                </a:lnTo>
                <a:lnTo>
                  <a:pt x="300504" y="3177316"/>
                </a:lnTo>
                <a:cubicBezTo>
                  <a:pt x="215765" y="3201363"/>
                  <a:pt x="43156" y="3236873"/>
                  <a:pt x="0" y="3128469"/>
                </a:cubicBezTo>
                <a:lnTo>
                  <a:pt x="238763" y="2440053"/>
                </a:lnTo>
                <a:lnTo>
                  <a:pt x="246556" y="2370460"/>
                </a:lnTo>
                <a:lnTo>
                  <a:pt x="207925" y="2351855"/>
                </a:lnTo>
                <a:cubicBezTo>
                  <a:pt x="129156" y="2309079"/>
                  <a:pt x="85777" y="2258664"/>
                  <a:pt x="87971" y="2198369"/>
                </a:cubicBezTo>
                <a:cubicBezTo>
                  <a:pt x="90165" y="2138074"/>
                  <a:pt x="135778" y="2087660"/>
                  <a:pt x="215544" y="2044706"/>
                </a:cubicBezTo>
                <a:lnTo>
                  <a:pt x="245938" y="2030122"/>
                </a:lnTo>
                <a:lnTo>
                  <a:pt x="238763" y="1966051"/>
                </a:lnTo>
                <a:lnTo>
                  <a:pt x="0" y="1277636"/>
                </a:lnTo>
                <a:cubicBezTo>
                  <a:pt x="43156" y="1169231"/>
                  <a:pt x="215765" y="1204741"/>
                  <a:pt x="300504" y="1228789"/>
                </a:cubicBezTo>
                <a:lnTo>
                  <a:pt x="870752" y="1879348"/>
                </a:lnTo>
                <a:lnTo>
                  <a:pt x="924230" y="1871157"/>
                </a:lnTo>
                <a:cubicBezTo>
                  <a:pt x="993311" y="1861582"/>
                  <a:pt x="1065189" y="1852504"/>
                  <a:pt x="1139271" y="1843767"/>
                </a:cubicBezTo>
                <a:lnTo>
                  <a:pt x="2156931" y="1793028"/>
                </a:lnTo>
                <a:lnTo>
                  <a:pt x="2156931" y="1358928"/>
                </a:lnTo>
                <a:lnTo>
                  <a:pt x="2151078" y="1358928"/>
                </a:lnTo>
                <a:lnTo>
                  <a:pt x="2128358" y="1271657"/>
                </a:lnTo>
                <a:cubicBezTo>
                  <a:pt x="2005440" y="810294"/>
                  <a:pt x="1753589" y="3723"/>
                  <a:pt x="1819111" y="46894"/>
                </a:cubicBezTo>
                <a:cubicBezTo>
                  <a:pt x="1885602" y="-7465"/>
                  <a:pt x="2097699" y="-21055"/>
                  <a:pt x="2228257" y="41070"/>
                </a:cubicBezTo>
                <a:lnTo>
                  <a:pt x="2485068" y="532336"/>
                </a:lnTo>
                <a:lnTo>
                  <a:pt x="2607042" y="532336"/>
                </a:lnTo>
                <a:cubicBezTo>
                  <a:pt x="2717861" y="532336"/>
                  <a:pt x="2807698" y="615226"/>
                  <a:pt x="2807698" y="717475"/>
                </a:cubicBezTo>
                <a:cubicBezTo>
                  <a:pt x="2807698" y="794162"/>
                  <a:pt x="2757165" y="859959"/>
                  <a:pt x="2685146" y="888065"/>
                </a:cubicBezTo>
                <a:lnTo>
                  <a:pt x="2672280" y="890462"/>
                </a:lnTo>
                <a:lnTo>
                  <a:pt x="2711724" y="965915"/>
                </a:lnTo>
                <a:lnTo>
                  <a:pt x="2888677" y="965915"/>
                </a:lnTo>
                <a:cubicBezTo>
                  <a:pt x="2999495" y="965915"/>
                  <a:pt x="3089332" y="1048805"/>
                  <a:pt x="3089332" y="1151054"/>
                </a:cubicBezTo>
                <a:cubicBezTo>
                  <a:pt x="3089332" y="1227741"/>
                  <a:pt x="3038799" y="1293538"/>
                  <a:pt x="2966780" y="1321644"/>
                </a:cubicBezTo>
                <a:lnTo>
                  <a:pt x="2903813" y="1333373"/>
                </a:lnTo>
                <a:lnTo>
                  <a:pt x="3118786" y="1744603"/>
                </a:lnTo>
                <a:lnTo>
                  <a:pt x="4029928" y="1744603"/>
                </a:lnTo>
                <a:cubicBezTo>
                  <a:pt x="4550334" y="1744603"/>
                  <a:pt x="4972206" y="1946802"/>
                  <a:pt x="4972206" y="2196228"/>
                </a:cubicBezTo>
                <a:close/>
              </a:path>
            </a:pathLst>
          </a:custGeom>
          <a:gradFill>
            <a:gsLst>
              <a:gs pos="0">
                <a:srgbClr val="E49836"/>
              </a:gs>
              <a:gs pos="28000">
                <a:srgbClr val="E49836"/>
              </a:gs>
              <a:gs pos="39000">
                <a:srgbClr val="B96D27"/>
              </a:gs>
              <a:gs pos="42000">
                <a:srgbClr val="E49836"/>
              </a:gs>
              <a:gs pos="50000">
                <a:srgbClr val="FFD966"/>
              </a:gs>
              <a:gs pos="58999">
                <a:srgbClr val="B96D27"/>
              </a:gs>
              <a:gs pos="63008">
                <a:srgbClr val="E49836"/>
              </a:gs>
              <a:gs pos="100000">
                <a:srgbClr val="E49836"/>
              </a:gs>
            </a:gsLst>
            <a:lin ang="5400000" scaled="0"/>
          </a:gradFill>
          <a:ln w="9525" cap="flat" cmpd="sng">
            <a:solidFill>
              <a:srgbClr val="B96D27"/>
            </a:solidFill>
            <a:prstDash val="solid"/>
            <a:miter lim="800000"/>
            <a:headEnd type="none" w="sm" len="sm"/>
            <a:tailEnd type="none" w="sm" len="sm"/>
          </a:ln>
          <a:effectLst>
            <a:outerShdw blurRad="139700" dist="508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8" name="Google Shape;48;p7"/>
          <p:cNvSpPr/>
          <p:nvPr/>
        </p:nvSpPr>
        <p:spPr>
          <a:xfrm>
            <a:off x="9546667" y="2294187"/>
            <a:ext cx="1171696" cy="1038295"/>
          </a:xfrm>
          <a:custGeom>
            <a:avLst/>
            <a:gdLst/>
            <a:ahLst/>
            <a:cxnLst/>
            <a:rect l="l" t="t" r="r" b="b"/>
            <a:pathLst>
              <a:path w="4972206" h="4406104" extrusionOk="0">
                <a:moveTo>
                  <a:pt x="4972206" y="2196228"/>
                </a:moveTo>
                <a:cubicBezTo>
                  <a:pt x="4972206" y="2445654"/>
                  <a:pt x="4550334" y="2647853"/>
                  <a:pt x="4029928" y="2647853"/>
                </a:cubicBezTo>
                <a:lnTo>
                  <a:pt x="3125921" y="2647852"/>
                </a:lnTo>
                <a:lnTo>
                  <a:pt x="2903813" y="3072732"/>
                </a:lnTo>
                <a:lnTo>
                  <a:pt x="2966780" y="3084461"/>
                </a:lnTo>
                <a:cubicBezTo>
                  <a:pt x="3038799" y="3112567"/>
                  <a:pt x="3089332" y="3178364"/>
                  <a:pt x="3089332" y="3255051"/>
                </a:cubicBezTo>
                <a:cubicBezTo>
                  <a:pt x="3089332" y="3357300"/>
                  <a:pt x="2999495" y="3440190"/>
                  <a:pt x="2888676" y="3440190"/>
                </a:cubicBezTo>
                <a:lnTo>
                  <a:pt x="2711723" y="3440190"/>
                </a:lnTo>
                <a:lnTo>
                  <a:pt x="2672279" y="3515643"/>
                </a:lnTo>
                <a:lnTo>
                  <a:pt x="2685145" y="3518040"/>
                </a:lnTo>
                <a:cubicBezTo>
                  <a:pt x="2757164" y="3546146"/>
                  <a:pt x="2807697" y="3611943"/>
                  <a:pt x="2807697" y="3688630"/>
                </a:cubicBezTo>
                <a:cubicBezTo>
                  <a:pt x="2807697" y="3790879"/>
                  <a:pt x="2717860" y="3873769"/>
                  <a:pt x="2607041" y="3873769"/>
                </a:cubicBezTo>
                <a:lnTo>
                  <a:pt x="2485067" y="3873768"/>
                </a:lnTo>
                <a:lnTo>
                  <a:pt x="2228256" y="4365034"/>
                </a:lnTo>
                <a:cubicBezTo>
                  <a:pt x="2097698" y="4427159"/>
                  <a:pt x="1885601" y="4413569"/>
                  <a:pt x="1819110" y="4359210"/>
                </a:cubicBezTo>
                <a:cubicBezTo>
                  <a:pt x="1753588" y="4402381"/>
                  <a:pt x="2005439" y="3595810"/>
                  <a:pt x="2128358" y="3134447"/>
                </a:cubicBezTo>
                <a:lnTo>
                  <a:pt x="2151078" y="3047176"/>
                </a:lnTo>
                <a:lnTo>
                  <a:pt x="2156931" y="3047176"/>
                </a:lnTo>
                <a:lnTo>
                  <a:pt x="2156931" y="2603536"/>
                </a:lnTo>
                <a:lnTo>
                  <a:pt x="1133254" y="2547147"/>
                </a:lnTo>
                <a:cubicBezTo>
                  <a:pt x="1059172" y="2539139"/>
                  <a:pt x="987168" y="2530698"/>
                  <a:pt x="917894" y="2521680"/>
                </a:cubicBezTo>
                <a:lnTo>
                  <a:pt x="880026" y="2516176"/>
                </a:lnTo>
                <a:lnTo>
                  <a:pt x="300504" y="3177316"/>
                </a:lnTo>
                <a:cubicBezTo>
                  <a:pt x="215765" y="3201363"/>
                  <a:pt x="43156" y="3236873"/>
                  <a:pt x="0" y="3128469"/>
                </a:cubicBezTo>
                <a:lnTo>
                  <a:pt x="238763" y="2440053"/>
                </a:lnTo>
                <a:lnTo>
                  <a:pt x="246556" y="2370460"/>
                </a:lnTo>
                <a:lnTo>
                  <a:pt x="207925" y="2351855"/>
                </a:lnTo>
                <a:cubicBezTo>
                  <a:pt x="129156" y="2309079"/>
                  <a:pt x="85777" y="2258664"/>
                  <a:pt x="87971" y="2198369"/>
                </a:cubicBezTo>
                <a:cubicBezTo>
                  <a:pt x="90165" y="2138074"/>
                  <a:pt x="135778" y="2087660"/>
                  <a:pt x="215544" y="2044706"/>
                </a:cubicBezTo>
                <a:lnTo>
                  <a:pt x="245938" y="2030122"/>
                </a:lnTo>
                <a:lnTo>
                  <a:pt x="238763" y="1966051"/>
                </a:lnTo>
                <a:lnTo>
                  <a:pt x="0" y="1277636"/>
                </a:lnTo>
                <a:cubicBezTo>
                  <a:pt x="43156" y="1169231"/>
                  <a:pt x="215765" y="1204741"/>
                  <a:pt x="300504" y="1228789"/>
                </a:cubicBezTo>
                <a:lnTo>
                  <a:pt x="870752" y="1879348"/>
                </a:lnTo>
                <a:lnTo>
                  <a:pt x="924230" y="1871157"/>
                </a:lnTo>
                <a:cubicBezTo>
                  <a:pt x="993311" y="1861582"/>
                  <a:pt x="1065189" y="1852504"/>
                  <a:pt x="1139271" y="1843767"/>
                </a:cubicBezTo>
                <a:lnTo>
                  <a:pt x="2156931" y="1793028"/>
                </a:lnTo>
                <a:lnTo>
                  <a:pt x="2156931" y="1358928"/>
                </a:lnTo>
                <a:lnTo>
                  <a:pt x="2151078" y="1358928"/>
                </a:lnTo>
                <a:lnTo>
                  <a:pt x="2128358" y="1271657"/>
                </a:lnTo>
                <a:cubicBezTo>
                  <a:pt x="2005440" y="810294"/>
                  <a:pt x="1753589" y="3723"/>
                  <a:pt x="1819111" y="46894"/>
                </a:cubicBezTo>
                <a:cubicBezTo>
                  <a:pt x="1885602" y="-7465"/>
                  <a:pt x="2097699" y="-21055"/>
                  <a:pt x="2228257" y="41070"/>
                </a:cubicBezTo>
                <a:lnTo>
                  <a:pt x="2485068" y="532336"/>
                </a:lnTo>
                <a:lnTo>
                  <a:pt x="2607042" y="532336"/>
                </a:lnTo>
                <a:cubicBezTo>
                  <a:pt x="2717861" y="532336"/>
                  <a:pt x="2807698" y="615226"/>
                  <a:pt x="2807698" y="717475"/>
                </a:cubicBezTo>
                <a:cubicBezTo>
                  <a:pt x="2807698" y="794162"/>
                  <a:pt x="2757165" y="859959"/>
                  <a:pt x="2685146" y="888065"/>
                </a:cubicBezTo>
                <a:lnTo>
                  <a:pt x="2672280" y="890462"/>
                </a:lnTo>
                <a:lnTo>
                  <a:pt x="2711724" y="965915"/>
                </a:lnTo>
                <a:lnTo>
                  <a:pt x="2888677" y="965915"/>
                </a:lnTo>
                <a:cubicBezTo>
                  <a:pt x="2999495" y="965915"/>
                  <a:pt x="3089332" y="1048805"/>
                  <a:pt x="3089332" y="1151054"/>
                </a:cubicBezTo>
                <a:cubicBezTo>
                  <a:pt x="3089332" y="1227741"/>
                  <a:pt x="3038799" y="1293538"/>
                  <a:pt x="2966780" y="1321644"/>
                </a:cubicBezTo>
                <a:lnTo>
                  <a:pt x="2903813" y="1333373"/>
                </a:lnTo>
                <a:lnTo>
                  <a:pt x="3118786" y="1744603"/>
                </a:lnTo>
                <a:lnTo>
                  <a:pt x="4029928" y="1744603"/>
                </a:lnTo>
                <a:cubicBezTo>
                  <a:pt x="4550334" y="1744603"/>
                  <a:pt x="4972206" y="1946802"/>
                  <a:pt x="4972206" y="2196228"/>
                </a:cubicBezTo>
                <a:close/>
              </a:path>
            </a:pathLst>
          </a:custGeom>
          <a:gradFill>
            <a:gsLst>
              <a:gs pos="0">
                <a:srgbClr val="A5A5A5"/>
              </a:gs>
              <a:gs pos="28000">
                <a:srgbClr val="A5A5A5"/>
              </a:gs>
              <a:gs pos="38000">
                <a:srgbClr val="7F7F7F"/>
              </a:gs>
              <a:gs pos="42000">
                <a:srgbClr val="A5A5A5"/>
              </a:gs>
              <a:gs pos="50000">
                <a:schemeClr val="lt2"/>
              </a:gs>
              <a:gs pos="58999">
                <a:srgbClr val="7F7F7F"/>
              </a:gs>
              <a:gs pos="63008">
                <a:srgbClr val="A5A5A5"/>
              </a:gs>
              <a:gs pos="100000">
                <a:srgbClr val="A5A5A5"/>
              </a:gs>
            </a:gsLst>
            <a:lin ang="5400000" scaled="0"/>
          </a:gradFill>
          <a:ln w="9525" cap="flat" cmpd="sng">
            <a:solidFill>
              <a:srgbClr val="595959"/>
            </a:solidFill>
            <a:prstDash val="solid"/>
            <a:miter lim="800000"/>
            <a:headEnd type="none" w="sm" len="sm"/>
            <a:tailEnd type="none" w="sm" len="sm"/>
          </a:ln>
          <a:effectLst>
            <a:outerShdw blurRad="139700" dist="508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9" name="Google Shape;49;p7"/>
          <p:cNvSpPr/>
          <p:nvPr/>
        </p:nvSpPr>
        <p:spPr>
          <a:xfrm>
            <a:off x="9248655" y="3348118"/>
            <a:ext cx="1171696" cy="1038295"/>
          </a:xfrm>
          <a:custGeom>
            <a:avLst/>
            <a:gdLst/>
            <a:ahLst/>
            <a:cxnLst/>
            <a:rect l="l" t="t" r="r" b="b"/>
            <a:pathLst>
              <a:path w="4972206" h="4406104" extrusionOk="0">
                <a:moveTo>
                  <a:pt x="4972206" y="2196228"/>
                </a:moveTo>
                <a:cubicBezTo>
                  <a:pt x="4972206" y="2445654"/>
                  <a:pt x="4550334" y="2647853"/>
                  <a:pt x="4029928" y="2647853"/>
                </a:cubicBezTo>
                <a:lnTo>
                  <a:pt x="3125921" y="2647852"/>
                </a:lnTo>
                <a:lnTo>
                  <a:pt x="2903813" y="3072732"/>
                </a:lnTo>
                <a:lnTo>
                  <a:pt x="2966780" y="3084461"/>
                </a:lnTo>
                <a:cubicBezTo>
                  <a:pt x="3038799" y="3112567"/>
                  <a:pt x="3089332" y="3178364"/>
                  <a:pt x="3089332" y="3255051"/>
                </a:cubicBezTo>
                <a:cubicBezTo>
                  <a:pt x="3089332" y="3357300"/>
                  <a:pt x="2999495" y="3440190"/>
                  <a:pt x="2888676" y="3440190"/>
                </a:cubicBezTo>
                <a:lnTo>
                  <a:pt x="2711723" y="3440190"/>
                </a:lnTo>
                <a:lnTo>
                  <a:pt x="2672279" y="3515643"/>
                </a:lnTo>
                <a:lnTo>
                  <a:pt x="2685145" y="3518040"/>
                </a:lnTo>
                <a:cubicBezTo>
                  <a:pt x="2757164" y="3546146"/>
                  <a:pt x="2807697" y="3611943"/>
                  <a:pt x="2807697" y="3688630"/>
                </a:cubicBezTo>
                <a:cubicBezTo>
                  <a:pt x="2807697" y="3790879"/>
                  <a:pt x="2717860" y="3873769"/>
                  <a:pt x="2607041" y="3873769"/>
                </a:cubicBezTo>
                <a:lnTo>
                  <a:pt x="2485067" y="3873768"/>
                </a:lnTo>
                <a:lnTo>
                  <a:pt x="2228256" y="4365034"/>
                </a:lnTo>
                <a:cubicBezTo>
                  <a:pt x="2097698" y="4427159"/>
                  <a:pt x="1885601" y="4413569"/>
                  <a:pt x="1819110" y="4359210"/>
                </a:cubicBezTo>
                <a:cubicBezTo>
                  <a:pt x="1753588" y="4402381"/>
                  <a:pt x="2005439" y="3595810"/>
                  <a:pt x="2128358" y="3134447"/>
                </a:cubicBezTo>
                <a:lnTo>
                  <a:pt x="2151078" y="3047176"/>
                </a:lnTo>
                <a:lnTo>
                  <a:pt x="2156931" y="3047176"/>
                </a:lnTo>
                <a:lnTo>
                  <a:pt x="2156931" y="2603536"/>
                </a:lnTo>
                <a:lnTo>
                  <a:pt x="1133254" y="2547147"/>
                </a:lnTo>
                <a:cubicBezTo>
                  <a:pt x="1059172" y="2539139"/>
                  <a:pt x="987168" y="2530698"/>
                  <a:pt x="917894" y="2521680"/>
                </a:cubicBezTo>
                <a:lnTo>
                  <a:pt x="880026" y="2516176"/>
                </a:lnTo>
                <a:lnTo>
                  <a:pt x="300504" y="3177316"/>
                </a:lnTo>
                <a:cubicBezTo>
                  <a:pt x="215765" y="3201363"/>
                  <a:pt x="43156" y="3236873"/>
                  <a:pt x="0" y="3128469"/>
                </a:cubicBezTo>
                <a:lnTo>
                  <a:pt x="238763" y="2440053"/>
                </a:lnTo>
                <a:lnTo>
                  <a:pt x="246556" y="2370460"/>
                </a:lnTo>
                <a:lnTo>
                  <a:pt x="207925" y="2351855"/>
                </a:lnTo>
                <a:cubicBezTo>
                  <a:pt x="129156" y="2309079"/>
                  <a:pt x="85777" y="2258664"/>
                  <a:pt x="87971" y="2198369"/>
                </a:cubicBezTo>
                <a:cubicBezTo>
                  <a:pt x="90165" y="2138074"/>
                  <a:pt x="135778" y="2087660"/>
                  <a:pt x="215544" y="2044706"/>
                </a:cubicBezTo>
                <a:lnTo>
                  <a:pt x="245938" y="2030122"/>
                </a:lnTo>
                <a:lnTo>
                  <a:pt x="238763" y="1966051"/>
                </a:lnTo>
                <a:lnTo>
                  <a:pt x="0" y="1277636"/>
                </a:lnTo>
                <a:cubicBezTo>
                  <a:pt x="43156" y="1169231"/>
                  <a:pt x="215765" y="1204741"/>
                  <a:pt x="300504" y="1228789"/>
                </a:cubicBezTo>
                <a:lnTo>
                  <a:pt x="870752" y="1879348"/>
                </a:lnTo>
                <a:lnTo>
                  <a:pt x="924230" y="1871157"/>
                </a:lnTo>
                <a:cubicBezTo>
                  <a:pt x="993311" y="1861582"/>
                  <a:pt x="1065189" y="1852504"/>
                  <a:pt x="1139271" y="1843767"/>
                </a:cubicBezTo>
                <a:lnTo>
                  <a:pt x="2156931" y="1793028"/>
                </a:lnTo>
                <a:lnTo>
                  <a:pt x="2156931" y="1358928"/>
                </a:lnTo>
                <a:lnTo>
                  <a:pt x="2151078" y="1358928"/>
                </a:lnTo>
                <a:lnTo>
                  <a:pt x="2128358" y="1271657"/>
                </a:lnTo>
                <a:cubicBezTo>
                  <a:pt x="2005440" y="810294"/>
                  <a:pt x="1753589" y="3723"/>
                  <a:pt x="1819111" y="46894"/>
                </a:cubicBezTo>
                <a:cubicBezTo>
                  <a:pt x="1885602" y="-7465"/>
                  <a:pt x="2097699" y="-21055"/>
                  <a:pt x="2228257" y="41070"/>
                </a:cubicBezTo>
                <a:lnTo>
                  <a:pt x="2485068" y="532336"/>
                </a:lnTo>
                <a:lnTo>
                  <a:pt x="2607042" y="532336"/>
                </a:lnTo>
                <a:cubicBezTo>
                  <a:pt x="2717861" y="532336"/>
                  <a:pt x="2807698" y="615226"/>
                  <a:pt x="2807698" y="717475"/>
                </a:cubicBezTo>
                <a:cubicBezTo>
                  <a:pt x="2807698" y="794162"/>
                  <a:pt x="2757165" y="859959"/>
                  <a:pt x="2685146" y="888065"/>
                </a:cubicBezTo>
                <a:lnTo>
                  <a:pt x="2672280" y="890462"/>
                </a:lnTo>
                <a:lnTo>
                  <a:pt x="2711724" y="965915"/>
                </a:lnTo>
                <a:lnTo>
                  <a:pt x="2888677" y="965915"/>
                </a:lnTo>
                <a:cubicBezTo>
                  <a:pt x="2999495" y="965915"/>
                  <a:pt x="3089332" y="1048805"/>
                  <a:pt x="3089332" y="1151054"/>
                </a:cubicBezTo>
                <a:cubicBezTo>
                  <a:pt x="3089332" y="1227741"/>
                  <a:pt x="3038799" y="1293538"/>
                  <a:pt x="2966780" y="1321644"/>
                </a:cubicBezTo>
                <a:lnTo>
                  <a:pt x="2903813" y="1333373"/>
                </a:lnTo>
                <a:lnTo>
                  <a:pt x="3118786" y="1744603"/>
                </a:lnTo>
                <a:lnTo>
                  <a:pt x="4029928" y="1744603"/>
                </a:lnTo>
                <a:cubicBezTo>
                  <a:pt x="4550334" y="1744603"/>
                  <a:pt x="4972206" y="1946802"/>
                  <a:pt x="4972206" y="2196228"/>
                </a:cubicBezTo>
                <a:close/>
              </a:path>
            </a:pathLst>
          </a:custGeom>
          <a:gradFill>
            <a:gsLst>
              <a:gs pos="0">
                <a:srgbClr val="3E8EA0"/>
              </a:gs>
              <a:gs pos="28000">
                <a:srgbClr val="3E8EA0"/>
              </a:gs>
              <a:gs pos="38000">
                <a:srgbClr val="327683"/>
              </a:gs>
              <a:gs pos="41000">
                <a:srgbClr val="3E8EA0"/>
              </a:gs>
              <a:gs pos="50000">
                <a:srgbClr val="54BCCF"/>
              </a:gs>
              <a:gs pos="58999">
                <a:srgbClr val="327683"/>
              </a:gs>
              <a:gs pos="62000">
                <a:srgbClr val="3E8EA0"/>
              </a:gs>
              <a:gs pos="100000">
                <a:srgbClr val="3E8EA0"/>
              </a:gs>
            </a:gsLst>
            <a:lin ang="5400000" scaled="0"/>
          </a:gradFill>
          <a:ln w="9525" cap="flat" cmpd="sng">
            <a:solidFill>
              <a:srgbClr val="327683"/>
            </a:solidFill>
            <a:prstDash val="solid"/>
            <a:miter lim="800000"/>
            <a:headEnd type="none" w="sm" len="sm"/>
            <a:tailEnd type="none" w="sm" len="sm"/>
          </a:ln>
          <a:effectLst>
            <a:outerShdw blurRad="139700" dist="508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0" name="Google Shape;50;p7"/>
          <p:cNvSpPr/>
          <p:nvPr/>
        </p:nvSpPr>
        <p:spPr>
          <a:xfrm>
            <a:off x="9065424" y="4402049"/>
            <a:ext cx="1171696" cy="1038295"/>
          </a:xfrm>
          <a:custGeom>
            <a:avLst/>
            <a:gdLst/>
            <a:ahLst/>
            <a:cxnLst/>
            <a:rect l="l" t="t" r="r" b="b"/>
            <a:pathLst>
              <a:path w="4972206" h="4406104" extrusionOk="0">
                <a:moveTo>
                  <a:pt x="4972206" y="2196228"/>
                </a:moveTo>
                <a:cubicBezTo>
                  <a:pt x="4972206" y="2445654"/>
                  <a:pt x="4550334" y="2647853"/>
                  <a:pt x="4029928" y="2647853"/>
                </a:cubicBezTo>
                <a:lnTo>
                  <a:pt x="3125921" y="2647852"/>
                </a:lnTo>
                <a:lnTo>
                  <a:pt x="2903813" y="3072732"/>
                </a:lnTo>
                <a:lnTo>
                  <a:pt x="2966780" y="3084461"/>
                </a:lnTo>
                <a:cubicBezTo>
                  <a:pt x="3038799" y="3112567"/>
                  <a:pt x="3089332" y="3178364"/>
                  <a:pt x="3089332" y="3255051"/>
                </a:cubicBezTo>
                <a:cubicBezTo>
                  <a:pt x="3089332" y="3357300"/>
                  <a:pt x="2999495" y="3440190"/>
                  <a:pt x="2888676" y="3440190"/>
                </a:cubicBezTo>
                <a:lnTo>
                  <a:pt x="2711723" y="3440190"/>
                </a:lnTo>
                <a:lnTo>
                  <a:pt x="2672279" y="3515643"/>
                </a:lnTo>
                <a:lnTo>
                  <a:pt x="2685145" y="3518040"/>
                </a:lnTo>
                <a:cubicBezTo>
                  <a:pt x="2757164" y="3546146"/>
                  <a:pt x="2807697" y="3611943"/>
                  <a:pt x="2807697" y="3688630"/>
                </a:cubicBezTo>
                <a:cubicBezTo>
                  <a:pt x="2807697" y="3790879"/>
                  <a:pt x="2717860" y="3873769"/>
                  <a:pt x="2607041" y="3873769"/>
                </a:cubicBezTo>
                <a:lnTo>
                  <a:pt x="2485067" y="3873768"/>
                </a:lnTo>
                <a:lnTo>
                  <a:pt x="2228256" y="4365034"/>
                </a:lnTo>
                <a:cubicBezTo>
                  <a:pt x="2097698" y="4427159"/>
                  <a:pt x="1885601" y="4413569"/>
                  <a:pt x="1819110" y="4359210"/>
                </a:cubicBezTo>
                <a:cubicBezTo>
                  <a:pt x="1753588" y="4402381"/>
                  <a:pt x="2005439" y="3595810"/>
                  <a:pt x="2128358" y="3134447"/>
                </a:cubicBezTo>
                <a:lnTo>
                  <a:pt x="2151078" y="3047176"/>
                </a:lnTo>
                <a:lnTo>
                  <a:pt x="2156931" y="3047176"/>
                </a:lnTo>
                <a:lnTo>
                  <a:pt x="2156931" y="2603536"/>
                </a:lnTo>
                <a:lnTo>
                  <a:pt x="1133254" y="2547147"/>
                </a:lnTo>
                <a:cubicBezTo>
                  <a:pt x="1059172" y="2539139"/>
                  <a:pt x="987168" y="2530698"/>
                  <a:pt x="917894" y="2521680"/>
                </a:cubicBezTo>
                <a:lnTo>
                  <a:pt x="880026" y="2516176"/>
                </a:lnTo>
                <a:lnTo>
                  <a:pt x="300504" y="3177316"/>
                </a:lnTo>
                <a:cubicBezTo>
                  <a:pt x="215765" y="3201363"/>
                  <a:pt x="43156" y="3236873"/>
                  <a:pt x="0" y="3128469"/>
                </a:cubicBezTo>
                <a:lnTo>
                  <a:pt x="238763" y="2440053"/>
                </a:lnTo>
                <a:lnTo>
                  <a:pt x="246556" y="2370460"/>
                </a:lnTo>
                <a:lnTo>
                  <a:pt x="207925" y="2351855"/>
                </a:lnTo>
                <a:cubicBezTo>
                  <a:pt x="129156" y="2309079"/>
                  <a:pt x="85777" y="2258664"/>
                  <a:pt x="87971" y="2198369"/>
                </a:cubicBezTo>
                <a:cubicBezTo>
                  <a:pt x="90165" y="2138074"/>
                  <a:pt x="135778" y="2087660"/>
                  <a:pt x="215544" y="2044706"/>
                </a:cubicBezTo>
                <a:lnTo>
                  <a:pt x="245938" y="2030122"/>
                </a:lnTo>
                <a:lnTo>
                  <a:pt x="238763" y="1966051"/>
                </a:lnTo>
                <a:lnTo>
                  <a:pt x="0" y="1277636"/>
                </a:lnTo>
                <a:cubicBezTo>
                  <a:pt x="43156" y="1169231"/>
                  <a:pt x="215765" y="1204741"/>
                  <a:pt x="300504" y="1228789"/>
                </a:cubicBezTo>
                <a:lnTo>
                  <a:pt x="870752" y="1879348"/>
                </a:lnTo>
                <a:lnTo>
                  <a:pt x="924230" y="1871157"/>
                </a:lnTo>
                <a:cubicBezTo>
                  <a:pt x="993311" y="1861582"/>
                  <a:pt x="1065189" y="1852504"/>
                  <a:pt x="1139271" y="1843767"/>
                </a:cubicBezTo>
                <a:lnTo>
                  <a:pt x="2156931" y="1793028"/>
                </a:lnTo>
                <a:lnTo>
                  <a:pt x="2156931" y="1358928"/>
                </a:lnTo>
                <a:lnTo>
                  <a:pt x="2151078" y="1358928"/>
                </a:lnTo>
                <a:lnTo>
                  <a:pt x="2128358" y="1271657"/>
                </a:lnTo>
                <a:cubicBezTo>
                  <a:pt x="2005440" y="810294"/>
                  <a:pt x="1753589" y="3723"/>
                  <a:pt x="1819111" y="46894"/>
                </a:cubicBezTo>
                <a:cubicBezTo>
                  <a:pt x="1885602" y="-7465"/>
                  <a:pt x="2097699" y="-21055"/>
                  <a:pt x="2228257" y="41070"/>
                </a:cubicBezTo>
                <a:lnTo>
                  <a:pt x="2485068" y="532336"/>
                </a:lnTo>
                <a:lnTo>
                  <a:pt x="2607042" y="532336"/>
                </a:lnTo>
                <a:cubicBezTo>
                  <a:pt x="2717861" y="532336"/>
                  <a:pt x="2807698" y="615226"/>
                  <a:pt x="2807698" y="717475"/>
                </a:cubicBezTo>
                <a:cubicBezTo>
                  <a:pt x="2807698" y="794162"/>
                  <a:pt x="2757165" y="859959"/>
                  <a:pt x="2685146" y="888065"/>
                </a:cubicBezTo>
                <a:lnTo>
                  <a:pt x="2672280" y="890462"/>
                </a:lnTo>
                <a:lnTo>
                  <a:pt x="2711724" y="965915"/>
                </a:lnTo>
                <a:lnTo>
                  <a:pt x="2888677" y="965915"/>
                </a:lnTo>
                <a:cubicBezTo>
                  <a:pt x="2999495" y="965915"/>
                  <a:pt x="3089332" y="1048805"/>
                  <a:pt x="3089332" y="1151054"/>
                </a:cubicBezTo>
                <a:cubicBezTo>
                  <a:pt x="3089332" y="1227741"/>
                  <a:pt x="3038799" y="1293538"/>
                  <a:pt x="2966780" y="1321644"/>
                </a:cubicBezTo>
                <a:lnTo>
                  <a:pt x="2903813" y="1333373"/>
                </a:lnTo>
                <a:lnTo>
                  <a:pt x="3118786" y="1744603"/>
                </a:lnTo>
                <a:lnTo>
                  <a:pt x="4029928" y="1744603"/>
                </a:lnTo>
                <a:cubicBezTo>
                  <a:pt x="4550334" y="1744603"/>
                  <a:pt x="4972206" y="1946802"/>
                  <a:pt x="4972206" y="2196228"/>
                </a:cubicBezTo>
                <a:close/>
              </a:path>
            </a:pathLst>
          </a:custGeom>
          <a:gradFill>
            <a:gsLst>
              <a:gs pos="0">
                <a:srgbClr val="505F63"/>
              </a:gs>
              <a:gs pos="28000">
                <a:srgbClr val="505F63"/>
              </a:gs>
              <a:gs pos="39000">
                <a:srgbClr val="374245"/>
              </a:gs>
              <a:gs pos="42000">
                <a:srgbClr val="505F63"/>
              </a:gs>
              <a:gs pos="50000">
                <a:srgbClr val="AEABAB"/>
              </a:gs>
              <a:gs pos="58999">
                <a:srgbClr val="374245"/>
              </a:gs>
              <a:gs pos="63008">
                <a:srgbClr val="505F63"/>
              </a:gs>
              <a:gs pos="100000">
                <a:srgbClr val="505F63"/>
              </a:gs>
            </a:gsLst>
            <a:lin ang="5400000" scaled="0"/>
          </a:gradFill>
          <a:ln w="9525" cap="flat" cmpd="sng">
            <a:solidFill>
              <a:srgbClr val="374245"/>
            </a:solidFill>
            <a:prstDash val="solid"/>
            <a:miter lim="800000"/>
            <a:headEnd type="none" w="sm" len="sm"/>
            <a:tailEnd type="none" w="sm" len="sm"/>
          </a:ln>
          <a:effectLst>
            <a:outerShdw blurRad="139700" dist="508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51" name="Picture 50">
            <a:extLst>
              <a:ext uri="{FF2B5EF4-FFF2-40B4-BE49-F238E27FC236}">
                <a16:creationId xmlns="" xmlns:a16="http://schemas.microsoft.com/office/drawing/2014/main" id="{35F3B9AD-1420-48FC-9267-C2C0C3E13FF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39756" y="5977632"/>
            <a:ext cx="835393" cy="669380"/>
          </a:xfrm>
          <a:prstGeom prst="rect">
            <a:avLst/>
          </a:prstGeom>
        </p:spPr>
      </p:pic>
      <p:sp>
        <p:nvSpPr>
          <p:cNvPr id="52" name="TextBox 51">
            <a:extLst>
              <a:ext uri="{FF2B5EF4-FFF2-40B4-BE49-F238E27FC236}">
                <a16:creationId xmlns="" xmlns:a16="http://schemas.microsoft.com/office/drawing/2014/main" id="{7F8E0DC6-3481-4257-AADB-D93129F7F586}"/>
              </a:ext>
            </a:extLst>
          </p:cNvPr>
          <p:cNvSpPr txBox="1"/>
          <p:nvPr/>
        </p:nvSpPr>
        <p:spPr>
          <a:xfrm>
            <a:off x="1977579" y="6135996"/>
            <a:ext cx="6009099" cy="400110"/>
          </a:xfrm>
          <a:prstGeom prst="rect">
            <a:avLst/>
          </a:prstGeom>
          <a:noFill/>
        </p:spPr>
        <p:txBody>
          <a:bodyPr wrap="square">
            <a:spAutoFit/>
          </a:bodyPr>
          <a:lstStyle/>
          <a:p>
            <a:pPr>
              <a:defRPr/>
            </a:pPr>
            <a:r>
              <a:rPr lang="en-US" sz="1000" spc="280" dirty="0"/>
              <a:t>PEJABAT KETUA PEGAWAI KESELAMATAN KERAJAAN MALAYSIA</a:t>
            </a:r>
          </a:p>
          <a:p>
            <a:pPr>
              <a:defRPr/>
            </a:pPr>
            <a:r>
              <a:rPr lang="en-US" sz="1000" spc="280" dirty="0"/>
              <a:t>JABATAN PERDANA MENTERI</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47"/>
                                        </p:tgtEl>
                                        <p:attrNameLst>
                                          <p:attrName>style.visibility</p:attrName>
                                        </p:attrNameLst>
                                      </p:cBhvr>
                                      <p:to>
                                        <p:strVal val="visible"/>
                                      </p:to>
                                    </p:set>
                                    <p:anim calcmode="lin" valueType="num">
                                      <p:cBhvr additive="base">
                                        <p:cTn id="12" dur="500"/>
                                        <p:tgtEl>
                                          <p:spTgt spid="47"/>
                                        </p:tgtEl>
                                        <p:attrNameLst>
                                          <p:attrName>ppt_x</p:attrName>
                                        </p:attrNameLst>
                                      </p:cBhvr>
                                      <p:tavLst>
                                        <p:tav tm="0">
                                          <p:val>
                                            <p:strVal val="#ppt_x-1"/>
                                          </p:val>
                                        </p:tav>
                                        <p:tav tm="100000">
                                          <p:val>
                                            <p:strVal val="#ppt_x"/>
                                          </p:val>
                                        </p:tav>
                                      </p:tavLst>
                                    </p:anim>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500"/>
                                        <p:tgtEl>
                                          <p:spTgt spid="25"/>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fade">
                                      <p:cBhvr>
                                        <p:cTn id="20" dur="500"/>
                                        <p:tgtEl>
                                          <p:spTgt spid="28"/>
                                        </p:tgtEl>
                                      </p:cBhvr>
                                    </p:animEffect>
                                  </p:childTnLst>
                                </p:cTn>
                              </p:par>
                              <p:par>
                                <p:cTn id="21" presetID="10" presetClass="entr" presetSubtype="0" fill="hold" nodeType="withEffect">
                                  <p:stCondLst>
                                    <p:cond delay="0"/>
                                  </p:stCondLst>
                                  <p:childTnLst>
                                    <p:set>
                                      <p:cBhvr>
                                        <p:cTn id="22" dur="1" fill="hold">
                                          <p:stCondLst>
                                            <p:cond delay="0"/>
                                          </p:stCondLst>
                                        </p:cTn>
                                        <p:tgtEl>
                                          <p:spTgt spid="31"/>
                                        </p:tgtEl>
                                        <p:attrNameLst>
                                          <p:attrName>style.visibility</p:attrName>
                                        </p:attrNameLst>
                                      </p:cBhvr>
                                      <p:to>
                                        <p:strVal val="visible"/>
                                      </p:to>
                                    </p:set>
                                    <p:animEffect transition="in" filter="fade">
                                      <p:cBhvr>
                                        <p:cTn id="23" dur="500"/>
                                        <p:tgtEl>
                                          <p:spTgt spid="31"/>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8" fill="hold" nodeType="clickEffect">
                                  <p:stCondLst>
                                    <p:cond delay="0"/>
                                  </p:stCondLst>
                                  <p:childTnLst>
                                    <p:set>
                                      <p:cBhvr>
                                        <p:cTn id="27" dur="1" fill="hold">
                                          <p:stCondLst>
                                            <p:cond delay="0"/>
                                          </p:stCondLst>
                                        </p:cTn>
                                        <p:tgtEl>
                                          <p:spTgt spid="48"/>
                                        </p:tgtEl>
                                        <p:attrNameLst>
                                          <p:attrName>style.visibility</p:attrName>
                                        </p:attrNameLst>
                                      </p:cBhvr>
                                      <p:to>
                                        <p:strVal val="visible"/>
                                      </p:to>
                                    </p:set>
                                    <p:anim calcmode="lin" valueType="num">
                                      <p:cBhvr additive="base">
                                        <p:cTn id="28" dur="500"/>
                                        <p:tgtEl>
                                          <p:spTgt spid="48"/>
                                        </p:tgtEl>
                                        <p:attrNameLst>
                                          <p:attrName>ppt_x</p:attrName>
                                        </p:attrNameLst>
                                      </p:cBhvr>
                                      <p:tavLst>
                                        <p:tav tm="0">
                                          <p:val>
                                            <p:strVal val="#ppt_x-1"/>
                                          </p:val>
                                        </p:tav>
                                        <p:tav tm="100000">
                                          <p:val>
                                            <p:strVal val="#ppt_x"/>
                                          </p:val>
                                        </p:tav>
                                      </p:tavLst>
                                    </p:anim>
                                  </p:childTnLst>
                                </p:cTn>
                              </p:par>
                            </p:childTnLst>
                          </p:cTn>
                        </p:par>
                        <p:par>
                          <p:cTn id="29" fill="hold">
                            <p:stCondLst>
                              <p:cond delay="500"/>
                            </p:stCondLst>
                            <p:childTnLst>
                              <p:par>
                                <p:cTn id="30" presetID="10" presetClass="entr" presetSubtype="0" fill="hold" nodeType="afterEffect">
                                  <p:stCondLst>
                                    <p:cond delay="0"/>
                                  </p:stCondLst>
                                  <p:childTnLst>
                                    <p:set>
                                      <p:cBhvr>
                                        <p:cTn id="31" dur="1" fill="hold">
                                          <p:stCondLst>
                                            <p:cond delay="0"/>
                                          </p:stCondLst>
                                        </p:cTn>
                                        <p:tgtEl>
                                          <p:spTgt spid="24"/>
                                        </p:tgtEl>
                                        <p:attrNameLst>
                                          <p:attrName>style.visibility</p:attrName>
                                        </p:attrNameLst>
                                      </p:cBhvr>
                                      <p:to>
                                        <p:strVal val="visible"/>
                                      </p:to>
                                    </p:set>
                                    <p:animEffect transition="in" filter="fade">
                                      <p:cBhvr>
                                        <p:cTn id="32" dur="500"/>
                                        <p:tgtEl>
                                          <p:spTgt spid="24"/>
                                        </p:tgtEl>
                                      </p:cBhvr>
                                    </p:animEffect>
                                  </p:childTnLst>
                                </p:cTn>
                              </p:par>
                            </p:childTnLst>
                          </p:cTn>
                        </p:par>
                        <p:par>
                          <p:cTn id="33" fill="hold">
                            <p:stCondLst>
                              <p:cond delay="1000"/>
                            </p:stCondLst>
                            <p:childTnLst>
                              <p:par>
                                <p:cTn id="34" presetID="10" presetClass="entr" presetSubtype="0" fill="hold" nodeType="afterEffect">
                                  <p:stCondLst>
                                    <p:cond delay="0"/>
                                  </p:stCondLst>
                                  <p:childTnLst>
                                    <p:set>
                                      <p:cBhvr>
                                        <p:cTn id="35" dur="1" fill="hold">
                                          <p:stCondLst>
                                            <p:cond delay="0"/>
                                          </p:stCondLst>
                                        </p:cTn>
                                        <p:tgtEl>
                                          <p:spTgt spid="33"/>
                                        </p:tgtEl>
                                        <p:attrNameLst>
                                          <p:attrName>style.visibility</p:attrName>
                                        </p:attrNameLst>
                                      </p:cBhvr>
                                      <p:to>
                                        <p:strVal val="visible"/>
                                      </p:to>
                                    </p:set>
                                    <p:animEffect transition="in" filter="fade">
                                      <p:cBhvr>
                                        <p:cTn id="36" dur="500"/>
                                        <p:tgtEl>
                                          <p:spTgt spid="33"/>
                                        </p:tgtEl>
                                      </p:cBhvr>
                                    </p:animEffect>
                                  </p:childTnLst>
                                </p:cTn>
                              </p:par>
                            </p:childTnLst>
                          </p:cTn>
                        </p:par>
                      </p:childTnLst>
                    </p:cTn>
                  </p:par>
                  <p:par>
                    <p:cTn id="37" fill="hold">
                      <p:stCondLst>
                        <p:cond delay="indefinite"/>
                      </p:stCondLst>
                      <p:childTnLst>
                        <p:par>
                          <p:cTn id="38" fill="hold">
                            <p:stCondLst>
                              <p:cond delay="0"/>
                            </p:stCondLst>
                            <p:childTnLst>
                              <p:par>
                                <p:cTn id="39" presetID="2" presetClass="entr" presetSubtype="8" fill="hold" nodeType="clickEffect">
                                  <p:stCondLst>
                                    <p:cond delay="0"/>
                                  </p:stCondLst>
                                  <p:childTnLst>
                                    <p:set>
                                      <p:cBhvr>
                                        <p:cTn id="40" dur="1" fill="hold">
                                          <p:stCondLst>
                                            <p:cond delay="0"/>
                                          </p:stCondLst>
                                        </p:cTn>
                                        <p:tgtEl>
                                          <p:spTgt spid="49"/>
                                        </p:tgtEl>
                                        <p:attrNameLst>
                                          <p:attrName>style.visibility</p:attrName>
                                        </p:attrNameLst>
                                      </p:cBhvr>
                                      <p:to>
                                        <p:strVal val="visible"/>
                                      </p:to>
                                    </p:set>
                                    <p:anim calcmode="lin" valueType="num">
                                      <p:cBhvr additive="base">
                                        <p:cTn id="41" dur="500"/>
                                        <p:tgtEl>
                                          <p:spTgt spid="49"/>
                                        </p:tgtEl>
                                        <p:attrNameLst>
                                          <p:attrName>ppt_x</p:attrName>
                                        </p:attrNameLst>
                                      </p:cBhvr>
                                      <p:tavLst>
                                        <p:tav tm="0">
                                          <p:val>
                                            <p:strVal val="#ppt_x-1"/>
                                          </p:val>
                                        </p:tav>
                                        <p:tav tm="100000">
                                          <p:val>
                                            <p:strVal val="#ppt_x"/>
                                          </p:val>
                                        </p:tav>
                                      </p:tavLst>
                                    </p:anim>
                                  </p:childTnLst>
                                </p:cTn>
                              </p:par>
                            </p:childTnLst>
                          </p:cTn>
                        </p:par>
                        <p:par>
                          <p:cTn id="42" fill="hold">
                            <p:stCondLst>
                              <p:cond delay="500"/>
                            </p:stCondLst>
                            <p:childTnLst>
                              <p:par>
                                <p:cTn id="43" presetID="10" presetClass="entr" presetSubtype="0" fill="hold" nodeType="afterEffect">
                                  <p:stCondLst>
                                    <p:cond delay="0"/>
                                  </p:stCondLst>
                                  <p:childTnLst>
                                    <p:set>
                                      <p:cBhvr>
                                        <p:cTn id="44" dur="1" fill="hold">
                                          <p:stCondLst>
                                            <p:cond delay="0"/>
                                          </p:stCondLst>
                                        </p:cTn>
                                        <p:tgtEl>
                                          <p:spTgt spid="23"/>
                                        </p:tgtEl>
                                        <p:attrNameLst>
                                          <p:attrName>style.visibility</p:attrName>
                                        </p:attrNameLst>
                                      </p:cBhvr>
                                      <p:to>
                                        <p:strVal val="visible"/>
                                      </p:to>
                                    </p:set>
                                    <p:animEffect transition="in" filter="fade">
                                      <p:cBhvr>
                                        <p:cTn id="45" dur="500"/>
                                        <p:tgtEl>
                                          <p:spTgt spid="23"/>
                                        </p:tgtEl>
                                      </p:cBhvr>
                                    </p:animEffect>
                                  </p:childTnLst>
                                </p:cTn>
                              </p:par>
                            </p:childTnLst>
                          </p:cTn>
                        </p:par>
                      </p:childTnLst>
                    </p:cTn>
                  </p:par>
                  <p:par>
                    <p:cTn id="46" fill="hold">
                      <p:stCondLst>
                        <p:cond delay="indefinite"/>
                      </p:stCondLst>
                      <p:childTnLst>
                        <p:par>
                          <p:cTn id="47" fill="hold">
                            <p:stCondLst>
                              <p:cond delay="0"/>
                            </p:stCondLst>
                            <p:childTnLst>
                              <p:par>
                                <p:cTn id="48" presetID="2" presetClass="entr" presetSubtype="8" fill="hold" nodeType="clickEffect">
                                  <p:stCondLst>
                                    <p:cond delay="0"/>
                                  </p:stCondLst>
                                  <p:childTnLst>
                                    <p:set>
                                      <p:cBhvr>
                                        <p:cTn id="49" dur="1" fill="hold">
                                          <p:stCondLst>
                                            <p:cond delay="0"/>
                                          </p:stCondLst>
                                        </p:cTn>
                                        <p:tgtEl>
                                          <p:spTgt spid="50"/>
                                        </p:tgtEl>
                                        <p:attrNameLst>
                                          <p:attrName>style.visibility</p:attrName>
                                        </p:attrNameLst>
                                      </p:cBhvr>
                                      <p:to>
                                        <p:strVal val="visible"/>
                                      </p:to>
                                    </p:set>
                                    <p:anim calcmode="lin" valueType="num">
                                      <p:cBhvr additive="base">
                                        <p:cTn id="50" dur="500"/>
                                        <p:tgtEl>
                                          <p:spTgt spid="50"/>
                                        </p:tgtEl>
                                        <p:attrNameLst>
                                          <p:attrName>ppt_x</p:attrName>
                                        </p:attrNameLst>
                                      </p:cBhvr>
                                      <p:tavLst>
                                        <p:tav tm="0">
                                          <p:val>
                                            <p:strVal val="#ppt_x-1"/>
                                          </p:val>
                                        </p:tav>
                                        <p:tav tm="100000">
                                          <p:val>
                                            <p:strVal val="#ppt_x"/>
                                          </p:val>
                                        </p:tav>
                                      </p:tavLst>
                                    </p:anim>
                                  </p:childTnLst>
                                </p:cTn>
                              </p:par>
                            </p:childTnLst>
                          </p:cTn>
                        </p:par>
                        <p:par>
                          <p:cTn id="51" fill="hold">
                            <p:stCondLst>
                              <p:cond delay="500"/>
                            </p:stCondLst>
                            <p:childTnLst>
                              <p:par>
                                <p:cTn id="52" presetID="10" presetClass="entr" presetSubtype="0" fill="hold" nodeType="afterEffect">
                                  <p:stCondLst>
                                    <p:cond delay="0"/>
                                  </p:stCondLst>
                                  <p:childTnLst>
                                    <p:set>
                                      <p:cBhvr>
                                        <p:cTn id="53" dur="1" fill="hold">
                                          <p:stCondLst>
                                            <p:cond delay="0"/>
                                          </p:stCondLst>
                                        </p:cTn>
                                        <p:tgtEl>
                                          <p:spTgt spid="22"/>
                                        </p:tgtEl>
                                        <p:attrNameLst>
                                          <p:attrName>style.visibility</p:attrName>
                                        </p:attrNameLst>
                                      </p:cBhvr>
                                      <p:to>
                                        <p:strVal val="visible"/>
                                      </p:to>
                                    </p:set>
                                    <p:animEffect transition="in" filter="fade">
                                      <p:cBhvr>
                                        <p:cTn id="54"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2" y="206829"/>
            <a:ext cx="10018713" cy="1012371"/>
          </a:xfrm>
        </p:spPr>
        <p:txBody>
          <a:bodyPr/>
          <a:lstStyle/>
          <a:p>
            <a:r>
              <a:rPr lang="ms-MY" b="1" dirty="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TANDA</a:t>
            </a:r>
            <a:r>
              <a:rPr lang="en-GB" b="1" dirty="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 KESELAMATAN</a:t>
            </a:r>
            <a:endParaRPr lang="en-MY"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709201300"/>
              </p:ext>
            </p:extLst>
          </p:nvPr>
        </p:nvGraphicFramePr>
        <p:xfrm>
          <a:off x="1484312" y="1850570"/>
          <a:ext cx="10018712" cy="386442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Rectangle 4"/>
          <p:cNvSpPr/>
          <p:nvPr/>
        </p:nvSpPr>
        <p:spPr>
          <a:xfrm>
            <a:off x="1484312" y="1219200"/>
            <a:ext cx="7170553" cy="523220"/>
          </a:xfrm>
          <a:prstGeom prst="rect">
            <a:avLst/>
          </a:prstGeom>
        </p:spPr>
        <p:txBody>
          <a:bodyPr wrap="none">
            <a:spAutoFit/>
          </a:bodyPr>
          <a:lstStyle/>
          <a:p>
            <a:r>
              <a:rPr lang="nb-NO" sz="2800" b="1" dirty="0">
                <a:solidFill>
                  <a:srgbClr val="C00000"/>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RAHSIA RASMI YANG KEKAL TERJILID</a:t>
            </a:r>
          </a:p>
        </p:txBody>
      </p:sp>
      <p:pic>
        <p:nvPicPr>
          <p:cNvPr id="6" name="Picture 5">
            <a:extLst>
              <a:ext uri="{FF2B5EF4-FFF2-40B4-BE49-F238E27FC236}">
                <a16:creationId xmlns="" xmlns:a16="http://schemas.microsoft.com/office/drawing/2014/main" id="{70CD70BB-0659-4D6F-939B-2B9DCC214AC5}"/>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03582" y="5842997"/>
            <a:ext cx="835393" cy="669380"/>
          </a:xfrm>
          <a:prstGeom prst="rect">
            <a:avLst/>
          </a:prstGeom>
        </p:spPr>
      </p:pic>
      <p:sp>
        <p:nvSpPr>
          <p:cNvPr id="7" name="TextBox 6">
            <a:extLst>
              <a:ext uri="{FF2B5EF4-FFF2-40B4-BE49-F238E27FC236}">
                <a16:creationId xmlns="" xmlns:a16="http://schemas.microsoft.com/office/drawing/2014/main" id="{1F44A405-D75E-4B16-9574-C65C82EF96DC}"/>
              </a:ext>
            </a:extLst>
          </p:cNvPr>
          <p:cNvSpPr txBox="1"/>
          <p:nvPr/>
        </p:nvSpPr>
        <p:spPr>
          <a:xfrm>
            <a:off x="2044213" y="5977632"/>
            <a:ext cx="6106049" cy="400110"/>
          </a:xfrm>
          <a:prstGeom prst="rect">
            <a:avLst/>
          </a:prstGeom>
          <a:noFill/>
        </p:spPr>
        <p:txBody>
          <a:bodyPr wrap="square">
            <a:spAutoFit/>
          </a:bodyPr>
          <a:lstStyle/>
          <a:p>
            <a:pPr>
              <a:defRPr/>
            </a:pPr>
            <a:r>
              <a:rPr lang="en-US" sz="1000" spc="280" dirty="0"/>
              <a:t>PEJABAT KETUA PEGAWAI KESELAMATAN KERAJAAN MALAYSIA</a:t>
            </a:r>
          </a:p>
          <a:p>
            <a:pPr>
              <a:defRPr/>
            </a:pPr>
            <a:r>
              <a:rPr lang="en-US" sz="1000" spc="280" dirty="0"/>
              <a:t>JABATAN PERDANA MENTERI</a:t>
            </a:r>
          </a:p>
        </p:txBody>
      </p:sp>
    </p:spTree>
    <p:extLst>
      <p:ext uri="{BB962C8B-B14F-4D97-AF65-F5344CB8AC3E}">
        <p14:creationId xmlns:p14="http://schemas.microsoft.com/office/powerpoint/2010/main" val="23259173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 xmlns:a16="http://schemas.microsoft.com/office/drawing/2014/main" id="{C7F773DD-7DCC-44D9-86B9-5969E9CC0438}"/>
              </a:ext>
            </a:extLst>
          </p:cNvPr>
          <p:cNvGraphicFramePr>
            <a:graphicFrameLocks noGrp="1"/>
          </p:cNvGraphicFramePr>
          <p:nvPr>
            <p:ph idx="1"/>
            <p:extLst>
              <p:ext uri="{D42A27DB-BD31-4B8C-83A1-F6EECF244321}">
                <p14:modId xmlns:p14="http://schemas.microsoft.com/office/powerpoint/2010/main" val="866271286"/>
              </p:ext>
            </p:extLst>
          </p:nvPr>
        </p:nvGraphicFramePr>
        <p:xfrm>
          <a:off x="1126503" y="0"/>
          <a:ext cx="10707688" cy="62252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7" name="Picture 6">
            <a:extLst>
              <a:ext uri="{FF2B5EF4-FFF2-40B4-BE49-F238E27FC236}">
                <a16:creationId xmlns="" xmlns:a16="http://schemas.microsoft.com/office/drawing/2014/main" id="{70CD70BB-0659-4D6F-939B-2B9DCC214AC5}"/>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03582" y="5842997"/>
            <a:ext cx="835393" cy="669380"/>
          </a:xfrm>
          <a:prstGeom prst="rect">
            <a:avLst/>
          </a:prstGeom>
        </p:spPr>
      </p:pic>
      <p:sp>
        <p:nvSpPr>
          <p:cNvPr id="8" name="TextBox 7">
            <a:extLst>
              <a:ext uri="{FF2B5EF4-FFF2-40B4-BE49-F238E27FC236}">
                <a16:creationId xmlns="" xmlns:a16="http://schemas.microsoft.com/office/drawing/2014/main" id="{1F44A405-D75E-4B16-9574-C65C82EF96DC}"/>
              </a:ext>
            </a:extLst>
          </p:cNvPr>
          <p:cNvSpPr txBox="1"/>
          <p:nvPr/>
        </p:nvSpPr>
        <p:spPr>
          <a:xfrm>
            <a:off x="2044213" y="5977632"/>
            <a:ext cx="6106049" cy="400110"/>
          </a:xfrm>
          <a:prstGeom prst="rect">
            <a:avLst/>
          </a:prstGeom>
          <a:noFill/>
        </p:spPr>
        <p:txBody>
          <a:bodyPr wrap="square">
            <a:spAutoFit/>
          </a:bodyPr>
          <a:lstStyle/>
          <a:p>
            <a:pPr>
              <a:defRPr/>
            </a:pPr>
            <a:r>
              <a:rPr lang="en-US" sz="1000" spc="280" dirty="0"/>
              <a:t>PEJABAT KETUA PEGAWAI KESELAMATAN KERAJAAN MALAYSIA</a:t>
            </a:r>
          </a:p>
          <a:p>
            <a:pPr>
              <a:defRPr/>
            </a:pPr>
            <a:r>
              <a:rPr lang="en-US" sz="1000" spc="280" dirty="0"/>
              <a:t>JABATAN PERDANA MENTERI</a:t>
            </a:r>
          </a:p>
        </p:txBody>
      </p:sp>
    </p:spTree>
    <p:extLst>
      <p:ext uri="{BB962C8B-B14F-4D97-AF65-F5344CB8AC3E}">
        <p14:creationId xmlns:p14="http://schemas.microsoft.com/office/powerpoint/2010/main" val="9407173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1"/>
            <a:ext cx="10018713" cy="1284514"/>
          </a:xfrm>
        </p:spPr>
        <p:txBody>
          <a:bodyPr>
            <a:normAutofit/>
          </a:bodyPr>
          <a:lstStyle/>
          <a:p>
            <a:r>
              <a:rPr lang="nb-NO" sz="2800" b="1" dirty="0">
                <a:solidFill>
                  <a:srgbClr val="C00000"/>
                </a:solidFill>
                <a:latin typeface="Tahoma" panose="020B0604030504040204" pitchFamily="34" charset="0"/>
                <a:ea typeface="Tahoma" panose="020B0604030504040204" pitchFamily="34" charset="0"/>
                <a:cs typeface="Tahoma" panose="020B0604030504040204" pitchFamily="34" charset="0"/>
              </a:rPr>
              <a:t>NOMBOR RUJUKAN DAN TAJUK FAIL TERPERINGKAT</a:t>
            </a:r>
            <a:endParaRPr lang="en-MY" sz="2800"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233500374"/>
              </p:ext>
            </p:extLst>
          </p:nvPr>
        </p:nvGraphicFramePr>
        <p:xfrm>
          <a:off x="1484313" y="1676401"/>
          <a:ext cx="10018712" cy="4114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Picture 4">
            <a:extLst>
              <a:ext uri="{FF2B5EF4-FFF2-40B4-BE49-F238E27FC236}">
                <a16:creationId xmlns="" xmlns:a16="http://schemas.microsoft.com/office/drawing/2014/main" id="{B99F56D1-0379-454C-AE3D-CD7A973C493B}"/>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03582" y="5842997"/>
            <a:ext cx="835393" cy="669380"/>
          </a:xfrm>
          <a:prstGeom prst="rect">
            <a:avLst/>
          </a:prstGeom>
        </p:spPr>
      </p:pic>
      <p:sp>
        <p:nvSpPr>
          <p:cNvPr id="6" name="TextBox 5">
            <a:extLst>
              <a:ext uri="{FF2B5EF4-FFF2-40B4-BE49-F238E27FC236}">
                <a16:creationId xmlns="" xmlns:a16="http://schemas.microsoft.com/office/drawing/2014/main" id="{5001B730-E0F7-44BF-BEC5-EBFB613547C6}"/>
              </a:ext>
            </a:extLst>
          </p:cNvPr>
          <p:cNvSpPr txBox="1"/>
          <p:nvPr/>
        </p:nvSpPr>
        <p:spPr>
          <a:xfrm>
            <a:off x="2044213" y="5977632"/>
            <a:ext cx="6106049" cy="400110"/>
          </a:xfrm>
          <a:prstGeom prst="rect">
            <a:avLst/>
          </a:prstGeom>
          <a:noFill/>
        </p:spPr>
        <p:txBody>
          <a:bodyPr wrap="square">
            <a:spAutoFit/>
          </a:bodyPr>
          <a:lstStyle/>
          <a:p>
            <a:pPr>
              <a:defRPr/>
            </a:pPr>
            <a:r>
              <a:rPr lang="en-US" sz="1000" spc="280" dirty="0"/>
              <a:t>PEJABAT KETUA PEGAWAI KESELAMATAN KERAJAAN MALAYSIA</a:t>
            </a:r>
          </a:p>
          <a:p>
            <a:pPr>
              <a:defRPr/>
            </a:pPr>
            <a:r>
              <a:rPr lang="en-US" sz="1000" spc="280" dirty="0"/>
              <a:t>JABATAN PERDANA MENTERI</a:t>
            </a:r>
          </a:p>
        </p:txBody>
      </p:sp>
    </p:spTree>
    <p:extLst>
      <p:ext uri="{BB962C8B-B14F-4D97-AF65-F5344CB8AC3E}">
        <p14:creationId xmlns:p14="http://schemas.microsoft.com/office/powerpoint/2010/main" val="26532495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Google Shape;23;p7"/>
          <p:cNvSpPr/>
          <p:nvPr/>
        </p:nvSpPr>
        <p:spPr>
          <a:xfrm rot="-273566" flipH="1">
            <a:off x="3672993" y="3281123"/>
            <a:ext cx="4116508" cy="1015663"/>
          </a:xfrm>
          <a:custGeom>
            <a:avLst/>
            <a:gdLst/>
            <a:ahLst/>
            <a:cxnLst/>
            <a:rect l="l" t="t" r="r" b="b"/>
            <a:pathLst>
              <a:path w="11047" h="13401" extrusionOk="0">
                <a:moveTo>
                  <a:pt x="0" y="13401"/>
                </a:moveTo>
                <a:lnTo>
                  <a:pt x="2437" y="0"/>
                </a:lnTo>
                <a:cubicBezTo>
                  <a:pt x="5298" y="900"/>
                  <a:pt x="8159" y="58"/>
                  <a:pt x="11047" y="261"/>
                </a:cubicBezTo>
                <a:cubicBezTo>
                  <a:pt x="10973" y="2287"/>
                  <a:pt x="10474" y="4575"/>
                  <a:pt x="10400" y="6601"/>
                </a:cubicBezTo>
                <a:lnTo>
                  <a:pt x="0" y="13401"/>
                </a:lnTo>
                <a:close/>
              </a:path>
            </a:pathLst>
          </a:custGeom>
          <a:gradFill>
            <a:gsLst>
              <a:gs pos="0">
                <a:srgbClr val="0C0C0C"/>
              </a:gs>
              <a:gs pos="48000">
                <a:srgbClr val="4D585E"/>
              </a:gs>
              <a:gs pos="100000">
                <a:srgbClr val="8F9AA2"/>
              </a:gs>
            </a:gsLst>
            <a:path path="circle">
              <a:fillToRect l="100000" b="100000"/>
            </a:path>
            <a:tileRect t="-100000" r="-10000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grpSp>
        <p:nvGrpSpPr>
          <p:cNvPr id="24" name="Google Shape;24;p7"/>
          <p:cNvGrpSpPr/>
          <p:nvPr/>
        </p:nvGrpSpPr>
        <p:grpSpPr>
          <a:xfrm rot="-1333280" flipH="1">
            <a:off x="804170" y="2120752"/>
            <a:ext cx="6638762" cy="2202299"/>
            <a:chOff x="6313521" y="-581223"/>
            <a:chExt cx="2764258" cy="2354534"/>
          </a:xfrm>
        </p:grpSpPr>
        <p:sp>
          <p:nvSpPr>
            <p:cNvPr id="25" name="Google Shape;25;p7"/>
            <p:cNvSpPr/>
            <p:nvPr/>
          </p:nvSpPr>
          <p:spPr>
            <a:xfrm rot="-1207858">
              <a:off x="6392701" y="430378"/>
              <a:ext cx="2605899" cy="922685"/>
            </a:xfrm>
            <a:prstGeom prst="rect">
              <a:avLst/>
            </a:prstGeom>
            <a:gradFill>
              <a:gsLst>
                <a:gs pos="0">
                  <a:srgbClr val="2CB2E5"/>
                </a:gs>
                <a:gs pos="100000">
                  <a:srgbClr val="13607B"/>
                </a:gs>
              </a:gsLst>
              <a:lin ang="0" scaled="0"/>
            </a:gradFill>
            <a:ln>
              <a:noFill/>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b="0" i="0" u="none" strike="noStrike" cap="none">
                <a:solidFill>
                  <a:srgbClr val="757070"/>
                </a:solidFill>
                <a:latin typeface="Calibri"/>
                <a:ea typeface="Calibri"/>
                <a:cs typeface="Calibri"/>
                <a:sym typeface="Calibri"/>
              </a:endParaRPr>
            </a:p>
          </p:txBody>
        </p:sp>
        <p:sp>
          <p:nvSpPr>
            <p:cNvPr id="26" name="Google Shape;26;p7"/>
            <p:cNvSpPr/>
            <p:nvPr/>
          </p:nvSpPr>
          <p:spPr>
            <a:xfrm rot="-1207858">
              <a:off x="8528312" y="-539820"/>
              <a:ext cx="402920" cy="914475"/>
            </a:xfrm>
            <a:prstGeom prst="rect">
              <a:avLst/>
            </a:prstGeom>
            <a:gradFill>
              <a:gsLst>
                <a:gs pos="0">
                  <a:srgbClr val="282828"/>
                </a:gs>
                <a:gs pos="3000">
                  <a:srgbClr val="282828"/>
                </a:gs>
                <a:gs pos="100000">
                  <a:srgbClr val="4A4A4A"/>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b="1" i="0" u="none" strike="noStrike" cap="none" dirty="0">
                  <a:solidFill>
                    <a:srgbClr val="FFFFFF"/>
                  </a:solidFill>
                  <a:latin typeface="Calibri"/>
                  <a:ea typeface="Calibri"/>
                  <a:cs typeface="Calibri"/>
                  <a:sym typeface="Calibri"/>
                </a:rPr>
                <a:t>02</a:t>
              </a:r>
              <a:endParaRPr dirty="0"/>
            </a:p>
          </p:txBody>
        </p:sp>
      </p:grpSp>
      <p:sp>
        <p:nvSpPr>
          <p:cNvPr id="27" name="Google Shape;27;p7"/>
          <p:cNvSpPr/>
          <p:nvPr/>
        </p:nvSpPr>
        <p:spPr>
          <a:xfrm rot="-151934">
            <a:off x="3327582" y="3082710"/>
            <a:ext cx="7576146" cy="808627"/>
          </a:xfrm>
          <a:prstGeom prst="rect">
            <a:avLst/>
          </a:prstGeom>
          <a:noFill/>
          <a:ln>
            <a:noFill/>
          </a:ln>
        </p:spPr>
        <p:txBody>
          <a:bodyPr spcFirstLastPara="1" wrap="square" lIns="68650" tIns="34325" rIns="68650" bIns="34325" anchor="t" anchorCtr="0">
            <a:noAutofit/>
          </a:bodyPr>
          <a:lstStyle/>
          <a:p>
            <a:pPr lvl="0" algn="just"/>
            <a:r>
              <a:rPr lang="nb-NO" b="1" dirty="0">
                <a:latin typeface="Tahoma" panose="020B0604030504040204" pitchFamily="34" charset="0"/>
                <a:ea typeface="Tahoma" panose="020B0604030504040204" pitchFamily="34" charset="0"/>
                <a:cs typeface="Tahoma" panose="020B0604030504040204" pitchFamily="34" charset="0"/>
              </a:rPr>
              <a:t>Kulit fail ‘Rahsia’ berwarna merah jambu dengan berpalang merah di sebelah luar kulit hadapan dan belakang, </a:t>
            </a:r>
          </a:p>
        </p:txBody>
      </p:sp>
      <p:pic>
        <p:nvPicPr>
          <p:cNvPr id="28" name="Google Shape;28;p7"/>
          <p:cNvPicPr preferRelativeResize="0"/>
          <p:nvPr/>
        </p:nvPicPr>
        <p:blipFill rotWithShape="1">
          <a:blip r:embed="rId3">
            <a:alphaModFix/>
          </a:blip>
          <a:srcRect l="37304" t="36746" r="32910" b="35552"/>
          <a:stretch/>
        </p:blipFill>
        <p:spPr>
          <a:xfrm>
            <a:off x="11152730" y="2767778"/>
            <a:ext cx="959072" cy="838443"/>
          </a:xfrm>
          <a:prstGeom prst="rect">
            <a:avLst/>
          </a:prstGeom>
          <a:noFill/>
          <a:ln>
            <a:noFill/>
          </a:ln>
        </p:spPr>
      </p:pic>
      <p:sp>
        <p:nvSpPr>
          <p:cNvPr id="29" name="Google Shape;29;p7"/>
          <p:cNvSpPr/>
          <p:nvPr/>
        </p:nvSpPr>
        <p:spPr>
          <a:xfrm rot="-273566" flipH="1">
            <a:off x="3947835" y="5255157"/>
            <a:ext cx="4116508" cy="1015663"/>
          </a:xfrm>
          <a:custGeom>
            <a:avLst/>
            <a:gdLst/>
            <a:ahLst/>
            <a:cxnLst/>
            <a:rect l="l" t="t" r="r" b="b"/>
            <a:pathLst>
              <a:path w="11047" h="13401" extrusionOk="0">
                <a:moveTo>
                  <a:pt x="0" y="13401"/>
                </a:moveTo>
                <a:lnTo>
                  <a:pt x="2437" y="0"/>
                </a:lnTo>
                <a:cubicBezTo>
                  <a:pt x="5298" y="900"/>
                  <a:pt x="8159" y="58"/>
                  <a:pt x="11047" y="261"/>
                </a:cubicBezTo>
                <a:cubicBezTo>
                  <a:pt x="10973" y="2287"/>
                  <a:pt x="10474" y="4575"/>
                  <a:pt x="10400" y="6601"/>
                </a:cubicBezTo>
                <a:lnTo>
                  <a:pt x="0" y="13401"/>
                </a:lnTo>
                <a:close/>
              </a:path>
            </a:pathLst>
          </a:custGeom>
          <a:gradFill>
            <a:gsLst>
              <a:gs pos="0">
                <a:srgbClr val="0C0C0C"/>
              </a:gs>
              <a:gs pos="48000">
                <a:srgbClr val="4D585E"/>
              </a:gs>
              <a:gs pos="100000">
                <a:srgbClr val="6D7980">
                  <a:alpha val="52941"/>
                </a:srgbClr>
              </a:gs>
            </a:gsLst>
            <a:path path="circle">
              <a:fillToRect l="100000" b="100000"/>
            </a:path>
            <a:tileRect t="-100000" r="-10000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grpSp>
        <p:nvGrpSpPr>
          <p:cNvPr id="30" name="Google Shape;30;p7"/>
          <p:cNvGrpSpPr/>
          <p:nvPr/>
        </p:nvGrpSpPr>
        <p:grpSpPr>
          <a:xfrm rot="-1333280" flipH="1">
            <a:off x="1160262" y="4391594"/>
            <a:ext cx="6258440" cy="1750862"/>
            <a:chOff x="6377695" y="-732651"/>
            <a:chExt cx="2605899" cy="1871892"/>
          </a:xfrm>
        </p:grpSpPr>
        <p:sp>
          <p:nvSpPr>
            <p:cNvPr id="31" name="Google Shape;31;p7"/>
            <p:cNvSpPr/>
            <p:nvPr/>
          </p:nvSpPr>
          <p:spPr>
            <a:xfrm rot="20392142">
              <a:off x="6377695" y="216556"/>
              <a:ext cx="2605899" cy="922685"/>
            </a:xfrm>
            <a:prstGeom prst="rect">
              <a:avLst/>
            </a:prstGeom>
            <a:gradFill>
              <a:gsLst>
                <a:gs pos="0">
                  <a:srgbClr val="E65246"/>
                </a:gs>
                <a:gs pos="100000">
                  <a:srgbClr val="7E2626"/>
                </a:gs>
              </a:gsLst>
              <a:lin ang="0" scaled="0"/>
            </a:gradFill>
            <a:ln>
              <a:noFill/>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b="0" i="0" u="none" strike="noStrike" cap="none" dirty="0">
                <a:solidFill>
                  <a:srgbClr val="757070"/>
                </a:solidFill>
                <a:latin typeface="Calibri"/>
                <a:ea typeface="Calibri"/>
                <a:cs typeface="Calibri"/>
                <a:sym typeface="Calibri"/>
              </a:endParaRPr>
            </a:p>
          </p:txBody>
        </p:sp>
        <p:sp>
          <p:nvSpPr>
            <p:cNvPr id="32" name="Google Shape;32;p7"/>
            <p:cNvSpPr/>
            <p:nvPr/>
          </p:nvSpPr>
          <p:spPr>
            <a:xfrm rot="20392142">
              <a:off x="8492079" y="-732651"/>
              <a:ext cx="402920" cy="914475"/>
            </a:xfrm>
            <a:prstGeom prst="rect">
              <a:avLst/>
            </a:prstGeom>
            <a:gradFill>
              <a:gsLst>
                <a:gs pos="0">
                  <a:srgbClr val="282828"/>
                </a:gs>
                <a:gs pos="3000">
                  <a:srgbClr val="282828"/>
                </a:gs>
                <a:gs pos="100000">
                  <a:srgbClr val="4A4A4A"/>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b="1" i="0" u="none" strike="noStrike" cap="none" dirty="0">
                  <a:solidFill>
                    <a:srgbClr val="FFFFFF"/>
                  </a:solidFill>
                  <a:latin typeface="Calibri"/>
                  <a:ea typeface="Calibri"/>
                  <a:cs typeface="Calibri"/>
                  <a:sym typeface="Calibri"/>
                </a:rPr>
                <a:t>04</a:t>
              </a:r>
              <a:endParaRPr dirty="0"/>
            </a:p>
          </p:txBody>
        </p:sp>
      </p:grpSp>
      <p:sp>
        <p:nvSpPr>
          <p:cNvPr id="33" name="Google Shape;33;p7"/>
          <p:cNvSpPr/>
          <p:nvPr/>
        </p:nvSpPr>
        <p:spPr>
          <a:xfrm rot="-151934">
            <a:off x="3297396" y="5343333"/>
            <a:ext cx="7435950" cy="808627"/>
          </a:xfrm>
          <a:prstGeom prst="rect">
            <a:avLst/>
          </a:prstGeom>
          <a:noFill/>
          <a:ln>
            <a:noFill/>
          </a:ln>
        </p:spPr>
        <p:txBody>
          <a:bodyPr spcFirstLastPara="1" wrap="square" lIns="68650" tIns="34325" rIns="68650" bIns="34325" anchor="t" anchorCtr="0">
            <a:noAutofit/>
          </a:bodyPr>
          <a:lstStyle/>
          <a:p>
            <a:pPr lvl="0" algn="just"/>
            <a:r>
              <a:rPr lang="nb-NO" b="1" dirty="0">
                <a:latin typeface="Tahoma" panose="020B0604030504040204" pitchFamily="34" charset="0"/>
                <a:ea typeface="Tahoma" panose="020B0604030504040204" pitchFamily="34" charset="0"/>
                <a:cs typeface="Tahoma" panose="020B0604030504040204" pitchFamily="34" charset="0"/>
              </a:rPr>
              <a:t>Kulit fail ‘Terhad’’ berwarna putih.</a:t>
            </a:r>
            <a:endParaRPr lang="en-MY" b="1" dirty="0">
              <a:latin typeface="Tahoma" panose="020B0604030504040204" pitchFamily="34" charset="0"/>
              <a:ea typeface="Tahoma" panose="020B0604030504040204" pitchFamily="34" charset="0"/>
              <a:cs typeface="Tahoma" panose="020B0604030504040204" pitchFamily="34" charset="0"/>
            </a:endParaRPr>
          </a:p>
        </p:txBody>
      </p:sp>
      <p:pic>
        <p:nvPicPr>
          <p:cNvPr id="34" name="Google Shape;34;p7"/>
          <p:cNvPicPr preferRelativeResize="0"/>
          <p:nvPr/>
        </p:nvPicPr>
        <p:blipFill rotWithShape="1">
          <a:blip r:embed="rId3">
            <a:alphaModFix/>
          </a:blip>
          <a:srcRect l="2960" t="37016" r="67254" b="35283"/>
          <a:stretch/>
        </p:blipFill>
        <p:spPr>
          <a:xfrm>
            <a:off x="11087410" y="5090448"/>
            <a:ext cx="959072" cy="838443"/>
          </a:xfrm>
          <a:prstGeom prst="rect">
            <a:avLst/>
          </a:prstGeom>
          <a:noFill/>
          <a:ln>
            <a:noFill/>
          </a:ln>
        </p:spPr>
      </p:pic>
      <p:sp>
        <p:nvSpPr>
          <p:cNvPr id="35" name="Google Shape;35;p7"/>
          <p:cNvSpPr/>
          <p:nvPr/>
        </p:nvSpPr>
        <p:spPr>
          <a:xfrm flipH="1">
            <a:off x="4057470" y="4453156"/>
            <a:ext cx="4116508" cy="1015663"/>
          </a:xfrm>
          <a:custGeom>
            <a:avLst/>
            <a:gdLst/>
            <a:ahLst/>
            <a:cxnLst/>
            <a:rect l="l" t="t" r="r" b="b"/>
            <a:pathLst>
              <a:path w="11047" h="13401" extrusionOk="0">
                <a:moveTo>
                  <a:pt x="0" y="13401"/>
                </a:moveTo>
                <a:lnTo>
                  <a:pt x="2437" y="0"/>
                </a:lnTo>
                <a:cubicBezTo>
                  <a:pt x="5298" y="900"/>
                  <a:pt x="8159" y="58"/>
                  <a:pt x="11047" y="261"/>
                </a:cubicBezTo>
                <a:cubicBezTo>
                  <a:pt x="10973" y="2287"/>
                  <a:pt x="10474" y="4575"/>
                  <a:pt x="10400" y="6601"/>
                </a:cubicBezTo>
                <a:lnTo>
                  <a:pt x="0" y="13401"/>
                </a:lnTo>
                <a:close/>
              </a:path>
            </a:pathLst>
          </a:custGeom>
          <a:gradFill>
            <a:gsLst>
              <a:gs pos="0">
                <a:srgbClr val="0C0C0C"/>
              </a:gs>
              <a:gs pos="48000">
                <a:srgbClr val="000000">
                  <a:alpha val="65882"/>
                </a:srgbClr>
              </a:gs>
              <a:gs pos="100000">
                <a:srgbClr val="8F9AA2">
                  <a:alpha val="16862"/>
                </a:srgbClr>
              </a:gs>
            </a:gsLst>
            <a:path path="circle">
              <a:fillToRect l="100000" b="100000"/>
            </a:path>
            <a:tileRect t="-100000" r="-10000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grpSp>
        <p:nvGrpSpPr>
          <p:cNvPr id="36" name="Google Shape;36;p7"/>
          <p:cNvGrpSpPr/>
          <p:nvPr/>
        </p:nvGrpSpPr>
        <p:grpSpPr>
          <a:xfrm rot="-1059714" flipH="1">
            <a:off x="1264131" y="3181201"/>
            <a:ext cx="6621627" cy="2197850"/>
            <a:chOff x="6320656" y="-581131"/>
            <a:chExt cx="2757124" cy="2349777"/>
          </a:xfrm>
        </p:grpSpPr>
        <p:sp>
          <p:nvSpPr>
            <p:cNvPr id="37" name="Google Shape;37;p7"/>
            <p:cNvSpPr/>
            <p:nvPr/>
          </p:nvSpPr>
          <p:spPr>
            <a:xfrm rot="-1207858">
              <a:off x="6400068" y="427021"/>
              <a:ext cx="2598300" cy="922685"/>
            </a:xfrm>
            <a:prstGeom prst="rect">
              <a:avLst/>
            </a:prstGeom>
            <a:gradFill>
              <a:gsLst>
                <a:gs pos="0">
                  <a:srgbClr val="3ECA67"/>
                </a:gs>
                <a:gs pos="100000">
                  <a:srgbClr val="19572C"/>
                </a:gs>
              </a:gsLst>
              <a:lin ang="0" scaled="0"/>
            </a:gradFill>
            <a:ln>
              <a:noFill/>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b="0" i="0" u="none" strike="noStrike" cap="none">
                <a:solidFill>
                  <a:srgbClr val="757070"/>
                </a:solidFill>
                <a:latin typeface="Calibri"/>
                <a:ea typeface="Calibri"/>
                <a:cs typeface="Calibri"/>
                <a:sym typeface="Calibri"/>
              </a:endParaRPr>
            </a:p>
          </p:txBody>
        </p:sp>
        <p:sp>
          <p:nvSpPr>
            <p:cNvPr id="38" name="Google Shape;38;p7"/>
            <p:cNvSpPr/>
            <p:nvPr/>
          </p:nvSpPr>
          <p:spPr>
            <a:xfrm rot="-1207858">
              <a:off x="8528213" y="-539728"/>
              <a:ext cx="402920" cy="914475"/>
            </a:xfrm>
            <a:prstGeom prst="rect">
              <a:avLst/>
            </a:prstGeom>
            <a:gradFill>
              <a:gsLst>
                <a:gs pos="0">
                  <a:srgbClr val="282828"/>
                </a:gs>
                <a:gs pos="3000">
                  <a:srgbClr val="282828"/>
                </a:gs>
                <a:gs pos="100000">
                  <a:srgbClr val="4A4A4A"/>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b="1" i="0" u="none" strike="noStrike" cap="none" dirty="0">
                  <a:solidFill>
                    <a:srgbClr val="FFFFFF"/>
                  </a:solidFill>
                  <a:latin typeface="Calibri"/>
                  <a:ea typeface="Calibri"/>
                  <a:cs typeface="Calibri"/>
                  <a:sym typeface="Calibri"/>
                </a:rPr>
                <a:t>03</a:t>
              </a:r>
              <a:endParaRPr dirty="0"/>
            </a:p>
          </p:txBody>
        </p:sp>
      </p:grpSp>
      <p:sp>
        <p:nvSpPr>
          <p:cNvPr id="39" name="Google Shape;39;p7"/>
          <p:cNvSpPr/>
          <p:nvPr/>
        </p:nvSpPr>
        <p:spPr>
          <a:xfrm rot="121632">
            <a:off x="3243863" y="4347380"/>
            <a:ext cx="8692683" cy="978066"/>
          </a:xfrm>
          <a:prstGeom prst="rect">
            <a:avLst/>
          </a:prstGeom>
          <a:noFill/>
          <a:ln>
            <a:noFill/>
          </a:ln>
        </p:spPr>
        <p:txBody>
          <a:bodyPr spcFirstLastPara="1" wrap="square" lIns="68650" tIns="34325" rIns="68650" bIns="34325" anchor="t" anchorCtr="0">
            <a:noAutofit/>
          </a:bodyPr>
          <a:lstStyle/>
          <a:p>
            <a:pPr lvl="0" algn="just"/>
            <a:r>
              <a:rPr lang="nb-NO" b="1" dirty="0">
                <a:latin typeface="Tahoma" panose="020B0604030504040204" pitchFamily="34" charset="0"/>
                <a:ea typeface="Tahoma" panose="020B0604030504040204" pitchFamily="34" charset="0"/>
                <a:cs typeface="Tahoma" panose="020B0604030504040204" pitchFamily="34" charset="0"/>
              </a:rPr>
              <a:t>Kulit fail ‘Sulit’ berwarna hijau</a:t>
            </a:r>
          </a:p>
        </p:txBody>
      </p:sp>
      <p:sp>
        <p:nvSpPr>
          <p:cNvPr id="40" name="Google Shape;40;p7"/>
          <p:cNvSpPr/>
          <p:nvPr/>
        </p:nvSpPr>
        <p:spPr>
          <a:xfrm flipH="1">
            <a:off x="4090360" y="2366614"/>
            <a:ext cx="4116508" cy="1015663"/>
          </a:xfrm>
          <a:custGeom>
            <a:avLst/>
            <a:gdLst/>
            <a:ahLst/>
            <a:cxnLst/>
            <a:rect l="l" t="t" r="r" b="b"/>
            <a:pathLst>
              <a:path w="11047" h="13401" extrusionOk="0">
                <a:moveTo>
                  <a:pt x="0" y="13401"/>
                </a:moveTo>
                <a:lnTo>
                  <a:pt x="2437" y="0"/>
                </a:lnTo>
                <a:cubicBezTo>
                  <a:pt x="5298" y="900"/>
                  <a:pt x="8159" y="58"/>
                  <a:pt x="11047" y="261"/>
                </a:cubicBezTo>
                <a:cubicBezTo>
                  <a:pt x="10973" y="2287"/>
                  <a:pt x="10474" y="4575"/>
                  <a:pt x="10400" y="6601"/>
                </a:cubicBezTo>
                <a:lnTo>
                  <a:pt x="0" y="13401"/>
                </a:lnTo>
                <a:close/>
              </a:path>
            </a:pathLst>
          </a:custGeom>
          <a:gradFill>
            <a:gsLst>
              <a:gs pos="0">
                <a:srgbClr val="0C0C0C"/>
              </a:gs>
              <a:gs pos="48000">
                <a:srgbClr val="000000">
                  <a:alpha val="65882"/>
                </a:srgbClr>
              </a:gs>
              <a:gs pos="100000">
                <a:srgbClr val="8F9AA2">
                  <a:alpha val="16862"/>
                </a:srgbClr>
              </a:gs>
            </a:gsLst>
            <a:path path="circle">
              <a:fillToRect l="100000" b="100000"/>
            </a:path>
            <a:tileRect t="-100000" r="-10000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grpSp>
        <p:nvGrpSpPr>
          <p:cNvPr id="41" name="Google Shape;41;p7"/>
          <p:cNvGrpSpPr/>
          <p:nvPr/>
        </p:nvGrpSpPr>
        <p:grpSpPr>
          <a:xfrm rot="-1059714" flipH="1">
            <a:off x="1059726" y="926461"/>
            <a:ext cx="6624887" cy="2203166"/>
            <a:chOff x="6320656" y="-586813"/>
            <a:chExt cx="2758481" cy="2355460"/>
          </a:xfrm>
        </p:grpSpPr>
        <p:sp>
          <p:nvSpPr>
            <p:cNvPr id="42" name="Google Shape;42;p7"/>
            <p:cNvSpPr/>
            <p:nvPr/>
          </p:nvSpPr>
          <p:spPr>
            <a:xfrm rot="-1207858">
              <a:off x="6400068" y="427021"/>
              <a:ext cx="2598300" cy="922685"/>
            </a:xfrm>
            <a:prstGeom prst="rect">
              <a:avLst/>
            </a:prstGeom>
            <a:gradFill>
              <a:gsLst>
                <a:gs pos="0">
                  <a:srgbClr val="FEB932"/>
                </a:gs>
                <a:gs pos="100000">
                  <a:srgbClr val="C1581D"/>
                </a:gs>
              </a:gsLst>
              <a:lin ang="0" scaled="0"/>
            </a:gradFill>
            <a:ln>
              <a:noFill/>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b="0" i="0" u="none" strike="noStrike" cap="none">
                <a:solidFill>
                  <a:srgbClr val="757070"/>
                </a:solidFill>
                <a:latin typeface="Calibri"/>
                <a:ea typeface="Calibri"/>
                <a:cs typeface="Calibri"/>
                <a:sym typeface="Calibri"/>
              </a:endParaRPr>
            </a:p>
          </p:txBody>
        </p:sp>
        <p:sp>
          <p:nvSpPr>
            <p:cNvPr id="43" name="Google Shape;43;p7"/>
            <p:cNvSpPr/>
            <p:nvPr/>
          </p:nvSpPr>
          <p:spPr>
            <a:xfrm rot="-1207858">
              <a:off x="8528532" y="-545877"/>
              <a:ext cx="402920" cy="929738"/>
            </a:xfrm>
            <a:prstGeom prst="rect">
              <a:avLst/>
            </a:prstGeom>
            <a:gradFill>
              <a:gsLst>
                <a:gs pos="0">
                  <a:srgbClr val="282828"/>
                </a:gs>
                <a:gs pos="3000">
                  <a:srgbClr val="282828"/>
                </a:gs>
                <a:gs pos="100000">
                  <a:srgbClr val="4A4A4A"/>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b="1" i="0" u="none" strike="noStrike" cap="none" dirty="0">
                  <a:solidFill>
                    <a:srgbClr val="FFFFFF"/>
                  </a:solidFill>
                  <a:latin typeface="Calibri"/>
                  <a:ea typeface="Calibri"/>
                  <a:cs typeface="Calibri"/>
                  <a:sym typeface="Calibri"/>
                </a:rPr>
                <a:t>01</a:t>
              </a:r>
              <a:endParaRPr dirty="0"/>
            </a:p>
          </p:txBody>
        </p:sp>
      </p:grpSp>
      <p:sp>
        <p:nvSpPr>
          <p:cNvPr id="44" name="Google Shape;44;p7"/>
          <p:cNvSpPr/>
          <p:nvPr/>
        </p:nvSpPr>
        <p:spPr>
          <a:xfrm rot="-273566" flipH="1">
            <a:off x="3672993" y="1137011"/>
            <a:ext cx="4116508" cy="1015663"/>
          </a:xfrm>
          <a:custGeom>
            <a:avLst/>
            <a:gdLst/>
            <a:ahLst/>
            <a:cxnLst/>
            <a:rect l="l" t="t" r="r" b="b"/>
            <a:pathLst>
              <a:path w="11047" h="13401" extrusionOk="0">
                <a:moveTo>
                  <a:pt x="0" y="13401"/>
                </a:moveTo>
                <a:lnTo>
                  <a:pt x="2437" y="0"/>
                </a:lnTo>
                <a:cubicBezTo>
                  <a:pt x="5298" y="900"/>
                  <a:pt x="8159" y="58"/>
                  <a:pt x="11047" y="261"/>
                </a:cubicBezTo>
                <a:cubicBezTo>
                  <a:pt x="10973" y="2287"/>
                  <a:pt x="10474" y="4575"/>
                  <a:pt x="10400" y="6601"/>
                </a:cubicBezTo>
                <a:lnTo>
                  <a:pt x="0" y="13401"/>
                </a:lnTo>
                <a:close/>
              </a:path>
            </a:pathLst>
          </a:custGeom>
          <a:gradFill>
            <a:gsLst>
              <a:gs pos="0">
                <a:srgbClr val="0C0C0C"/>
              </a:gs>
              <a:gs pos="48000">
                <a:srgbClr val="4D585E"/>
              </a:gs>
              <a:gs pos="100000">
                <a:srgbClr val="8F9AA2"/>
              </a:gs>
            </a:gsLst>
            <a:path path="circle">
              <a:fillToRect l="100000" b="100000"/>
            </a:path>
            <a:tileRect t="-100000" r="-10000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grpSp>
        <p:nvGrpSpPr>
          <p:cNvPr id="45" name="Google Shape;45;p7"/>
          <p:cNvGrpSpPr/>
          <p:nvPr/>
        </p:nvGrpSpPr>
        <p:grpSpPr>
          <a:xfrm rot="-1333280" flipH="1">
            <a:off x="724305" y="-204523"/>
            <a:ext cx="7171871" cy="1929037"/>
            <a:chOff x="6023983" y="-541266"/>
            <a:chExt cx="2986235" cy="2062381"/>
          </a:xfrm>
        </p:grpSpPr>
        <p:sp>
          <p:nvSpPr>
            <p:cNvPr id="46" name="Google Shape;46;p7"/>
            <p:cNvSpPr/>
            <p:nvPr/>
          </p:nvSpPr>
          <p:spPr>
            <a:xfrm rot="20392142">
              <a:off x="6023983" y="598430"/>
              <a:ext cx="2986235" cy="922685"/>
            </a:xfrm>
            <a:prstGeom prst="rect">
              <a:avLst/>
            </a:prstGeom>
            <a:gradFill>
              <a:gsLst>
                <a:gs pos="0">
                  <a:srgbClr val="E42E69"/>
                </a:gs>
                <a:gs pos="100000">
                  <a:srgbClr val="901C40"/>
                </a:gs>
              </a:gsLst>
              <a:lin ang="0" scaled="0"/>
            </a:gradFill>
            <a:ln>
              <a:noFill/>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b="0" i="0" u="none" strike="noStrike" cap="none">
                <a:solidFill>
                  <a:srgbClr val="757070"/>
                </a:solidFill>
                <a:latin typeface="Calibri"/>
                <a:ea typeface="Calibri"/>
                <a:cs typeface="Calibri"/>
                <a:sym typeface="Calibri"/>
              </a:endParaRPr>
            </a:p>
          </p:txBody>
        </p:sp>
        <p:sp>
          <p:nvSpPr>
            <p:cNvPr id="47" name="Google Shape;47;p7"/>
            <p:cNvSpPr/>
            <p:nvPr/>
          </p:nvSpPr>
          <p:spPr>
            <a:xfrm rot="-1207858">
              <a:off x="8528599" y="-541266"/>
              <a:ext cx="402920" cy="922640"/>
            </a:xfrm>
            <a:prstGeom prst="rect">
              <a:avLst/>
            </a:prstGeom>
            <a:gradFill>
              <a:gsLst>
                <a:gs pos="0">
                  <a:srgbClr val="282828"/>
                </a:gs>
                <a:gs pos="3000">
                  <a:srgbClr val="282828"/>
                </a:gs>
                <a:gs pos="100000">
                  <a:srgbClr val="4A4A4A"/>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dirty="0"/>
            </a:p>
          </p:txBody>
        </p:sp>
      </p:grpSp>
      <p:grpSp>
        <p:nvGrpSpPr>
          <p:cNvPr id="48" name="Google Shape;48;p7"/>
          <p:cNvGrpSpPr/>
          <p:nvPr/>
        </p:nvGrpSpPr>
        <p:grpSpPr>
          <a:xfrm>
            <a:off x="2372189" y="326455"/>
            <a:ext cx="960150" cy="6204241"/>
            <a:chOff x="7635546" y="1505862"/>
            <a:chExt cx="644928" cy="3726643"/>
          </a:xfrm>
        </p:grpSpPr>
        <p:grpSp>
          <p:nvGrpSpPr>
            <p:cNvPr id="49" name="Google Shape;49;p7"/>
            <p:cNvGrpSpPr/>
            <p:nvPr/>
          </p:nvGrpSpPr>
          <p:grpSpPr>
            <a:xfrm>
              <a:off x="7655506" y="2808678"/>
              <a:ext cx="607331" cy="2423827"/>
              <a:chOff x="2700879" y="1478500"/>
              <a:chExt cx="482093" cy="1843943"/>
            </a:xfrm>
          </p:grpSpPr>
          <p:sp>
            <p:nvSpPr>
              <p:cNvPr id="50" name="Google Shape;50;p7"/>
              <p:cNvSpPr/>
              <p:nvPr/>
            </p:nvSpPr>
            <p:spPr>
              <a:xfrm rot="10800000" flipH="1">
                <a:off x="2700879" y="1478500"/>
                <a:ext cx="482093" cy="1834742"/>
              </a:xfrm>
              <a:custGeom>
                <a:avLst/>
                <a:gdLst/>
                <a:ahLst/>
                <a:cxnLst/>
                <a:rect l="l" t="t" r="r" b="b"/>
                <a:pathLst>
                  <a:path w="940813" h="3496036" extrusionOk="0">
                    <a:moveTo>
                      <a:pt x="0" y="3496036"/>
                    </a:moveTo>
                    <a:lnTo>
                      <a:pt x="940535" y="3496036"/>
                    </a:lnTo>
                    <a:lnTo>
                      <a:pt x="940535" y="887080"/>
                    </a:lnTo>
                    <a:lnTo>
                      <a:pt x="940813" y="887080"/>
                    </a:lnTo>
                    <a:lnTo>
                      <a:pt x="470407" y="0"/>
                    </a:lnTo>
                    <a:lnTo>
                      <a:pt x="139" y="886818"/>
                    </a:lnTo>
                    <a:lnTo>
                      <a:pt x="0" y="886818"/>
                    </a:lnTo>
                    <a:lnTo>
                      <a:pt x="0" y="887080"/>
                    </a:lnTo>
                    <a:close/>
                  </a:path>
                </a:pathLst>
              </a:custGeom>
              <a:gradFill>
                <a:gsLst>
                  <a:gs pos="0">
                    <a:srgbClr val="FDE2C5"/>
                  </a:gs>
                  <a:gs pos="57000">
                    <a:srgbClr val="E8A374"/>
                  </a:gs>
                  <a:gs pos="73000">
                    <a:srgbClr val="C37E45"/>
                  </a:gs>
                  <a:gs pos="94631">
                    <a:srgbClr val="F1BF99"/>
                  </a:gs>
                  <a:gs pos="100000">
                    <a:srgbClr val="F1BF99"/>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85" b="0" i="0" u="none" strike="noStrike" cap="none">
                  <a:solidFill>
                    <a:srgbClr val="FFFFFF"/>
                  </a:solidFill>
                  <a:latin typeface="Calibri"/>
                  <a:ea typeface="Calibri"/>
                  <a:cs typeface="Calibri"/>
                  <a:sym typeface="Calibri"/>
                </a:endParaRPr>
              </a:p>
            </p:txBody>
          </p:sp>
          <p:sp>
            <p:nvSpPr>
              <p:cNvPr id="51" name="Google Shape;51;p7"/>
              <p:cNvSpPr/>
              <p:nvPr/>
            </p:nvSpPr>
            <p:spPr>
              <a:xfrm>
                <a:off x="2873754" y="3173373"/>
                <a:ext cx="109461" cy="116951"/>
              </a:xfrm>
              <a:custGeom>
                <a:avLst/>
                <a:gdLst/>
                <a:ahLst/>
                <a:cxnLst/>
                <a:rect l="l" t="t" r="r" b="b"/>
                <a:pathLst>
                  <a:path w="206467" h="177143" extrusionOk="0">
                    <a:moveTo>
                      <a:pt x="0" y="0"/>
                    </a:moveTo>
                    <a:lnTo>
                      <a:pt x="206467" y="177143"/>
                    </a:lnTo>
                    <a:lnTo>
                      <a:pt x="206467" y="177143"/>
                    </a:lnTo>
                    <a:lnTo>
                      <a:pt x="0" y="0"/>
                    </a:lnTo>
                    <a:lnTo>
                      <a:pt x="0" y="0"/>
                    </a:lnTo>
                    <a:close/>
                  </a:path>
                </a:pathLst>
              </a:custGeom>
              <a:gradFill>
                <a:gsLst>
                  <a:gs pos="0">
                    <a:srgbClr val="866CAF"/>
                  </a:gs>
                  <a:gs pos="100000">
                    <a:srgbClr val="9B89C0"/>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85" b="0" i="0" u="none" strike="noStrike" cap="none">
                  <a:solidFill>
                    <a:srgbClr val="FFFFFF"/>
                  </a:solidFill>
                  <a:latin typeface="Calibri"/>
                  <a:ea typeface="Calibri"/>
                  <a:cs typeface="Calibri"/>
                  <a:sym typeface="Calibri"/>
                </a:endParaRPr>
              </a:p>
            </p:txBody>
          </p:sp>
          <p:sp>
            <p:nvSpPr>
              <p:cNvPr id="52" name="Google Shape;52;p7"/>
              <p:cNvSpPr/>
              <p:nvPr/>
            </p:nvSpPr>
            <p:spPr>
              <a:xfrm rot="10800000" flipH="1">
                <a:off x="2861078" y="3166736"/>
                <a:ext cx="156913" cy="155707"/>
              </a:xfrm>
              <a:custGeom>
                <a:avLst/>
                <a:gdLst/>
                <a:ahLst/>
                <a:cxnLst/>
                <a:rect l="l" t="t" r="r" b="b"/>
                <a:pathLst>
                  <a:path w="227006" h="195768" extrusionOk="0">
                    <a:moveTo>
                      <a:pt x="0" y="195768"/>
                    </a:moveTo>
                    <a:lnTo>
                      <a:pt x="227006" y="195768"/>
                    </a:lnTo>
                    <a:lnTo>
                      <a:pt x="113503" y="0"/>
                    </a:lnTo>
                    <a:close/>
                  </a:path>
                </a:pathLst>
              </a:custGeom>
              <a:gradFill>
                <a:gsLst>
                  <a:gs pos="0">
                    <a:srgbClr val="0C0C0C"/>
                  </a:gs>
                  <a:gs pos="18000">
                    <a:srgbClr val="0C0C0C"/>
                  </a:gs>
                  <a:gs pos="49000">
                    <a:srgbClr val="3F3F3F"/>
                  </a:gs>
                  <a:gs pos="77000">
                    <a:schemeClr val="dk1"/>
                  </a:gs>
                  <a:gs pos="100000">
                    <a:schemeClr val="dk1"/>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85" b="0" i="0" u="none" strike="noStrike" cap="none">
                  <a:solidFill>
                    <a:srgbClr val="FFFFFF"/>
                  </a:solidFill>
                  <a:latin typeface="Calibri"/>
                  <a:ea typeface="Calibri"/>
                  <a:cs typeface="Calibri"/>
                  <a:sym typeface="Calibri"/>
                </a:endParaRPr>
              </a:p>
            </p:txBody>
          </p:sp>
        </p:grpSp>
        <p:grpSp>
          <p:nvGrpSpPr>
            <p:cNvPr id="53" name="Google Shape;53;p7"/>
            <p:cNvGrpSpPr/>
            <p:nvPr/>
          </p:nvGrpSpPr>
          <p:grpSpPr>
            <a:xfrm flipH="1">
              <a:off x="7654600" y="2488591"/>
              <a:ext cx="609948" cy="2134066"/>
              <a:chOff x="3835539" y="97456"/>
              <a:chExt cx="499930" cy="5386032"/>
            </a:xfrm>
          </p:grpSpPr>
          <p:grpSp>
            <p:nvGrpSpPr>
              <p:cNvPr id="54" name="Google Shape;54;p7"/>
              <p:cNvGrpSpPr/>
              <p:nvPr/>
            </p:nvGrpSpPr>
            <p:grpSpPr>
              <a:xfrm>
                <a:off x="3835539" y="4084854"/>
                <a:ext cx="499930" cy="1398634"/>
                <a:chOff x="2689204" y="1450752"/>
                <a:chExt cx="499930" cy="1398634"/>
              </a:xfrm>
            </p:grpSpPr>
            <p:sp>
              <p:nvSpPr>
                <p:cNvPr id="55" name="Google Shape;55;p7"/>
                <p:cNvSpPr/>
                <p:nvPr/>
              </p:nvSpPr>
              <p:spPr>
                <a:xfrm>
                  <a:off x="2821221" y="1450752"/>
                  <a:ext cx="241840" cy="1364199"/>
                </a:xfrm>
                <a:custGeom>
                  <a:avLst/>
                  <a:gdLst/>
                  <a:ahLst/>
                  <a:cxnLst/>
                  <a:rect l="l" t="t" r="r" b="b"/>
                  <a:pathLst>
                    <a:path w="451189" h="2225348" extrusionOk="0">
                      <a:moveTo>
                        <a:pt x="0" y="0"/>
                      </a:moveTo>
                      <a:lnTo>
                        <a:pt x="451189" y="0"/>
                      </a:lnTo>
                      <a:lnTo>
                        <a:pt x="451189" y="2038397"/>
                      </a:lnTo>
                      <a:lnTo>
                        <a:pt x="447870" y="2035549"/>
                      </a:lnTo>
                      <a:lnTo>
                        <a:pt x="226652" y="2225348"/>
                      </a:lnTo>
                      <a:lnTo>
                        <a:pt x="206467" y="2225348"/>
                      </a:lnTo>
                      <a:lnTo>
                        <a:pt x="0" y="2048205"/>
                      </a:lnTo>
                      <a:lnTo>
                        <a:pt x="0" y="0"/>
                      </a:lnTo>
                      <a:close/>
                    </a:path>
                  </a:pathLst>
                </a:custGeom>
                <a:solidFill>
                  <a:srgbClr val="E39F2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85" b="0" i="0" u="none" strike="noStrike" cap="none">
                    <a:solidFill>
                      <a:srgbClr val="FFFFFF"/>
                    </a:solidFill>
                    <a:latin typeface="Calibri"/>
                    <a:ea typeface="Calibri"/>
                    <a:cs typeface="Calibri"/>
                    <a:sym typeface="Calibri"/>
                  </a:endParaRPr>
                </a:p>
              </p:txBody>
            </p:sp>
            <p:sp>
              <p:nvSpPr>
                <p:cNvPr id="56" name="Google Shape;56;p7"/>
                <p:cNvSpPr/>
                <p:nvPr/>
              </p:nvSpPr>
              <p:spPr>
                <a:xfrm>
                  <a:off x="2689204" y="1450752"/>
                  <a:ext cx="132017" cy="1398634"/>
                </a:xfrm>
                <a:custGeom>
                  <a:avLst/>
                  <a:gdLst/>
                  <a:ahLst/>
                  <a:cxnLst/>
                  <a:rect l="l" t="t" r="r" b="b"/>
                  <a:pathLst>
                    <a:path w="244673" h="2118481" extrusionOk="0">
                      <a:moveTo>
                        <a:pt x="0" y="0"/>
                      </a:moveTo>
                      <a:lnTo>
                        <a:pt x="244673" y="0"/>
                      </a:lnTo>
                      <a:lnTo>
                        <a:pt x="244673" y="1899082"/>
                      </a:lnTo>
                      <a:lnTo>
                        <a:pt x="232036" y="1886445"/>
                      </a:lnTo>
                      <a:lnTo>
                        <a:pt x="0" y="2118481"/>
                      </a:lnTo>
                      <a:close/>
                    </a:path>
                  </a:pathLst>
                </a:custGeom>
                <a:solidFill>
                  <a:srgbClr val="A8753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85" b="0" i="0" u="none" strike="noStrike" cap="none">
                    <a:solidFill>
                      <a:srgbClr val="FFFFFF"/>
                    </a:solidFill>
                    <a:latin typeface="Calibri"/>
                    <a:ea typeface="Calibri"/>
                    <a:cs typeface="Calibri"/>
                    <a:sym typeface="Calibri"/>
                  </a:endParaRPr>
                </a:p>
              </p:txBody>
            </p:sp>
            <p:sp>
              <p:nvSpPr>
                <p:cNvPr id="57" name="Google Shape;57;p7"/>
                <p:cNvSpPr/>
                <p:nvPr/>
              </p:nvSpPr>
              <p:spPr>
                <a:xfrm flipH="1">
                  <a:off x="3059417" y="1450752"/>
                  <a:ext cx="129717" cy="1398634"/>
                </a:xfrm>
                <a:custGeom>
                  <a:avLst/>
                  <a:gdLst/>
                  <a:ahLst/>
                  <a:cxnLst/>
                  <a:rect l="l" t="t" r="r" b="b"/>
                  <a:pathLst>
                    <a:path w="244673" h="2118481" extrusionOk="0">
                      <a:moveTo>
                        <a:pt x="0" y="0"/>
                      </a:moveTo>
                      <a:lnTo>
                        <a:pt x="244673" y="0"/>
                      </a:lnTo>
                      <a:lnTo>
                        <a:pt x="244673" y="1899082"/>
                      </a:lnTo>
                      <a:lnTo>
                        <a:pt x="232036" y="1886445"/>
                      </a:lnTo>
                      <a:lnTo>
                        <a:pt x="0" y="2118481"/>
                      </a:lnTo>
                      <a:close/>
                    </a:path>
                  </a:pathLst>
                </a:custGeom>
                <a:solidFill>
                  <a:srgbClr val="FEF7B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85" b="0" i="0" u="none" strike="noStrike" cap="none">
                    <a:solidFill>
                      <a:srgbClr val="FFFFFF"/>
                    </a:solidFill>
                    <a:latin typeface="Calibri"/>
                    <a:ea typeface="Calibri"/>
                    <a:cs typeface="Calibri"/>
                    <a:sym typeface="Calibri"/>
                  </a:endParaRPr>
                </a:p>
              </p:txBody>
            </p:sp>
          </p:grpSp>
          <p:grpSp>
            <p:nvGrpSpPr>
              <p:cNvPr id="58" name="Google Shape;58;p7"/>
              <p:cNvGrpSpPr/>
              <p:nvPr/>
            </p:nvGrpSpPr>
            <p:grpSpPr>
              <a:xfrm>
                <a:off x="3836436" y="97456"/>
                <a:ext cx="498638" cy="4725966"/>
                <a:chOff x="2687893" y="1450752"/>
                <a:chExt cx="498638" cy="1398634"/>
              </a:xfrm>
            </p:grpSpPr>
            <p:sp>
              <p:nvSpPr>
                <p:cNvPr id="59" name="Google Shape;59;p7"/>
                <p:cNvSpPr/>
                <p:nvPr/>
              </p:nvSpPr>
              <p:spPr>
                <a:xfrm>
                  <a:off x="2817610" y="1450752"/>
                  <a:ext cx="239204" cy="1364198"/>
                </a:xfrm>
                <a:custGeom>
                  <a:avLst/>
                  <a:gdLst/>
                  <a:ahLst/>
                  <a:cxnLst/>
                  <a:rect l="l" t="t" r="r" b="b"/>
                  <a:pathLst>
                    <a:path w="451189" h="2225348" extrusionOk="0">
                      <a:moveTo>
                        <a:pt x="0" y="0"/>
                      </a:moveTo>
                      <a:lnTo>
                        <a:pt x="451189" y="0"/>
                      </a:lnTo>
                      <a:lnTo>
                        <a:pt x="451189" y="2038397"/>
                      </a:lnTo>
                      <a:lnTo>
                        <a:pt x="447870" y="2035549"/>
                      </a:lnTo>
                      <a:lnTo>
                        <a:pt x="226652" y="2225348"/>
                      </a:lnTo>
                      <a:lnTo>
                        <a:pt x="206467" y="2225348"/>
                      </a:lnTo>
                      <a:lnTo>
                        <a:pt x="0" y="2048205"/>
                      </a:lnTo>
                      <a:lnTo>
                        <a:pt x="0" y="0"/>
                      </a:lnTo>
                      <a:close/>
                    </a:path>
                  </a:pathLst>
                </a:custGeom>
                <a:solidFill>
                  <a:srgbClr val="E39F2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85" b="0" i="0" u="none" strike="noStrike" cap="none">
                    <a:solidFill>
                      <a:srgbClr val="FFFFFF"/>
                    </a:solidFill>
                    <a:latin typeface="Calibri"/>
                    <a:ea typeface="Calibri"/>
                    <a:cs typeface="Calibri"/>
                    <a:sym typeface="Calibri"/>
                  </a:endParaRPr>
                </a:p>
              </p:txBody>
            </p:sp>
            <p:sp>
              <p:nvSpPr>
                <p:cNvPr id="60" name="Google Shape;60;p7"/>
                <p:cNvSpPr/>
                <p:nvPr/>
              </p:nvSpPr>
              <p:spPr>
                <a:xfrm>
                  <a:off x="2687893" y="1450752"/>
                  <a:ext cx="129717" cy="1398634"/>
                </a:xfrm>
                <a:custGeom>
                  <a:avLst/>
                  <a:gdLst/>
                  <a:ahLst/>
                  <a:cxnLst/>
                  <a:rect l="l" t="t" r="r" b="b"/>
                  <a:pathLst>
                    <a:path w="244673" h="2118481" extrusionOk="0">
                      <a:moveTo>
                        <a:pt x="0" y="0"/>
                      </a:moveTo>
                      <a:lnTo>
                        <a:pt x="244673" y="0"/>
                      </a:lnTo>
                      <a:lnTo>
                        <a:pt x="244673" y="1899082"/>
                      </a:lnTo>
                      <a:lnTo>
                        <a:pt x="232036" y="1886445"/>
                      </a:lnTo>
                      <a:lnTo>
                        <a:pt x="0" y="2118481"/>
                      </a:lnTo>
                      <a:close/>
                    </a:path>
                  </a:pathLst>
                </a:custGeom>
                <a:solidFill>
                  <a:srgbClr val="A8753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85" b="0" i="0" u="none" strike="noStrike" cap="none">
                    <a:solidFill>
                      <a:srgbClr val="FFFFFF"/>
                    </a:solidFill>
                    <a:latin typeface="Calibri"/>
                    <a:ea typeface="Calibri"/>
                    <a:cs typeface="Calibri"/>
                    <a:sym typeface="Calibri"/>
                  </a:endParaRPr>
                </a:p>
              </p:txBody>
            </p:sp>
            <p:sp>
              <p:nvSpPr>
                <p:cNvPr id="61" name="Google Shape;61;p7"/>
                <p:cNvSpPr/>
                <p:nvPr/>
              </p:nvSpPr>
              <p:spPr>
                <a:xfrm flipH="1">
                  <a:off x="3056814" y="1450752"/>
                  <a:ext cx="129717" cy="1398634"/>
                </a:xfrm>
                <a:custGeom>
                  <a:avLst/>
                  <a:gdLst/>
                  <a:ahLst/>
                  <a:cxnLst/>
                  <a:rect l="l" t="t" r="r" b="b"/>
                  <a:pathLst>
                    <a:path w="244673" h="2118481" extrusionOk="0">
                      <a:moveTo>
                        <a:pt x="0" y="0"/>
                      </a:moveTo>
                      <a:lnTo>
                        <a:pt x="244673" y="0"/>
                      </a:lnTo>
                      <a:lnTo>
                        <a:pt x="244673" y="1899082"/>
                      </a:lnTo>
                      <a:lnTo>
                        <a:pt x="232036" y="1886445"/>
                      </a:lnTo>
                      <a:lnTo>
                        <a:pt x="0" y="2118481"/>
                      </a:lnTo>
                      <a:close/>
                    </a:path>
                  </a:pathLst>
                </a:custGeom>
                <a:solidFill>
                  <a:srgbClr val="FEF7B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85" b="0" i="0" u="none" strike="noStrike" cap="none">
                    <a:solidFill>
                      <a:srgbClr val="FFFFFF"/>
                    </a:solidFill>
                    <a:latin typeface="Calibri"/>
                    <a:ea typeface="Calibri"/>
                    <a:cs typeface="Calibri"/>
                    <a:sym typeface="Calibri"/>
                  </a:endParaRPr>
                </a:p>
              </p:txBody>
            </p:sp>
          </p:grpSp>
        </p:grpSp>
        <p:grpSp>
          <p:nvGrpSpPr>
            <p:cNvPr id="62" name="Google Shape;62;p7"/>
            <p:cNvGrpSpPr/>
            <p:nvPr/>
          </p:nvGrpSpPr>
          <p:grpSpPr>
            <a:xfrm>
              <a:off x="7635546" y="1505862"/>
              <a:ext cx="644928" cy="1008823"/>
              <a:chOff x="8917444" y="2861502"/>
              <a:chExt cx="644928" cy="1008823"/>
            </a:xfrm>
          </p:grpSpPr>
          <p:sp>
            <p:nvSpPr>
              <p:cNvPr id="63" name="Google Shape;63;p7"/>
              <p:cNvSpPr/>
              <p:nvPr/>
            </p:nvSpPr>
            <p:spPr>
              <a:xfrm>
                <a:off x="8963554" y="2861502"/>
                <a:ext cx="560792" cy="272882"/>
              </a:xfrm>
              <a:prstGeom prst="roundRect">
                <a:avLst>
                  <a:gd name="adj" fmla="val 16667"/>
                </a:avLst>
              </a:prstGeom>
              <a:gradFill>
                <a:gsLst>
                  <a:gs pos="0">
                    <a:srgbClr val="B4B4B4"/>
                  </a:gs>
                  <a:gs pos="46000">
                    <a:srgbClr val="EBEBEB"/>
                  </a:gs>
                  <a:gs pos="67000">
                    <a:srgbClr val="D2D2D2"/>
                  </a:gs>
                  <a:gs pos="100000">
                    <a:srgbClr val="D2D2D2"/>
                  </a:gs>
                </a:gsLst>
                <a:lin ang="10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85" b="0" i="0" u="none" strike="noStrike" cap="none">
                  <a:solidFill>
                    <a:srgbClr val="FFFFFF"/>
                  </a:solidFill>
                  <a:latin typeface="Calibri"/>
                  <a:ea typeface="Calibri"/>
                  <a:cs typeface="Calibri"/>
                  <a:sym typeface="Calibri"/>
                </a:endParaRPr>
              </a:p>
            </p:txBody>
          </p:sp>
          <p:sp>
            <p:nvSpPr>
              <p:cNvPr id="64" name="Google Shape;64;p7"/>
              <p:cNvSpPr/>
              <p:nvPr/>
            </p:nvSpPr>
            <p:spPr>
              <a:xfrm>
                <a:off x="8937467" y="3083500"/>
                <a:ext cx="608372" cy="786825"/>
              </a:xfrm>
              <a:prstGeom prst="rect">
                <a:avLst/>
              </a:prstGeom>
              <a:gradFill>
                <a:gsLst>
                  <a:gs pos="0">
                    <a:srgbClr val="7F7F7F"/>
                  </a:gs>
                  <a:gs pos="31000">
                    <a:srgbClr val="F2F2F2"/>
                  </a:gs>
                  <a:gs pos="55000">
                    <a:srgbClr val="757070"/>
                  </a:gs>
                  <a:gs pos="71000">
                    <a:srgbClr val="F2F2F2"/>
                  </a:gs>
                  <a:gs pos="100000">
                    <a:schemeClr val="accent3"/>
                  </a:gs>
                </a:gsLst>
                <a:lin ang="10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85" b="0" i="0" u="none" strike="noStrike" cap="none">
                  <a:solidFill>
                    <a:srgbClr val="FFFFFF"/>
                  </a:solidFill>
                  <a:latin typeface="Calibri"/>
                  <a:ea typeface="Calibri"/>
                  <a:cs typeface="Calibri"/>
                  <a:sym typeface="Calibri"/>
                </a:endParaRPr>
              </a:p>
            </p:txBody>
          </p:sp>
          <p:sp>
            <p:nvSpPr>
              <p:cNvPr id="65" name="Google Shape;65;p7"/>
              <p:cNvSpPr/>
              <p:nvPr/>
            </p:nvSpPr>
            <p:spPr>
              <a:xfrm>
                <a:off x="8920760" y="3134299"/>
                <a:ext cx="641612" cy="70295"/>
              </a:xfrm>
              <a:prstGeom prst="rect">
                <a:avLst/>
              </a:prstGeom>
              <a:gradFill>
                <a:gsLst>
                  <a:gs pos="0">
                    <a:srgbClr val="7F7F7F"/>
                  </a:gs>
                  <a:gs pos="55000">
                    <a:srgbClr val="262626"/>
                  </a:gs>
                  <a:gs pos="100000">
                    <a:schemeClr val="accent3"/>
                  </a:gs>
                </a:gsLst>
                <a:lin ang="10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85" b="0" i="0" u="none" strike="noStrike" cap="none">
                  <a:solidFill>
                    <a:srgbClr val="FFFFFF"/>
                  </a:solidFill>
                  <a:latin typeface="Calibri"/>
                  <a:ea typeface="Calibri"/>
                  <a:cs typeface="Calibri"/>
                  <a:sym typeface="Calibri"/>
                </a:endParaRPr>
              </a:p>
            </p:txBody>
          </p:sp>
          <p:grpSp>
            <p:nvGrpSpPr>
              <p:cNvPr id="66" name="Google Shape;66;p7"/>
              <p:cNvGrpSpPr/>
              <p:nvPr/>
            </p:nvGrpSpPr>
            <p:grpSpPr>
              <a:xfrm>
                <a:off x="8949035" y="3432064"/>
                <a:ext cx="560791" cy="70295"/>
                <a:chOff x="8997025" y="3270540"/>
                <a:chExt cx="477122" cy="69404"/>
              </a:xfrm>
            </p:grpSpPr>
            <p:sp>
              <p:nvSpPr>
                <p:cNvPr id="67" name="Google Shape;67;p7"/>
                <p:cNvSpPr/>
                <p:nvPr/>
              </p:nvSpPr>
              <p:spPr>
                <a:xfrm>
                  <a:off x="9221260" y="3270540"/>
                  <a:ext cx="46618" cy="69404"/>
                </a:xfrm>
                <a:prstGeom prst="ellipse">
                  <a:avLst/>
                </a:prstGeom>
                <a:solidFill>
                  <a:srgbClr val="3F3F3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85" b="0" i="0" u="none" strike="noStrike" cap="none">
                    <a:solidFill>
                      <a:srgbClr val="FFFFFF"/>
                    </a:solidFill>
                    <a:latin typeface="Calibri"/>
                    <a:ea typeface="Calibri"/>
                    <a:cs typeface="Calibri"/>
                    <a:sym typeface="Calibri"/>
                  </a:endParaRPr>
                </a:p>
              </p:txBody>
            </p:sp>
            <p:sp>
              <p:nvSpPr>
                <p:cNvPr id="68" name="Google Shape;68;p7"/>
                <p:cNvSpPr/>
                <p:nvPr/>
              </p:nvSpPr>
              <p:spPr>
                <a:xfrm>
                  <a:off x="9332580" y="3274715"/>
                  <a:ext cx="43813" cy="65228"/>
                </a:xfrm>
                <a:prstGeom prst="ellipse">
                  <a:avLst/>
                </a:prstGeom>
                <a:solidFill>
                  <a:srgbClr val="3F3F3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85" b="0" i="0" u="none" strike="noStrike" cap="none">
                    <a:solidFill>
                      <a:srgbClr val="FFFFFF"/>
                    </a:solidFill>
                    <a:latin typeface="Calibri"/>
                    <a:ea typeface="Calibri"/>
                    <a:cs typeface="Calibri"/>
                    <a:sym typeface="Calibri"/>
                  </a:endParaRPr>
                </a:p>
              </p:txBody>
            </p:sp>
            <p:sp>
              <p:nvSpPr>
                <p:cNvPr id="69" name="Google Shape;69;p7"/>
                <p:cNvSpPr/>
                <p:nvPr/>
              </p:nvSpPr>
              <p:spPr>
                <a:xfrm>
                  <a:off x="9435000" y="3278716"/>
                  <a:ext cx="39147" cy="58282"/>
                </a:xfrm>
                <a:prstGeom prst="ellipse">
                  <a:avLst/>
                </a:prstGeom>
                <a:solidFill>
                  <a:srgbClr val="3F3F3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85" b="0" i="0" u="none" strike="noStrike" cap="none">
                    <a:solidFill>
                      <a:srgbClr val="FFFFFF"/>
                    </a:solidFill>
                    <a:latin typeface="Calibri"/>
                    <a:ea typeface="Calibri"/>
                    <a:cs typeface="Calibri"/>
                    <a:sym typeface="Calibri"/>
                  </a:endParaRPr>
                </a:p>
              </p:txBody>
            </p:sp>
            <p:sp>
              <p:nvSpPr>
                <p:cNvPr id="70" name="Google Shape;70;p7"/>
                <p:cNvSpPr/>
                <p:nvPr/>
              </p:nvSpPr>
              <p:spPr>
                <a:xfrm rot="5400000">
                  <a:off x="9099567" y="3282005"/>
                  <a:ext cx="65228" cy="43813"/>
                </a:xfrm>
                <a:prstGeom prst="ellipse">
                  <a:avLst/>
                </a:prstGeom>
                <a:solidFill>
                  <a:srgbClr val="3F3F3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85" b="0" i="0" u="none" strike="noStrike" cap="none">
                    <a:solidFill>
                      <a:srgbClr val="FFFFFF"/>
                    </a:solidFill>
                    <a:latin typeface="Calibri"/>
                    <a:ea typeface="Calibri"/>
                    <a:cs typeface="Calibri"/>
                    <a:sym typeface="Calibri"/>
                  </a:endParaRPr>
                </a:p>
              </p:txBody>
            </p:sp>
            <p:sp>
              <p:nvSpPr>
                <p:cNvPr id="71" name="Google Shape;71;p7"/>
                <p:cNvSpPr/>
                <p:nvPr/>
              </p:nvSpPr>
              <p:spPr>
                <a:xfrm rot="5400000">
                  <a:off x="8987457" y="3283175"/>
                  <a:ext cx="58282" cy="39147"/>
                </a:xfrm>
                <a:prstGeom prst="ellipse">
                  <a:avLst/>
                </a:prstGeom>
                <a:solidFill>
                  <a:srgbClr val="3F3F3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85" b="0" i="0" u="none" strike="noStrike" cap="none">
                    <a:solidFill>
                      <a:srgbClr val="FFFFFF"/>
                    </a:solidFill>
                    <a:latin typeface="Calibri"/>
                    <a:ea typeface="Calibri"/>
                    <a:cs typeface="Calibri"/>
                    <a:sym typeface="Calibri"/>
                  </a:endParaRPr>
                </a:p>
              </p:txBody>
            </p:sp>
          </p:grpSp>
          <p:sp>
            <p:nvSpPr>
              <p:cNvPr id="72" name="Google Shape;72;p7"/>
              <p:cNvSpPr/>
              <p:nvPr/>
            </p:nvSpPr>
            <p:spPr>
              <a:xfrm>
                <a:off x="8920760" y="3316065"/>
                <a:ext cx="641612" cy="70295"/>
              </a:xfrm>
              <a:prstGeom prst="rect">
                <a:avLst/>
              </a:prstGeom>
              <a:gradFill>
                <a:gsLst>
                  <a:gs pos="0">
                    <a:srgbClr val="7F7F7F"/>
                  </a:gs>
                  <a:gs pos="55000">
                    <a:srgbClr val="262626"/>
                  </a:gs>
                  <a:gs pos="100000">
                    <a:schemeClr val="accent3"/>
                  </a:gs>
                </a:gsLst>
                <a:lin ang="10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85" b="0" i="0" u="none" strike="noStrike" cap="none">
                  <a:solidFill>
                    <a:srgbClr val="FFFFFF"/>
                  </a:solidFill>
                  <a:latin typeface="Calibri"/>
                  <a:ea typeface="Calibri"/>
                  <a:cs typeface="Calibri"/>
                  <a:sym typeface="Calibri"/>
                </a:endParaRPr>
              </a:p>
            </p:txBody>
          </p:sp>
          <p:sp>
            <p:nvSpPr>
              <p:cNvPr id="73" name="Google Shape;73;p7"/>
              <p:cNvSpPr/>
              <p:nvPr/>
            </p:nvSpPr>
            <p:spPr>
              <a:xfrm>
                <a:off x="8920760" y="3225918"/>
                <a:ext cx="641612" cy="70295"/>
              </a:xfrm>
              <a:prstGeom prst="rect">
                <a:avLst/>
              </a:prstGeom>
              <a:gradFill>
                <a:gsLst>
                  <a:gs pos="0">
                    <a:srgbClr val="7F7F7F"/>
                  </a:gs>
                  <a:gs pos="55000">
                    <a:srgbClr val="262626"/>
                  </a:gs>
                  <a:gs pos="100000">
                    <a:schemeClr val="accent3"/>
                  </a:gs>
                </a:gsLst>
                <a:lin ang="10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85" b="0" i="0" u="none" strike="noStrike" cap="none">
                  <a:solidFill>
                    <a:srgbClr val="FFFFFF"/>
                  </a:solidFill>
                  <a:latin typeface="Calibri"/>
                  <a:ea typeface="Calibri"/>
                  <a:cs typeface="Calibri"/>
                  <a:sym typeface="Calibri"/>
                </a:endParaRPr>
              </a:p>
            </p:txBody>
          </p:sp>
          <p:sp>
            <p:nvSpPr>
              <p:cNvPr id="74" name="Google Shape;74;p7"/>
              <p:cNvSpPr/>
              <p:nvPr/>
            </p:nvSpPr>
            <p:spPr>
              <a:xfrm>
                <a:off x="8917444" y="3543202"/>
                <a:ext cx="641612" cy="70295"/>
              </a:xfrm>
              <a:prstGeom prst="rect">
                <a:avLst/>
              </a:prstGeom>
              <a:gradFill>
                <a:gsLst>
                  <a:gs pos="0">
                    <a:srgbClr val="7F7F7F"/>
                  </a:gs>
                  <a:gs pos="55000">
                    <a:srgbClr val="262626"/>
                  </a:gs>
                  <a:gs pos="100000">
                    <a:schemeClr val="accent3"/>
                  </a:gs>
                </a:gsLst>
                <a:lin ang="10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85" b="0" i="0" u="none" strike="noStrike" cap="none">
                  <a:solidFill>
                    <a:srgbClr val="FFFFFF"/>
                  </a:solidFill>
                  <a:latin typeface="Calibri"/>
                  <a:ea typeface="Calibri"/>
                  <a:cs typeface="Calibri"/>
                  <a:sym typeface="Calibri"/>
                </a:endParaRPr>
              </a:p>
            </p:txBody>
          </p:sp>
          <p:sp>
            <p:nvSpPr>
              <p:cNvPr id="75" name="Google Shape;75;p7"/>
              <p:cNvSpPr/>
              <p:nvPr/>
            </p:nvSpPr>
            <p:spPr>
              <a:xfrm>
                <a:off x="8917444" y="3724968"/>
                <a:ext cx="641612" cy="70295"/>
              </a:xfrm>
              <a:prstGeom prst="rect">
                <a:avLst/>
              </a:prstGeom>
              <a:gradFill>
                <a:gsLst>
                  <a:gs pos="0">
                    <a:srgbClr val="7F7F7F"/>
                  </a:gs>
                  <a:gs pos="55000">
                    <a:srgbClr val="262626"/>
                  </a:gs>
                  <a:gs pos="100000">
                    <a:schemeClr val="accent3"/>
                  </a:gs>
                </a:gsLst>
                <a:lin ang="10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85" b="0" i="0" u="none" strike="noStrike" cap="none">
                  <a:solidFill>
                    <a:srgbClr val="FFFFFF"/>
                  </a:solidFill>
                  <a:latin typeface="Calibri"/>
                  <a:ea typeface="Calibri"/>
                  <a:cs typeface="Calibri"/>
                  <a:sym typeface="Calibri"/>
                </a:endParaRPr>
              </a:p>
            </p:txBody>
          </p:sp>
          <p:sp>
            <p:nvSpPr>
              <p:cNvPr id="76" name="Google Shape;76;p7"/>
              <p:cNvSpPr/>
              <p:nvPr/>
            </p:nvSpPr>
            <p:spPr>
              <a:xfrm>
                <a:off x="8917444" y="3634821"/>
                <a:ext cx="641612" cy="70295"/>
              </a:xfrm>
              <a:prstGeom prst="rect">
                <a:avLst/>
              </a:prstGeom>
              <a:gradFill>
                <a:gsLst>
                  <a:gs pos="0">
                    <a:srgbClr val="7F7F7F"/>
                  </a:gs>
                  <a:gs pos="55000">
                    <a:srgbClr val="262626"/>
                  </a:gs>
                  <a:gs pos="100000">
                    <a:schemeClr val="accent3"/>
                  </a:gs>
                </a:gsLst>
                <a:lin ang="10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85" b="0" i="0" u="none" strike="noStrike" cap="none">
                  <a:solidFill>
                    <a:srgbClr val="FFFFFF"/>
                  </a:solidFill>
                  <a:latin typeface="Calibri"/>
                  <a:ea typeface="Calibri"/>
                  <a:cs typeface="Calibri"/>
                  <a:sym typeface="Calibri"/>
                </a:endParaRPr>
              </a:p>
            </p:txBody>
          </p:sp>
        </p:grpSp>
      </p:grpSp>
      <p:sp>
        <p:nvSpPr>
          <p:cNvPr id="77" name="Google Shape;77;p7"/>
          <p:cNvSpPr/>
          <p:nvPr/>
        </p:nvSpPr>
        <p:spPr>
          <a:xfrm rot="-151934">
            <a:off x="1684232" y="786178"/>
            <a:ext cx="7464787" cy="808627"/>
          </a:xfrm>
          <a:prstGeom prst="rect">
            <a:avLst/>
          </a:prstGeom>
          <a:noFill/>
          <a:ln>
            <a:noFill/>
          </a:ln>
        </p:spPr>
        <p:txBody>
          <a:bodyPr spcFirstLastPara="1" wrap="square" lIns="68650" tIns="34325" rIns="68650" bIns="34325" anchor="t" anchorCtr="0">
            <a:noAutofit/>
          </a:bodyPr>
          <a:lstStyle/>
          <a:p>
            <a:pPr lvl="0" algn="ctr"/>
            <a:r>
              <a:rPr lang="en-GB" sz="2800" b="1" dirty="0">
                <a:effectLst>
                  <a:outerShdw blurRad="38100" dist="38100" dir="2700000" algn="tl">
                    <a:srgbClr val="C0C0C0"/>
                  </a:outerShdw>
                </a:effectLst>
                <a:latin typeface="Tahoma" panose="020B0604030504040204" pitchFamily="34" charset="0"/>
                <a:ea typeface="Tahoma" panose="020B0604030504040204" pitchFamily="34" charset="0"/>
                <a:cs typeface="Tahoma" panose="020B0604030504040204" pitchFamily="34" charset="0"/>
              </a:rPr>
              <a:t>WARNA KULIT FAIL</a:t>
            </a:r>
            <a:endParaRPr sz="2800" dirty="0"/>
          </a:p>
        </p:txBody>
      </p:sp>
      <p:sp>
        <p:nvSpPr>
          <p:cNvPr id="78" name="Google Shape;78;p7"/>
          <p:cNvSpPr/>
          <p:nvPr/>
        </p:nvSpPr>
        <p:spPr>
          <a:xfrm rot="121632">
            <a:off x="3358655" y="1872816"/>
            <a:ext cx="8278966" cy="808627"/>
          </a:xfrm>
          <a:prstGeom prst="rect">
            <a:avLst/>
          </a:prstGeom>
          <a:noFill/>
          <a:ln>
            <a:noFill/>
          </a:ln>
        </p:spPr>
        <p:txBody>
          <a:bodyPr spcFirstLastPara="1" wrap="square" lIns="68650" tIns="34325" rIns="68650" bIns="34325" anchor="t" anchorCtr="0">
            <a:noAutofit/>
          </a:bodyPr>
          <a:lstStyle/>
          <a:p>
            <a:pPr lvl="0" algn="just"/>
            <a:r>
              <a:rPr lang="nb-NO" b="1" dirty="0">
                <a:latin typeface="Tahoma" panose="020B0604030504040204" pitchFamily="34" charset="0"/>
                <a:ea typeface="Tahoma" panose="020B0604030504040204" pitchFamily="34" charset="0"/>
                <a:cs typeface="Tahoma" panose="020B0604030504040204" pitchFamily="34" charset="0"/>
              </a:rPr>
              <a:t>Kulit fail ‘Rahsia Besar’ berwarna kuning dengan berpalang merah di sebelah luar kulit hadapan dan belakang, </a:t>
            </a:r>
          </a:p>
        </p:txBody>
      </p:sp>
      <p:pic>
        <p:nvPicPr>
          <p:cNvPr id="79" name="Google Shape;79;p7"/>
          <p:cNvPicPr preferRelativeResize="0"/>
          <p:nvPr/>
        </p:nvPicPr>
        <p:blipFill rotWithShape="1">
          <a:blip r:embed="rId3">
            <a:alphaModFix/>
          </a:blip>
          <a:srcRect l="70214" t="36412" b="35886"/>
          <a:stretch/>
        </p:blipFill>
        <p:spPr>
          <a:xfrm>
            <a:off x="10503118" y="460413"/>
            <a:ext cx="959072" cy="838443"/>
          </a:xfrm>
          <a:prstGeom prst="rect">
            <a:avLst/>
          </a:prstGeom>
          <a:noFill/>
          <a:ln>
            <a:noFill/>
          </a:ln>
        </p:spPr>
      </p:pic>
      <p:pic>
        <p:nvPicPr>
          <p:cNvPr id="80" name="Google Shape;80;p7"/>
          <p:cNvPicPr preferRelativeResize="0"/>
          <p:nvPr/>
        </p:nvPicPr>
        <p:blipFill rotWithShape="1">
          <a:blip r:embed="rId3">
            <a:alphaModFix/>
          </a:blip>
          <a:srcRect l="70513" t="69752" r="-299" b="2546"/>
          <a:stretch/>
        </p:blipFill>
        <p:spPr>
          <a:xfrm>
            <a:off x="11135051" y="1390636"/>
            <a:ext cx="959072" cy="838443"/>
          </a:xfrm>
          <a:prstGeom prst="rect">
            <a:avLst/>
          </a:prstGeom>
          <a:noFill/>
          <a:ln>
            <a:noFill/>
          </a:ln>
        </p:spPr>
      </p:pic>
      <p:pic>
        <p:nvPicPr>
          <p:cNvPr id="81" name="Google Shape;81;p7"/>
          <p:cNvPicPr preferRelativeResize="0"/>
          <p:nvPr/>
        </p:nvPicPr>
        <p:blipFill rotWithShape="1">
          <a:blip r:embed="rId3">
            <a:alphaModFix/>
          </a:blip>
          <a:srcRect l="38111" t="69779" r="32103" b="2520"/>
          <a:stretch/>
        </p:blipFill>
        <p:spPr>
          <a:xfrm>
            <a:off x="10747578" y="3468859"/>
            <a:ext cx="959072" cy="838443"/>
          </a:xfrm>
          <a:prstGeom prst="rect">
            <a:avLst/>
          </a:prstGeom>
          <a:noFill/>
          <a:ln>
            <a:noFill/>
          </a:ln>
        </p:spPr>
      </p:pic>
      <p:sp>
        <p:nvSpPr>
          <p:cNvPr id="82" name="TextBox 81">
            <a:extLst>
              <a:ext uri="{FF2B5EF4-FFF2-40B4-BE49-F238E27FC236}">
                <a16:creationId xmlns="" xmlns:a16="http://schemas.microsoft.com/office/drawing/2014/main" id="{759A48D9-D74F-44C3-87A3-902F76E95A86}"/>
              </a:ext>
            </a:extLst>
          </p:cNvPr>
          <p:cNvSpPr txBox="1"/>
          <p:nvPr/>
        </p:nvSpPr>
        <p:spPr>
          <a:xfrm>
            <a:off x="2184916" y="6167829"/>
            <a:ext cx="6954415" cy="430887"/>
          </a:xfrm>
          <a:prstGeom prst="rect">
            <a:avLst/>
          </a:prstGeom>
          <a:noFill/>
        </p:spPr>
        <p:txBody>
          <a:bodyPr wrap="square">
            <a:spAutoFit/>
          </a:bodyPr>
          <a:lstStyle/>
          <a:p>
            <a:pPr>
              <a:defRPr/>
            </a:pPr>
            <a:r>
              <a:rPr lang="en-US" sz="1100" spc="280" dirty="0"/>
              <a:t>PEJABAT KETUA PEGAWAI KESELAMATAN KERAJAAN MALAYSIA</a:t>
            </a:r>
          </a:p>
          <a:p>
            <a:pPr>
              <a:defRPr/>
            </a:pPr>
            <a:r>
              <a:rPr lang="en-US" sz="1100" spc="280" dirty="0"/>
              <a:t>JABATAN PERDANA MENTERI</a:t>
            </a:r>
          </a:p>
        </p:txBody>
      </p:sp>
      <p:pic>
        <p:nvPicPr>
          <p:cNvPr id="83" name="Picture 82">
            <a:extLst>
              <a:ext uri="{FF2B5EF4-FFF2-40B4-BE49-F238E27FC236}">
                <a16:creationId xmlns="" xmlns:a16="http://schemas.microsoft.com/office/drawing/2014/main" id="{2D532C58-83D0-49E5-9CAC-161218A5A3F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7458" y="5748203"/>
            <a:ext cx="1300637" cy="1042168"/>
          </a:xfrm>
          <a:prstGeom prst="rect">
            <a:avLst/>
          </a:prstGeom>
        </p:spPr>
      </p:pic>
    </p:spTree>
    <p:extLst>
      <p:ext uri="{BB962C8B-B14F-4D97-AF65-F5344CB8AC3E}">
        <p14:creationId xmlns:p14="http://schemas.microsoft.com/office/powerpoint/2010/main" val="2344982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anim calcmode="lin" valueType="num">
                                      <p:cBhvr additive="base">
                                        <p:cTn id="7" dur="500"/>
                                        <p:tgtEl>
                                          <p:spTgt spid="45"/>
                                        </p:tgtEl>
                                        <p:attrNameLst>
                                          <p:attrName>ppt_x</p:attrName>
                                        </p:attrNameLst>
                                      </p:cBhvr>
                                      <p:tavLst>
                                        <p:tav tm="0">
                                          <p:val>
                                            <p:strVal val="#ppt_x-1"/>
                                          </p:val>
                                        </p:tav>
                                        <p:tav tm="100000">
                                          <p:val>
                                            <p:strVal val="#ppt_x"/>
                                          </p:val>
                                        </p:tav>
                                      </p:tavLst>
                                    </p:anim>
                                  </p:childTnLst>
                                </p:cTn>
                              </p:par>
                              <p:par>
                                <p:cTn id="8" presetID="1" presetClass="entr" presetSubtype="0" fill="hold" nodeType="withEffect">
                                  <p:stCondLst>
                                    <p:cond delay="0"/>
                                  </p:stCondLst>
                                  <p:childTnLst>
                                    <p:set>
                                      <p:cBhvr>
                                        <p:cTn id="9" dur="1" fill="hold">
                                          <p:stCondLst>
                                            <p:cond delay="0"/>
                                          </p:stCondLst>
                                        </p:cTn>
                                        <p:tgtEl>
                                          <p:spTgt spid="44"/>
                                        </p:tgtEl>
                                        <p:attrNameLst>
                                          <p:attrName>style.visibility</p:attrName>
                                        </p:attrNameLst>
                                      </p:cBhvr>
                                      <p:to>
                                        <p:strVal val="visible"/>
                                      </p:to>
                                    </p:set>
                                  </p:childTnLst>
                                </p:cTn>
                              </p:par>
                            </p:childTnLst>
                          </p:cTn>
                        </p:par>
                        <p:par>
                          <p:cTn id="10" fill="hold">
                            <p:stCondLst>
                              <p:cond delay="500"/>
                            </p:stCondLst>
                            <p:childTnLst>
                              <p:par>
                                <p:cTn id="11" presetID="23" presetClass="entr" presetSubtype="16" fill="hold" nodeType="afterEffect">
                                  <p:stCondLst>
                                    <p:cond delay="0"/>
                                  </p:stCondLst>
                                  <p:childTnLst>
                                    <p:set>
                                      <p:cBhvr>
                                        <p:cTn id="12" dur="1" fill="hold">
                                          <p:stCondLst>
                                            <p:cond delay="0"/>
                                          </p:stCondLst>
                                        </p:cTn>
                                        <p:tgtEl>
                                          <p:spTgt spid="77"/>
                                        </p:tgtEl>
                                        <p:attrNameLst>
                                          <p:attrName>style.visibility</p:attrName>
                                        </p:attrNameLst>
                                      </p:cBhvr>
                                      <p:to>
                                        <p:strVal val="visible"/>
                                      </p:to>
                                    </p:set>
                                    <p:anim calcmode="lin" valueType="num">
                                      <p:cBhvr additive="base">
                                        <p:cTn id="13" dur="500"/>
                                        <p:tgtEl>
                                          <p:spTgt spid="77"/>
                                        </p:tgtEl>
                                        <p:attrNameLst>
                                          <p:attrName>ppt_w</p:attrName>
                                        </p:attrNameLst>
                                      </p:cBhvr>
                                      <p:tavLst>
                                        <p:tav tm="0">
                                          <p:val>
                                            <p:strVal val="0"/>
                                          </p:val>
                                        </p:tav>
                                        <p:tav tm="100000">
                                          <p:val>
                                            <p:strVal val="#ppt_w"/>
                                          </p:val>
                                        </p:tav>
                                      </p:tavLst>
                                    </p:anim>
                                    <p:anim calcmode="lin" valueType="num">
                                      <p:cBhvr additive="base">
                                        <p:cTn id="14" dur="500"/>
                                        <p:tgtEl>
                                          <p:spTgt spid="77"/>
                                        </p:tgtEl>
                                        <p:attrNameLst>
                                          <p:attrName>ppt_h</p:attrName>
                                        </p:attrNameLst>
                                      </p:cBhvr>
                                      <p:tavLst>
                                        <p:tav tm="0">
                                          <p:val>
                                            <p:strVal val="0"/>
                                          </p:val>
                                        </p:tav>
                                        <p:tav tm="100000">
                                          <p:val>
                                            <p:strVal val="#ppt_h"/>
                                          </p:val>
                                        </p:tav>
                                      </p:tavLst>
                                    </p:anim>
                                  </p:childTnLst>
                                </p:cTn>
                              </p:par>
                            </p:childTnLst>
                          </p:cTn>
                        </p:par>
                        <p:par>
                          <p:cTn id="15" fill="hold">
                            <p:stCondLst>
                              <p:cond delay="1000"/>
                            </p:stCondLst>
                            <p:childTnLst>
                              <p:par>
                                <p:cTn id="16" presetID="10" presetClass="entr" presetSubtype="0" fill="hold" nodeType="afterEffect">
                                  <p:stCondLst>
                                    <p:cond delay="0"/>
                                  </p:stCondLst>
                                  <p:childTnLst>
                                    <p:set>
                                      <p:cBhvr>
                                        <p:cTn id="17" dur="1" fill="hold">
                                          <p:stCondLst>
                                            <p:cond delay="0"/>
                                          </p:stCondLst>
                                        </p:cTn>
                                        <p:tgtEl>
                                          <p:spTgt spid="79"/>
                                        </p:tgtEl>
                                        <p:attrNameLst>
                                          <p:attrName>style.visibility</p:attrName>
                                        </p:attrNameLst>
                                      </p:cBhvr>
                                      <p:to>
                                        <p:strVal val="visible"/>
                                      </p:to>
                                    </p:set>
                                    <p:animEffect transition="in" filter="fade">
                                      <p:cBhvr>
                                        <p:cTn id="18" dur="500"/>
                                        <p:tgtEl>
                                          <p:spTgt spid="79"/>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1" fill="hold" nodeType="clickEffect">
                                  <p:stCondLst>
                                    <p:cond delay="0"/>
                                  </p:stCondLst>
                                  <p:childTnLst>
                                    <p:set>
                                      <p:cBhvr>
                                        <p:cTn id="22" dur="1" fill="hold">
                                          <p:stCondLst>
                                            <p:cond delay="0"/>
                                          </p:stCondLst>
                                        </p:cTn>
                                        <p:tgtEl>
                                          <p:spTgt spid="41"/>
                                        </p:tgtEl>
                                        <p:attrNameLst>
                                          <p:attrName>style.visibility</p:attrName>
                                        </p:attrNameLst>
                                      </p:cBhvr>
                                      <p:to>
                                        <p:strVal val="visible"/>
                                      </p:to>
                                    </p:set>
                                    <p:anim calcmode="lin" valueType="num">
                                      <p:cBhvr additive="base">
                                        <p:cTn id="23" dur="500"/>
                                        <p:tgtEl>
                                          <p:spTgt spid="41"/>
                                        </p:tgtEl>
                                        <p:attrNameLst>
                                          <p:attrName>ppt_y</p:attrName>
                                        </p:attrNameLst>
                                      </p:cBhvr>
                                      <p:tavLst>
                                        <p:tav tm="0">
                                          <p:val>
                                            <p:strVal val="#ppt_y-1"/>
                                          </p:val>
                                        </p:tav>
                                        <p:tav tm="100000">
                                          <p:val>
                                            <p:strVal val="#ppt_y"/>
                                          </p:val>
                                        </p:tav>
                                      </p:tavLst>
                                    </p:anim>
                                  </p:childTnLst>
                                </p:cTn>
                              </p:par>
                              <p:par>
                                <p:cTn id="24" presetID="1" presetClass="entr" presetSubtype="0" fill="hold" nodeType="withEffect">
                                  <p:stCondLst>
                                    <p:cond delay="0"/>
                                  </p:stCondLst>
                                  <p:childTnLst>
                                    <p:set>
                                      <p:cBhvr>
                                        <p:cTn id="25" dur="1" fill="hold">
                                          <p:stCondLst>
                                            <p:cond delay="0"/>
                                          </p:stCondLst>
                                        </p:cTn>
                                        <p:tgtEl>
                                          <p:spTgt spid="40"/>
                                        </p:tgtEl>
                                        <p:attrNameLst>
                                          <p:attrName>style.visibility</p:attrName>
                                        </p:attrNameLst>
                                      </p:cBhvr>
                                      <p:to>
                                        <p:strVal val="visible"/>
                                      </p:to>
                                    </p:set>
                                  </p:childTnLst>
                                </p:cTn>
                              </p:par>
                            </p:childTnLst>
                          </p:cTn>
                        </p:par>
                        <p:par>
                          <p:cTn id="26" fill="hold">
                            <p:stCondLst>
                              <p:cond delay="500"/>
                            </p:stCondLst>
                            <p:childTnLst>
                              <p:par>
                                <p:cTn id="27" presetID="23" presetClass="entr" presetSubtype="16" fill="hold" nodeType="afterEffect">
                                  <p:stCondLst>
                                    <p:cond delay="0"/>
                                  </p:stCondLst>
                                  <p:childTnLst>
                                    <p:set>
                                      <p:cBhvr>
                                        <p:cTn id="28" dur="1" fill="hold">
                                          <p:stCondLst>
                                            <p:cond delay="0"/>
                                          </p:stCondLst>
                                        </p:cTn>
                                        <p:tgtEl>
                                          <p:spTgt spid="78"/>
                                        </p:tgtEl>
                                        <p:attrNameLst>
                                          <p:attrName>style.visibility</p:attrName>
                                        </p:attrNameLst>
                                      </p:cBhvr>
                                      <p:to>
                                        <p:strVal val="visible"/>
                                      </p:to>
                                    </p:set>
                                    <p:anim calcmode="lin" valueType="num">
                                      <p:cBhvr additive="base">
                                        <p:cTn id="29" dur="500"/>
                                        <p:tgtEl>
                                          <p:spTgt spid="78"/>
                                        </p:tgtEl>
                                        <p:attrNameLst>
                                          <p:attrName>ppt_w</p:attrName>
                                        </p:attrNameLst>
                                      </p:cBhvr>
                                      <p:tavLst>
                                        <p:tav tm="0">
                                          <p:val>
                                            <p:strVal val="0"/>
                                          </p:val>
                                        </p:tav>
                                        <p:tav tm="100000">
                                          <p:val>
                                            <p:strVal val="#ppt_w"/>
                                          </p:val>
                                        </p:tav>
                                      </p:tavLst>
                                    </p:anim>
                                    <p:anim calcmode="lin" valueType="num">
                                      <p:cBhvr additive="base">
                                        <p:cTn id="30" dur="500"/>
                                        <p:tgtEl>
                                          <p:spTgt spid="78"/>
                                        </p:tgtEl>
                                        <p:attrNameLst>
                                          <p:attrName>ppt_h</p:attrName>
                                        </p:attrNameLst>
                                      </p:cBhvr>
                                      <p:tavLst>
                                        <p:tav tm="0">
                                          <p:val>
                                            <p:strVal val="0"/>
                                          </p:val>
                                        </p:tav>
                                        <p:tav tm="100000">
                                          <p:val>
                                            <p:strVal val="#ppt_h"/>
                                          </p:val>
                                        </p:tav>
                                      </p:tavLst>
                                    </p:anim>
                                  </p:childTnLst>
                                </p:cTn>
                              </p:par>
                              <p:par>
                                <p:cTn id="31" presetID="10" presetClass="entr" presetSubtype="0" fill="hold" nodeType="withEffect">
                                  <p:stCondLst>
                                    <p:cond delay="0"/>
                                  </p:stCondLst>
                                  <p:childTnLst>
                                    <p:set>
                                      <p:cBhvr>
                                        <p:cTn id="32" dur="1" fill="hold">
                                          <p:stCondLst>
                                            <p:cond delay="0"/>
                                          </p:stCondLst>
                                        </p:cTn>
                                        <p:tgtEl>
                                          <p:spTgt spid="80"/>
                                        </p:tgtEl>
                                        <p:attrNameLst>
                                          <p:attrName>style.visibility</p:attrName>
                                        </p:attrNameLst>
                                      </p:cBhvr>
                                      <p:to>
                                        <p:strVal val="visible"/>
                                      </p:to>
                                    </p:set>
                                    <p:animEffect transition="in" filter="fade">
                                      <p:cBhvr>
                                        <p:cTn id="33" dur="500"/>
                                        <p:tgtEl>
                                          <p:spTgt spid="80"/>
                                        </p:tgtEl>
                                      </p:cBhvr>
                                    </p:animEffect>
                                  </p:childTnLst>
                                </p:cTn>
                              </p:par>
                            </p:childTnLst>
                          </p:cTn>
                        </p:par>
                      </p:childTnLst>
                    </p:cTn>
                  </p:par>
                  <p:par>
                    <p:cTn id="34" fill="hold">
                      <p:stCondLst>
                        <p:cond delay="indefinite"/>
                      </p:stCondLst>
                      <p:childTnLst>
                        <p:par>
                          <p:cTn id="35" fill="hold">
                            <p:stCondLst>
                              <p:cond delay="0"/>
                            </p:stCondLst>
                            <p:childTnLst>
                              <p:par>
                                <p:cTn id="36" presetID="2" presetClass="entr" presetSubtype="2" fill="hold" nodeType="clickEffect">
                                  <p:stCondLst>
                                    <p:cond delay="0"/>
                                  </p:stCondLst>
                                  <p:childTnLst>
                                    <p:set>
                                      <p:cBhvr>
                                        <p:cTn id="37" dur="1" fill="hold">
                                          <p:stCondLst>
                                            <p:cond delay="0"/>
                                          </p:stCondLst>
                                        </p:cTn>
                                        <p:tgtEl>
                                          <p:spTgt spid="24"/>
                                        </p:tgtEl>
                                        <p:attrNameLst>
                                          <p:attrName>style.visibility</p:attrName>
                                        </p:attrNameLst>
                                      </p:cBhvr>
                                      <p:to>
                                        <p:strVal val="visible"/>
                                      </p:to>
                                    </p:set>
                                    <p:anim calcmode="lin" valueType="num">
                                      <p:cBhvr additive="base">
                                        <p:cTn id="38" dur="500"/>
                                        <p:tgtEl>
                                          <p:spTgt spid="24"/>
                                        </p:tgtEl>
                                        <p:attrNameLst>
                                          <p:attrName>ppt_x</p:attrName>
                                        </p:attrNameLst>
                                      </p:cBhvr>
                                      <p:tavLst>
                                        <p:tav tm="0">
                                          <p:val>
                                            <p:strVal val="#ppt_x+1"/>
                                          </p:val>
                                        </p:tav>
                                        <p:tav tm="100000">
                                          <p:val>
                                            <p:strVal val="#ppt_x"/>
                                          </p:val>
                                        </p:tav>
                                      </p:tavLst>
                                    </p:anim>
                                  </p:childTnLst>
                                </p:cTn>
                              </p:par>
                              <p:par>
                                <p:cTn id="39" presetID="1" presetClass="entr" presetSubtype="0" fill="hold" nodeType="withEffect">
                                  <p:stCondLst>
                                    <p:cond delay="0"/>
                                  </p:stCondLst>
                                  <p:childTnLst>
                                    <p:set>
                                      <p:cBhvr>
                                        <p:cTn id="40" dur="1" fill="hold">
                                          <p:stCondLst>
                                            <p:cond delay="0"/>
                                          </p:stCondLst>
                                        </p:cTn>
                                        <p:tgtEl>
                                          <p:spTgt spid="23"/>
                                        </p:tgtEl>
                                        <p:attrNameLst>
                                          <p:attrName>style.visibility</p:attrName>
                                        </p:attrNameLst>
                                      </p:cBhvr>
                                      <p:to>
                                        <p:strVal val="visible"/>
                                      </p:to>
                                    </p:set>
                                  </p:childTnLst>
                                </p:cTn>
                              </p:par>
                            </p:childTnLst>
                          </p:cTn>
                        </p:par>
                        <p:par>
                          <p:cTn id="41" fill="hold">
                            <p:stCondLst>
                              <p:cond delay="500"/>
                            </p:stCondLst>
                            <p:childTnLst>
                              <p:par>
                                <p:cTn id="42" presetID="23" presetClass="entr" presetSubtype="16" fill="hold" nodeType="afterEffect">
                                  <p:stCondLst>
                                    <p:cond delay="0"/>
                                  </p:stCondLst>
                                  <p:childTnLst>
                                    <p:set>
                                      <p:cBhvr>
                                        <p:cTn id="43" dur="1" fill="hold">
                                          <p:stCondLst>
                                            <p:cond delay="0"/>
                                          </p:stCondLst>
                                        </p:cTn>
                                        <p:tgtEl>
                                          <p:spTgt spid="27"/>
                                        </p:tgtEl>
                                        <p:attrNameLst>
                                          <p:attrName>style.visibility</p:attrName>
                                        </p:attrNameLst>
                                      </p:cBhvr>
                                      <p:to>
                                        <p:strVal val="visible"/>
                                      </p:to>
                                    </p:set>
                                    <p:anim calcmode="lin" valueType="num">
                                      <p:cBhvr additive="base">
                                        <p:cTn id="44" dur="500"/>
                                        <p:tgtEl>
                                          <p:spTgt spid="27"/>
                                        </p:tgtEl>
                                        <p:attrNameLst>
                                          <p:attrName>ppt_w</p:attrName>
                                        </p:attrNameLst>
                                      </p:cBhvr>
                                      <p:tavLst>
                                        <p:tav tm="0">
                                          <p:val>
                                            <p:strVal val="0"/>
                                          </p:val>
                                        </p:tav>
                                        <p:tav tm="100000">
                                          <p:val>
                                            <p:strVal val="#ppt_w"/>
                                          </p:val>
                                        </p:tav>
                                      </p:tavLst>
                                    </p:anim>
                                    <p:anim calcmode="lin" valueType="num">
                                      <p:cBhvr additive="base">
                                        <p:cTn id="45" dur="500"/>
                                        <p:tgtEl>
                                          <p:spTgt spid="27"/>
                                        </p:tgtEl>
                                        <p:attrNameLst>
                                          <p:attrName>ppt_h</p:attrName>
                                        </p:attrNameLst>
                                      </p:cBhvr>
                                      <p:tavLst>
                                        <p:tav tm="0">
                                          <p:val>
                                            <p:strVal val="0"/>
                                          </p:val>
                                        </p:tav>
                                        <p:tav tm="100000">
                                          <p:val>
                                            <p:strVal val="#ppt_h"/>
                                          </p:val>
                                        </p:tav>
                                      </p:tavLst>
                                    </p:anim>
                                  </p:childTnLst>
                                </p:cTn>
                              </p:par>
                            </p:childTnLst>
                          </p:cTn>
                        </p:par>
                        <p:par>
                          <p:cTn id="46" fill="hold">
                            <p:stCondLst>
                              <p:cond delay="1000"/>
                            </p:stCondLst>
                            <p:childTnLst>
                              <p:par>
                                <p:cTn id="47" presetID="10" presetClass="entr" presetSubtype="0" fill="hold" nodeType="afterEffect">
                                  <p:stCondLst>
                                    <p:cond delay="0"/>
                                  </p:stCondLst>
                                  <p:childTnLst>
                                    <p:set>
                                      <p:cBhvr>
                                        <p:cTn id="48" dur="1" fill="hold">
                                          <p:stCondLst>
                                            <p:cond delay="0"/>
                                          </p:stCondLst>
                                        </p:cTn>
                                        <p:tgtEl>
                                          <p:spTgt spid="28"/>
                                        </p:tgtEl>
                                        <p:attrNameLst>
                                          <p:attrName>style.visibility</p:attrName>
                                        </p:attrNameLst>
                                      </p:cBhvr>
                                      <p:to>
                                        <p:strVal val="visible"/>
                                      </p:to>
                                    </p:set>
                                    <p:animEffect transition="in" filter="fade">
                                      <p:cBhvr>
                                        <p:cTn id="49" dur="500"/>
                                        <p:tgtEl>
                                          <p:spTgt spid="28"/>
                                        </p:tgtEl>
                                      </p:cBhvr>
                                    </p:animEffect>
                                  </p:childTnLst>
                                </p:cTn>
                              </p:par>
                            </p:childTnLst>
                          </p:cTn>
                        </p:par>
                      </p:childTnLst>
                    </p:cTn>
                  </p:par>
                  <p:par>
                    <p:cTn id="50" fill="hold">
                      <p:stCondLst>
                        <p:cond delay="indefinite"/>
                      </p:stCondLst>
                      <p:childTnLst>
                        <p:par>
                          <p:cTn id="51" fill="hold">
                            <p:stCondLst>
                              <p:cond delay="0"/>
                            </p:stCondLst>
                            <p:childTnLst>
                              <p:par>
                                <p:cTn id="52" presetID="2" presetClass="entr" presetSubtype="8" fill="hold" nodeType="clickEffect">
                                  <p:stCondLst>
                                    <p:cond delay="0"/>
                                  </p:stCondLst>
                                  <p:childTnLst>
                                    <p:set>
                                      <p:cBhvr>
                                        <p:cTn id="53" dur="1" fill="hold">
                                          <p:stCondLst>
                                            <p:cond delay="0"/>
                                          </p:stCondLst>
                                        </p:cTn>
                                        <p:tgtEl>
                                          <p:spTgt spid="36"/>
                                        </p:tgtEl>
                                        <p:attrNameLst>
                                          <p:attrName>style.visibility</p:attrName>
                                        </p:attrNameLst>
                                      </p:cBhvr>
                                      <p:to>
                                        <p:strVal val="visible"/>
                                      </p:to>
                                    </p:set>
                                    <p:anim calcmode="lin" valueType="num">
                                      <p:cBhvr additive="base">
                                        <p:cTn id="54" dur="500"/>
                                        <p:tgtEl>
                                          <p:spTgt spid="36"/>
                                        </p:tgtEl>
                                        <p:attrNameLst>
                                          <p:attrName>ppt_x</p:attrName>
                                        </p:attrNameLst>
                                      </p:cBhvr>
                                      <p:tavLst>
                                        <p:tav tm="0">
                                          <p:val>
                                            <p:strVal val="#ppt_x-1"/>
                                          </p:val>
                                        </p:tav>
                                        <p:tav tm="100000">
                                          <p:val>
                                            <p:strVal val="#ppt_x"/>
                                          </p:val>
                                        </p:tav>
                                      </p:tavLst>
                                    </p:anim>
                                  </p:childTnLst>
                                </p:cTn>
                              </p:par>
                              <p:par>
                                <p:cTn id="55" presetID="1" presetClass="entr" presetSubtype="0" fill="hold" nodeType="withEffect">
                                  <p:stCondLst>
                                    <p:cond delay="0"/>
                                  </p:stCondLst>
                                  <p:childTnLst>
                                    <p:set>
                                      <p:cBhvr>
                                        <p:cTn id="56" dur="1" fill="hold">
                                          <p:stCondLst>
                                            <p:cond delay="0"/>
                                          </p:stCondLst>
                                        </p:cTn>
                                        <p:tgtEl>
                                          <p:spTgt spid="35"/>
                                        </p:tgtEl>
                                        <p:attrNameLst>
                                          <p:attrName>style.visibility</p:attrName>
                                        </p:attrNameLst>
                                      </p:cBhvr>
                                      <p:to>
                                        <p:strVal val="visible"/>
                                      </p:to>
                                    </p:set>
                                  </p:childTnLst>
                                </p:cTn>
                              </p:par>
                            </p:childTnLst>
                          </p:cTn>
                        </p:par>
                        <p:par>
                          <p:cTn id="57" fill="hold">
                            <p:stCondLst>
                              <p:cond delay="500"/>
                            </p:stCondLst>
                            <p:childTnLst>
                              <p:par>
                                <p:cTn id="58" presetID="23" presetClass="entr" presetSubtype="16" fill="hold" nodeType="afterEffect">
                                  <p:stCondLst>
                                    <p:cond delay="0"/>
                                  </p:stCondLst>
                                  <p:childTnLst>
                                    <p:set>
                                      <p:cBhvr>
                                        <p:cTn id="59" dur="1" fill="hold">
                                          <p:stCondLst>
                                            <p:cond delay="0"/>
                                          </p:stCondLst>
                                        </p:cTn>
                                        <p:tgtEl>
                                          <p:spTgt spid="39"/>
                                        </p:tgtEl>
                                        <p:attrNameLst>
                                          <p:attrName>style.visibility</p:attrName>
                                        </p:attrNameLst>
                                      </p:cBhvr>
                                      <p:to>
                                        <p:strVal val="visible"/>
                                      </p:to>
                                    </p:set>
                                    <p:anim calcmode="lin" valueType="num">
                                      <p:cBhvr additive="base">
                                        <p:cTn id="60" dur="500"/>
                                        <p:tgtEl>
                                          <p:spTgt spid="39"/>
                                        </p:tgtEl>
                                        <p:attrNameLst>
                                          <p:attrName>ppt_w</p:attrName>
                                        </p:attrNameLst>
                                      </p:cBhvr>
                                      <p:tavLst>
                                        <p:tav tm="0">
                                          <p:val>
                                            <p:strVal val="0"/>
                                          </p:val>
                                        </p:tav>
                                        <p:tav tm="100000">
                                          <p:val>
                                            <p:strVal val="#ppt_w"/>
                                          </p:val>
                                        </p:tav>
                                      </p:tavLst>
                                    </p:anim>
                                    <p:anim calcmode="lin" valueType="num">
                                      <p:cBhvr additive="base">
                                        <p:cTn id="61" dur="500"/>
                                        <p:tgtEl>
                                          <p:spTgt spid="39"/>
                                        </p:tgtEl>
                                        <p:attrNameLst>
                                          <p:attrName>ppt_h</p:attrName>
                                        </p:attrNameLst>
                                      </p:cBhvr>
                                      <p:tavLst>
                                        <p:tav tm="0">
                                          <p:val>
                                            <p:strVal val="0"/>
                                          </p:val>
                                        </p:tav>
                                        <p:tav tm="100000">
                                          <p:val>
                                            <p:strVal val="#ppt_h"/>
                                          </p:val>
                                        </p:tav>
                                      </p:tavLst>
                                    </p:anim>
                                  </p:childTnLst>
                                </p:cTn>
                              </p:par>
                            </p:childTnLst>
                          </p:cTn>
                        </p:par>
                        <p:par>
                          <p:cTn id="62" fill="hold">
                            <p:stCondLst>
                              <p:cond delay="1000"/>
                            </p:stCondLst>
                            <p:childTnLst>
                              <p:par>
                                <p:cTn id="63" presetID="10" presetClass="entr" presetSubtype="0" fill="hold" nodeType="afterEffect">
                                  <p:stCondLst>
                                    <p:cond delay="0"/>
                                  </p:stCondLst>
                                  <p:childTnLst>
                                    <p:set>
                                      <p:cBhvr>
                                        <p:cTn id="64" dur="1" fill="hold">
                                          <p:stCondLst>
                                            <p:cond delay="0"/>
                                          </p:stCondLst>
                                        </p:cTn>
                                        <p:tgtEl>
                                          <p:spTgt spid="81"/>
                                        </p:tgtEl>
                                        <p:attrNameLst>
                                          <p:attrName>style.visibility</p:attrName>
                                        </p:attrNameLst>
                                      </p:cBhvr>
                                      <p:to>
                                        <p:strVal val="visible"/>
                                      </p:to>
                                    </p:set>
                                    <p:animEffect transition="in" filter="fade">
                                      <p:cBhvr>
                                        <p:cTn id="65" dur="500"/>
                                        <p:tgtEl>
                                          <p:spTgt spid="81"/>
                                        </p:tgtEl>
                                      </p:cBhvr>
                                    </p:animEffect>
                                  </p:childTnLst>
                                </p:cTn>
                              </p:par>
                            </p:childTnLst>
                          </p:cTn>
                        </p:par>
                      </p:childTnLst>
                    </p:cTn>
                  </p:par>
                  <p:par>
                    <p:cTn id="66" fill="hold">
                      <p:stCondLst>
                        <p:cond delay="indefinite"/>
                      </p:stCondLst>
                      <p:childTnLst>
                        <p:par>
                          <p:cTn id="67" fill="hold">
                            <p:stCondLst>
                              <p:cond delay="0"/>
                            </p:stCondLst>
                            <p:childTnLst>
                              <p:par>
                                <p:cTn id="68" presetID="2" presetClass="entr" presetSubtype="8" fill="hold" nodeType="clickEffect">
                                  <p:stCondLst>
                                    <p:cond delay="0"/>
                                  </p:stCondLst>
                                  <p:childTnLst>
                                    <p:set>
                                      <p:cBhvr>
                                        <p:cTn id="69" dur="1" fill="hold">
                                          <p:stCondLst>
                                            <p:cond delay="0"/>
                                          </p:stCondLst>
                                        </p:cTn>
                                        <p:tgtEl>
                                          <p:spTgt spid="30"/>
                                        </p:tgtEl>
                                        <p:attrNameLst>
                                          <p:attrName>style.visibility</p:attrName>
                                        </p:attrNameLst>
                                      </p:cBhvr>
                                      <p:to>
                                        <p:strVal val="visible"/>
                                      </p:to>
                                    </p:set>
                                    <p:anim calcmode="lin" valueType="num">
                                      <p:cBhvr additive="base">
                                        <p:cTn id="70" dur="500"/>
                                        <p:tgtEl>
                                          <p:spTgt spid="30"/>
                                        </p:tgtEl>
                                        <p:attrNameLst>
                                          <p:attrName>ppt_x</p:attrName>
                                        </p:attrNameLst>
                                      </p:cBhvr>
                                      <p:tavLst>
                                        <p:tav tm="0">
                                          <p:val>
                                            <p:strVal val="#ppt_x-1"/>
                                          </p:val>
                                        </p:tav>
                                        <p:tav tm="100000">
                                          <p:val>
                                            <p:strVal val="#ppt_x"/>
                                          </p:val>
                                        </p:tav>
                                      </p:tavLst>
                                    </p:anim>
                                  </p:childTnLst>
                                </p:cTn>
                              </p:par>
                              <p:par>
                                <p:cTn id="71" presetID="1" presetClass="entr" presetSubtype="0" fill="hold" nodeType="withEffect">
                                  <p:stCondLst>
                                    <p:cond delay="0"/>
                                  </p:stCondLst>
                                  <p:childTnLst>
                                    <p:set>
                                      <p:cBhvr>
                                        <p:cTn id="72" dur="1" fill="hold">
                                          <p:stCondLst>
                                            <p:cond delay="0"/>
                                          </p:stCondLst>
                                        </p:cTn>
                                        <p:tgtEl>
                                          <p:spTgt spid="29"/>
                                        </p:tgtEl>
                                        <p:attrNameLst>
                                          <p:attrName>style.visibility</p:attrName>
                                        </p:attrNameLst>
                                      </p:cBhvr>
                                      <p:to>
                                        <p:strVal val="visible"/>
                                      </p:to>
                                    </p:set>
                                  </p:childTnLst>
                                </p:cTn>
                              </p:par>
                            </p:childTnLst>
                          </p:cTn>
                        </p:par>
                        <p:par>
                          <p:cTn id="73" fill="hold">
                            <p:stCondLst>
                              <p:cond delay="500"/>
                            </p:stCondLst>
                            <p:childTnLst>
                              <p:par>
                                <p:cTn id="74" presetID="23" presetClass="entr" presetSubtype="16" fill="hold" nodeType="afterEffect">
                                  <p:stCondLst>
                                    <p:cond delay="0"/>
                                  </p:stCondLst>
                                  <p:childTnLst>
                                    <p:set>
                                      <p:cBhvr>
                                        <p:cTn id="75" dur="1" fill="hold">
                                          <p:stCondLst>
                                            <p:cond delay="0"/>
                                          </p:stCondLst>
                                        </p:cTn>
                                        <p:tgtEl>
                                          <p:spTgt spid="33"/>
                                        </p:tgtEl>
                                        <p:attrNameLst>
                                          <p:attrName>style.visibility</p:attrName>
                                        </p:attrNameLst>
                                      </p:cBhvr>
                                      <p:to>
                                        <p:strVal val="visible"/>
                                      </p:to>
                                    </p:set>
                                    <p:anim calcmode="lin" valueType="num">
                                      <p:cBhvr additive="base">
                                        <p:cTn id="76" dur="500"/>
                                        <p:tgtEl>
                                          <p:spTgt spid="33"/>
                                        </p:tgtEl>
                                        <p:attrNameLst>
                                          <p:attrName>ppt_w</p:attrName>
                                        </p:attrNameLst>
                                      </p:cBhvr>
                                      <p:tavLst>
                                        <p:tav tm="0">
                                          <p:val>
                                            <p:strVal val="0"/>
                                          </p:val>
                                        </p:tav>
                                        <p:tav tm="100000">
                                          <p:val>
                                            <p:strVal val="#ppt_w"/>
                                          </p:val>
                                        </p:tav>
                                      </p:tavLst>
                                    </p:anim>
                                    <p:anim calcmode="lin" valueType="num">
                                      <p:cBhvr additive="base">
                                        <p:cTn id="77" dur="500"/>
                                        <p:tgtEl>
                                          <p:spTgt spid="33"/>
                                        </p:tgtEl>
                                        <p:attrNameLst>
                                          <p:attrName>ppt_h</p:attrName>
                                        </p:attrNameLst>
                                      </p:cBhvr>
                                      <p:tavLst>
                                        <p:tav tm="0">
                                          <p:val>
                                            <p:strVal val="0"/>
                                          </p:val>
                                        </p:tav>
                                        <p:tav tm="100000">
                                          <p:val>
                                            <p:strVal val="#ppt_h"/>
                                          </p:val>
                                        </p:tav>
                                      </p:tavLst>
                                    </p:anim>
                                  </p:childTnLst>
                                </p:cTn>
                              </p:par>
                            </p:childTnLst>
                          </p:cTn>
                        </p:par>
                        <p:par>
                          <p:cTn id="78" fill="hold">
                            <p:stCondLst>
                              <p:cond delay="1000"/>
                            </p:stCondLst>
                            <p:childTnLst>
                              <p:par>
                                <p:cTn id="79" presetID="10" presetClass="entr" presetSubtype="0" fill="hold" nodeType="afterEffect">
                                  <p:stCondLst>
                                    <p:cond delay="0"/>
                                  </p:stCondLst>
                                  <p:childTnLst>
                                    <p:set>
                                      <p:cBhvr>
                                        <p:cTn id="80" dur="1" fill="hold">
                                          <p:stCondLst>
                                            <p:cond delay="0"/>
                                          </p:stCondLst>
                                        </p:cTn>
                                        <p:tgtEl>
                                          <p:spTgt spid="34"/>
                                        </p:tgtEl>
                                        <p:attrNameLst>
                                          <p:attrName>style.visibility</p:attrName>
                                        </p:attrNameLst>
                                      </p:cBhvr>
                                      <p:to>
                                        <p:strVal val="visible"/>
                                      </p:to>
                                    </p:set>
                                    <p:animEffect transition="in" filter="fade">
                                      <p:cBhvr>
                                        <p:cTn id="81" dur="500"/>
                                        <p:tgtEl>
                                          <p:spTgt spid="34"/>
                                        </p:tgtEl>
                                      </p:cBhvr>
                                    </p:animEffect>
                                  </p:childTnLst>
                                </p:cTn>
                              </p:par>
                            </p:childTnLst>
                          </p:cTn>
                        </p:par>
                      </p:childTnLst>
                    </p:cTn>
                  </p:par>
                  <p:par>
                    <p:cTn id="82" fill="hold">
                      <p:stCondLst>
                        <p:cond delay="indefinite"/>
                      </p:stCondLst>
                      <p:childTnLst>
                        <p:par>
                          <p:cTn id="83" fill="hold">
                            <p:stCondLst>
                              <p:cond delay="0"/>
                            </p:stCondLst>
                            <p:childTnLst>
                              <p:par>
                                <p:cTn id="84" presetID="2" presetClass="entr" presetSubtype="8" fill="hold" nodeType="clickEffect">
                                  <p:stCondLst>
                                    <p:cond delay="0"/>
                                  </p:stCondLst>
                                  <p:childTnLst>
                                    <p:set>
                                      <p:cBhvr>
                                        <p:cTn id="85" dur="1" fill="hold">
                                          <p:stCondLst>
                                            <p:cond delay="0"/>
                                          </p:stCondLst>
                                        </p:cTn>
                                        <p:tgtEl>
                                          <p:spTgt spid="48"/>
                                        </p:tgtEl>
                                        <p:attrNameLst>
                                          <p:attrName>style.visibility</p:attrName>
                                        </p:attrNameLst>
                                      </p:cBhvr>
                                      <p:to>
                                        <p:strVal val="visible"/>
                                      </p:to>
                                    </p:set>
                                    <p:anim calcmode="lin" valueType="num">
                                      <p:cBhvr additive="base">
                                        <p:cTn id="86" dur="500"/>
                                        <p:tgtEl>
                                          <p:spTgt spid="48"/>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 name="Diagram 15"/>
          <p:cNvGraphicFramePr/>
          <p:nvPr>
            <p:extLst>
              <p:ext uri="{D42A27DB-BD31-4B8C-83A1-F6EECF244321}">
                <p14:modId xmlns:p14="http://schemas.microsoft.com/office/powerpoint/2010/main" val="2126573037"/>
              </p:ext>
            </p:extLst>
          </p:nvPr>
        </p:nvGraphicFramePr>
        <p:xfrm>
          <a:off x="1654293" y="1753518"/>
          <a:ext cx="2059979" cy="255362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25" name="Diagram 24"/>
          <p:cNvGraphicFramePr/>
          <p:nvPr>
            <p:extLst>
              <p:ext uri="{D42A27DB-BD31-4B8C-83A1-F6EECF244321}">
                <p14:modId xmlns:p14="http://schemas.microsoft.com/office/powerpoint/2010/main" val="4095016230"/>
              </p:ext>
            </p:extLst>
          </p:nvPr>
        </p:nvGraphicFramePr>
        <p:xfrm>
          <a:off x="3806943" y="1753518"/>
          <a:ext cx="2059979" cy="2553623"/>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26" name="Diagram 25"/>
          <p:cNvGraphicFramePr/>
          <p:nvPr>
            <p:extLst>
              <p:ext uri="{D42A27DB-BD31-4B8C-83A1-F6EECF244321}">
                <p14:modId xmlns:p14="http://schemas.microsoft.com/office/powerpoint/2010/main" val="467838110"/>
              </p:ext>
            </p:extLst>
          </p:nvPr>
        </p:nvGraphicFramePr>
        <p:xfrm>
          <a:off x="5959593" y="1753516"/>
          <a:ext cx="2059979" cy="2553623"/>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graphicFrame>
        <p:nvGraphicFramePr>
          <p:cNvPr id="27" name="Diagram 26"/>
          <p:cNvGraphicFramePr/>
          <p:nvPr>
            <p:extLst>
              <p:ext uri="{D42A27DB-BD31-4B8C-83A1-F6EECF244321}">
                <p14:modId xmlns:p14="http://schemas.microsoft.com/office/powerpoint/2010/main" val="3029939025"/>
              </p:ext>
            </p:extLst>
          </p:nvPr>
        </p:nvGraphicFramePr>
        <p:xfrm>
          <a:off x="8112243" y="1755901"/>
          <a:ext cx="2059979" cy="2553623"/>
        </p:xfrm>
        <a:graphic>
          <a:graphicData uri="http://schemas.openxmlformats.org/drawingml/2006/diagram">
            <dgm:relIds xmlns:dgm="http://schemas.openxmlformats.org/drawingml/2006/diagram" xmlns:r="http://schemas.openxmlformats.org/officeDocument/2006/relationships" r:dm="rId17" r:lo="rId18" r:qs="rId19" r:cs="rId20"/>
          </a:graphicData>
        </a:graphic>
      </p:graphicFrame>
      <p:grpSp>
        <p:nvGrpSpPr>
          <p:cNvPr id="7" name="Group 6"/>
          <p:cNvGrpSpPr/>
          <p:nvPr/>
        </p:nvGrpSpPr>
        <p:grpSpPr>
          <a:xfrm>
            <a:off x="3805242" y="4308636"/>
            <a:ext cx="2063000" cy="839031"/>
            <a:chOff x="2890840" y="4335641"/>
            <a:chExt cx="2063000" cy="1654266"/>
          </a:xfrm>
          <a:solidFill>
            <a:srgbClr val="C00000"/>
          </a:solidFill>
        </p:grpSpPr>
        <p:sp>
          <p:nvSpPr>
            <p:cNvPr id="30" name="Round Same Side Corner Rectangle 29"/>
            <p:cNvSpPr/>
            <p:nvPr/>
          </p:nvSpPr>
          <p:spPr>
            <a:xfrm rot="10800000">
              <a:off x="2890840" y="4335641"/>
              <a:ext cx="2063000" cy="1654266"/>
            </a:xfrm>
            <a:prstGeom prst="round2SameRect">
              <a:avLst>
                <a:gd name="adj1" fmla="val 8990"/>
                <a:gd name="adj2" fmla="val 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latin typeface="Lato Light" panose="020F0302020204030203" pitchFamily="34" charset="0"/>
              </a:endParaRPr>
            </a:p>
          </p:txBody>
        </p:sp>
        <p:sp>
          <p:nvSpPr>
            <p:cNvPr id="15" name="TextBox 14"/>
            <p:cNvSpPr txBox="1"/>
            <p:nvPr/>
          </p:nvSpPr>
          <p:spPr>
            <a:xfrm>
              <a:off x="2901267" y="4335641"/>
              <a:ext cx="2042145" cy="1486720"/>
            </a:xfrm>
            <a:prstGeom prst="rect">
              <a:avLst/>
            </a:prstGeom>
            <a:grpFill/>
          </p:spPr>
          <p:txBody>
            <a:bodyPr wrap="square" rtlCol="0">
              <a:spAutoFit/>
            </a:bodyPr>
            <a:lstStyle/>
            <a:p>
              <a:pPr algn="ctr"/>
              <a:endParaRPr lang="en-US" sz="1200" dirty="0">
                <a:solidFill>
                  <a:schemeClr val="lt1"/>
                </a:solidFill>
                <a:latin typeface="Lato Light" panose="020F0302020204030203" pitchFamily="34" charset="0"/>
              </a:endParaRPr>
            </a:p>
            <a:p>
              <a:pPr algn="ctr"/>
              <a:r>
                <a:rPr lang="en-US" b="1" dirty="0">
                  <a:latin typeface="Lato Light" panose="020F0302020204030203" pitchFamily="34" charset="0"/>
                </a:rPr>
                <a:t>RAHSIA</a:t>
              </a:r>
            </a:p>
            <a:p>
              <a:pPr algn="ctr"/>
              <a:endParaRPr lang="en-US" sz="1300" dirty="0">
                <a:latin typeface="Lato Light" panose="020F0302020204030203" pitchFamily="34" charset="0"/>
              </a:endParaRPr>
            </a:p>
          </p:txBody>
        </p:sp>
      </p:grpSp>
      <p:grpSp>
        <p:nvGrpSpPr>
          <p:cNvPr id="8" name="Group 7"/>
          <p:cNvGrpSpPr/>
          <p:nvPr/>
        </p:nvGrpSpPr>
        <p:grpSpPr>
          <a:xfrm>
            <a:off x="5959434" y="4308636"/>
            <a:ext cx="2063000" cy="938719"/>
            <a:chOff x="5045032" y="4335641"/>
            <a:chExt cx="2063000" cy="1850815"/>
          </a:xfrm>
        </p:grpSpPr>
        <p:sp>
          <p:nvSpPr>
            <p:cNvPr id="45" name="Round Same Side Corner Rectangle 44"/>
            <p:cNvSpPr/>
            <p:nvPr/>
          </p:nvSpPr>
          <p:spPr>
            <a:xfrm rot="10800000">
              <a:off x="5045034" y="4335641"/>
              <a:ext cx="2062998" cy="1654266"/>
            </a:xfrm>
            <a:prstGeom prst="round2SameRect">
              <a:avLst>
                <a:gd name="adj1" fmla="val 8990"/>
                <a:gd name="adj2" fmla="val 0"/>
              </a:avLst>
            </a:prstGeom>
            <a:solidFill>
              <a:srgbClr val="A1BC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latin typeface="Lato Light" panose="020F0302020204030203" pitchFamily="34" charset="0"/>
              </a:endParaRPr>
            </a:p>
          </p:txBody>
        </p:sp>
        <p:sp>
          <p:nvSpPr>
            <p:cNvPr id="17" name="TextBox 16"/>
            <p:cNvSpPr txBox="1"/>
            <p:nvPr/>
          </p:nvSpPr>
          <p:spPr>
            <a:xfrm>
              <a:off x="5045032" y="4335641"/>
              <a:ext cx="2042145" cy="1850815"/>
            </a:xfrm>
            <a:prstGeom prst="rect">
              <a:avLst/>
            </a:prstGeom>
            <a:noFill/>
          </p:spPr>
          <p:txBody>
            <a:bodyPr wrap="square" rtlCol="0">
              <a:spAutoFit/>
            </a:bodyPr>
            <a:lstStyle/>
            <a:p>
              <a:pPr algn="ctr"/>
              <a:endParaRPr lang="en-US" sz="1200" dirty="0">
                <a:solidFill>
                  <a:schemeClr val="lt1"/>
                </a:solidFill>
                <a:latin typeface="Lato Light" panose="020F0302020204030203" pitchFamily="34" charset="0"/>
              </a:endParaRPr>
            </a:p>
            <a:p>
              <a:pPr algn="ctr"/>
              <a:r>
                <a:rPr lang="en-US" b="1" dirty="0">
                  <a:latin typeface="Lato Light" panose="020F0302020204030203" pitchFamily="34" charset="0"/>
                </a:rPr>
                <a:t>SULIT</a:t>
              </a:r>
            </a:p>
            <a:p>
              <a:pPr algn="ctr"/>
              <a:endParaRPr lang="en-US" sz="1300" dirty="0">
                <a:latin typeface="Lato Light" panose="020F0302020204030203" pitchFamily="34" charset="0"/>
              </a:endParaRPr>
            </a:p>
            <a:p>
              <a:pPr algn="ctr"/>
              <a:r>
                <a:rPr lang="en-US" sz="1200" dirty="0">
                  <a:solidFill>
                    <a:schemeClr val="lt1"/>
                  </a:solidFill>
                  <a:latin typeface="Lato Light" panose="020F0302020204030203" pitchFamily="34" charset="0"/>
                </a:rPr>
                <a:t>.</a:t>
              </a:r>
            </a:p>
          </p:txBody>
        </p:sp>
      </p:grpSp>
      <p:grpSp>
        <p:nvGrpSpPr>
          <p:cNvPr id="9" name="Group 8"/>
          <p:cNvGrpSpPr/>
          <p:nvPr/>
        </p:nvGrpSpPr>
        <p:grpSpPr>
          <a:xfrm>
            <a:off x="8113627" y="4308636"/>
            <a:ext cx="2058944" cy="839031"/>
            <a:chOff x="7199225" y="4335641"/>
            <a:chExt cx="2058944" cy="1654266"/>
          </a:xfrm>
        </p:grpSpPr>
        <p:sp>
          <p:nvSpPr>
            <p:cNvPr id="46" name="Round Same Side Corner Rectangle 45"/>
            <p:cNvSpPr/>
            <p:nvPr/>
          </p:nvSpPr>
          <p:spPr>
            <a:xfrm rot="10800000">
              <a:off x="7199227" y="4335641"/>
              <a:ext cx="2058942" cy="1654266"/>
            </a:xfrm>
            <a:prstGeom prst="round2SameRect">
              <a:avLst>
                <a:gd name="adj1" fmla="val 7071"/>
                <a:gd name="adj2"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latin typeface="Lato Light" panose="020F0302020204030203" pitchFamily="34" charset="0"/>
              </a:endParaRPr>
            </a:p>
          </p:txBody>
        </p:sp>
        <p:sp>
          <p:nvSpPr>
            <p:cNvPr id="18" name="TextBox 17"/>
            <p:cNvSpPr txBox="1"/>
            <p:nvPr/>
          </p:nvSpPr>
          <p:spPr>
            <a:xfrm>
              <a:off x="7199225" y="4335641"/>
              <a:ext cx="2042145" cy="1486720"/>
            </a:xfrm>
            <a:prstGeom prst="rect">
              <a:avLst/>
            </a:prstGeom>
            <a:noFill/>
          </p:spPr>
          <p:txBody>
            <a:bodyPr wrap="square" rtlCol="0">
              <a:spAutoFit/>
            </a:bodyPr>
            <a:lstStyle/>
            <a:p>
              <a:pPr algn="ctr"/>
              <a:endParaRPr lang="en-US" sz="1200" dirty="0">
                <a:solidFill>
                  <a:schemeClr val="lt1"/>
                </a:solidFill>
                <a:latin typeface="Lato Light" panose="020F0302020204030203" pitchFamily="34" charset="0"/>
              </a:endParaRPr>
            </a:p>
            <a:p>
              <a:pPr algn="ctr"/>
              <a:r>
                <a:rPr lang="en-US" b="1" dirty="0">
                  <a:latin typeface="Lato Light" panose="020F0302020204030203" pitchFamily="34" charset="0"/>
                </a:rPr>
                <a:t>TERHAD</a:t>
              </a:r>
            </a:p>
            <a:p>
              <a:pPr algn="ctr"/>
              <a:endParaRPr lang="en-US" sz="1300" b="1" dirty="0">
                <a:effectLst>
                  <a:outerShdw blurRad="38100" dist="38100" dir="2700000" algn="tl">
                    <a:srgbClr val="000000">
                      <a:alpha val="43137"/>
                    </a:srgbClr>
                  </a:outerShdw>
                </a:effectLst>
                <a:latin typeface="Lato Light" panose="020F0302020204030203" pitchFamily="34" charset="0"/>
              </a:endParaRPr>
            </a:p>
          </p:txBody>
        </p:sp>
      </p:grpSp>
      <p:grpSp>
        <p:nvGrpSpPr>
          <p:cNvPr id="42" name="Group 41"/>
          <p:cNvGrpSpPr/>
          <p:nvPr/>
        </p:nvGrpSpPr>
        <p:grpSpPr>
          <a:xfrm>
            <a:off x="1661509" y="4307139"/>
            <a:ext cx="2062999" cy="840529"/>
            <a:chOff x="736645" y="4335641"/>
            <a:chExt cx="2062999" cy="1654266"/>
          </a:xfrm>
          <a:solidFill>
            <a:srgbClr val="FFC000"/>
          </a:solidFill>
        </p:grpSpPr>
        <p:sp>
          <p:nvSpPr>
            <p:cNvPr id="43" name="Round Same Side Corner Rectangle 42"/>
            <p:cNvSpPr/>
            <p:nvPr/>
          </p:nvSpPr>
          <p:spPr>
            <a:xfrm rot="10800000">
              <a:off x="736645" y="4335641"/>
              <a:ext cx="2062999" cy="1654266"/>
            </a:xfrm>
            <a:prstGeom prst="round2SameRect">
              <a:avLst>
                <a:gd name="adj1" fmla="val 9758"/>
                <a:gd name="adj2" fmla="val 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lang="en-US" sz="1200" dirty="0">
                <a:latin typeface="Lato Light" panose="020F0302020204030203" pitchFamily="34" charset="0"/>
              </a:endParaRPr>
            </a:p>
          </p:txBody>
        </p:sp>
        <p:sp>
          <p:nvSpPr>
            <p:cNvPr id="44" name="TextBox 43"/>
            <p:cNvSpPr txBox="1"/>
            <p:nvPr/>
          </p:nvSpPr>
          <p:spPr>
            <a:xfrm>
              <a:off x="736645" y="4335641"/>
              <a:ext cx="2042145" cy="754053"/>
            </a:xfrm>
            <a:prstGeom prst="rect">
              <a:avLst/>
            </a:prstGeom>
            <a:grpFill/>
          </p:spPr>
          <p:txBody>
            <a:bodyPr wrap="square" rtlCol="0">
              <a:spAutoFit/>
            </a:bodyPr>
            <a:lstStyle/>
            <a:p>
              <a:pPr algn="ctr"/>
              <a:endParaRPr lang="en-US" sz="1200" dirty="0">
                <a:solidFill>
                  <a:schemeClr val="lt1"/>
                </a:solidFill>
                <a:latin typeface="Lato Light" panose="020F0302020204030203" pitchFamily="34" charset="0"/>
              </a:endParaRPr>
            </a:p>
            <a:p>
              <a:pPr algn="ctr"/>
              <a:r>
                <a:rPr lang="en-US" b="1" dirty="0">
                  <a:latin typeface="Lato Light" panose="020F0302020204030203" pitchFamily="34" charset="0"/>
                </a:rPr>
                <a:t>RAHSIA BESAR</a:t>
              </a:r>
            </a:p>
            <a:p>
              <a:pPr algn="ctr"/>
              <a:endParaRPr lang="en-US" sz="1300" dirty="0">
                <a:latin typeface="Lato Light" panose="020F0302020204030203" pitchFamily="34" charset="0"/>
              </a:endParaRPr>
            </a:p>
          </p:txBody>
        </p:sp>
      </p:grpSp>
      <p:sp>
        <p:nvSpPr>
          <p:cNvPr id="48" name="Rectangle 47"/>
          <p:cNvSpPr>
            <a:spLocks/>
          </p:cNvSpPr>
          <p:nvPr/>
        </p:nvSpPr>
        <p:spPr bwMode="auto">
          <a:xfrm>
            <a:off x="4218617" y="395985"/>
            <a:ext cx="7242339" cy="11028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vert="horz" wrap="square" lIns="0" tIns="0" rIns="0" bIns="0" anchor="ctr" anchorCtr="0">
            <a:spAutoFit/>
          </a:bodyPr>
          <a:lstStyle/>
          <a:p>
            <a:pPr algn="r" defTabSz="2286000">
              <a:lnSpc>
                <a:spcPts val="4250"/>
              </a:lnSpc>
            </a:pPr>
            <a:r>
              <a:rPr lang="en-US" sz="3600" b="1" spc="250" dirty="0">
                <a:solidFill>
                  <a:schemeClr val="tx2"/>
                </a:solidFill>
                <a:latin typeface="Tahoma" panose="020B0604030504040204" pitchFamily="34" charset="0"/>
                <a:ea typeface="Tahoma" panose="020B0604030504040204" pitchFamily="34" charset="0"/>
                <a:cs typeface="Tahoma" panose="020B0604030504040204" pitchFamily="34" charset="0"/>
                <a:sym typeface="Bebas Neue" charset="0"/>
              </a:rPr>
              <a:t>WARNA </a:t>
            </a:r>
          </a:p>
          <a:p>
            <a:pPr algn="r" defTabSz="2286000">
              <a:lnSpc>
                <a:spcPts val="4250"/>
              </a:lnSpc>
            </a:pPr>
            <a:r>
              <a:rPr lang="en-US" sz="3600" b="1" spc="250" dirty="0">
                <a:solidFill>
                  <a:schemeClr val="tx2"/>
                </a:solidFill>
                <a:latin typeface="Tahoma" panose="020B0604030504040204" pitchFamily="34" charset="0"/>
                <a:ea typeface="Tahoma" panose="020B0604030504040204" pitchFamily="34" charset="0"/>
                <a:cs typeface="Tahoma" panose="020B0604030504040204" pitchFamily="34" charset="0"/>
                <a:sym typeface="Bebas Neue" charset="0"/>
              </a:rPr>
              <a:t>KULIT FAIL</a:t>
            </a:r>
          </a:p>
        </p:txBody>
      </p:sp>
      <p:cxnSp>
        <p:nvCxnSpPr>
          <p:cNvPr id="49" name="Straight Connector 48"/>
          <p:cNvCxnSpPr/>
          <p:nvPr/>
        </p:nvCxnSpPr>
        <p:spPr>
          <a:xfrm>
            <a:off x="8686800" y="1463136"/>
            <a:ext cx="2774156" cy="4801"/>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 xmlns:a16="http://schemas.microsoft.com/office/drawing/2014/main" id="{58C4488E-518B-42D3-A48E-5F4B10753593}"/>
              </a:ext>
            </a:extLst>
          </p:cNvPr>
          <p:cNvSpPr txBox="1"/>
          <p:nvPr/>
        </p:nvSpPr>
        <p:spPr>
          <a:xfrm>
            <a:off x="2044213" y="5977632"/>
            <a:ext cx="6106049" cy="400110"/>
          </a:xfrm>
          <a:prstGeom prst="rect">
            <a:avLst/>
          </a:prstGeom>
          <a:noFill/>
        </p:spPr>
        <p:txBody>
          <a:bodyPr wrap="square">
            <a:spAutoFit/>
          </a:bodyPr>
          <a:lstStyle/>
          <a:p>
            <a:pPr>
              <a:defRPr/>
            </a:pPr>
            <a:r>
              <a:rPr lang="en-US" sz="1000" spc="280" dirty="0"/>
              <a:t>PEJABAT KETUA PEGAWAI KESELAMATAN KERAJAAN MALAYSIA</a:t>
            </a:r>
          </a:p>
          <a:p>
            <a:pPr>
              <a:defRPr/>
            </a:pPr>
            <a:r>
              <a:rPr lang="en-US" sz="1000" spc="280" dirty="0"/>
              <a:t>JABATAN PERDANA MENTERI</a:t>
            </a:r>
          </a:p>
        </p:txBody>
      </p:sp>
      <p:pic>
        <p:nvPicPr>
          <p:cNvPr id="41" name="Picture 40">
            <a:extLst>
              <a:ext uri="{FF2B5EF4-FFF2-40B4-BE49-F238E27FC236}">
                <a16:creationId xmlns="" xmlns:a16="http://schemas.microsoft.com/office/drawing/2014/main" id="{4906F9EC-D90F-488F-B2AE-2D7B904CC60B}"/>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903582" y="5842997"/>
            <a:ext cx="835393" cy="669380"/>
          </a:xfrm>
          <a:prstGeom prst="rect">
            <a:avLst/>
          </a:prstGeom>
        </p:spPr>
      </p:pic>
    </p:spTree>
    <p:extLst>
      <p:ext uri="{BB962C8B-B14F-4D97-AF65-F5344CB8AC3E}">
        <p14:creationId xmlns:p14="http://schemas.microsoft.com/office/powerpoint/2010/main" val="1086567768"/>
      </p:ext>
    </p:extLst>
  </p:cSld>
  <p:clrMapOvr>
    <a:masterClrMapping/>
  </p:clrMapOvr>
  <mc:AlternateContent xmlns:mc="http://schemas.openxmlformats.org/markup-compatibility/2006" xmlns:p14="http://schemas.microsoft.com/office/powerpoint/2010/main">
    <mc:Choice Requires="p14">
      <p:transition spd="slow" p14:dur="800" advClick="0" advTm="3000">
        <p14:flythrough/>
      </p:transition>
    </mc:Choice>
    <mc:Fallback xmlns="">
      <p:transition spd="slow"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25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1000"/>
                                        <p:tgtEl>
                                          <p:spTgt spid="25"/>
                                        </p:tgtEl>
                                      </p:cBhvr>
                                    </p:animEffect>
                                    <p:anim calcmode="lin" valueType="num">
                                      <p:cBhvr>
                                        <p:cTn id="13" dur="1000" fill="hold"/>
                                        <p:tgtEl>
                                          <p:spTgt spid="25"/>
                                        </p:tgtEl>
                                        <p:attrNameLst>
                                          <p:attrName>ppt_x</p:attrName>
                                        </p:attrNameLst>
                                      </p:cBhvr>
                                      <p:tavLst>
                                        <p:tav tm="0">
                                          <p:val>
                                            <p:strVal val="#ppt_x"/>
                                          </p:val>
                                        </p:tav>
                                        <p:tav tm="100000">
                                          <p:val>
                                            <p:strVal val="#ppt_x"/>
                                          </p:val>
                                        </p:tav>
                                      </p:tavLst>
                                    </p:anim>
                                    <p:anim calcmode="lin" valueType="num">
                                      <p:cBhvr>
                                        <p:cTn id="14" dur="1000" fill="hold"/>
                                        <p:tgtEl>
                                          <p:spTgt spid="25"/>
                                        </p:tgtEl>
                                        <p:attrNameLst>
                                          <p:attrName>ppt_y</p:attrName>
                                        </p:attrNameLst>
                                      </p:cBhvr>
                                      <p:tavLst>
                                        <p:tav tm="0">
                                          <p:val>
                                            <p:strVal val="#ppt_y-.1"/>
                                          </p:val>
                                        </p:tav>
                                        <p:tav tm="100000">
                                          <p:val>
                                            <p:strVal val="#ppt_y"/>
                                          </p:val>
                                        </p:tav>
                                      </p:tavLst>
                                    </p:anim>
                                  </p:childTnLst>
                                </p:cTn>
                              </p:par>
                              <p:par>
                                <p:cTn id="15" presetID="47" presetClass="entr" presetSubtype="0" fill="hold" grpId="0" nodeType="withEffect">
                                  <p:stCondLst>
                                    <p:cond delay="500"/>
                                  </p:stCondLst>
                                  <p:childTnLst>
                                    <p:set>
                                      <p:cBhvr>
                                        <p:cTn id="16" dur="1" fill="hold">
                                          <p:stCondLst>
                                            <p:cond delay="0"/>
                                          </p:stCondLst>
                                        </p:cTn>
                                        <p:tgtEl>
                                          <p:spTgt spid="26"/>
                                        </p:tgtEl>
                                        <p:attrNameLst>
                                          <p:attrName>style.visibility</p:attrName>
                                        </p:attrNameLst>
                                      </p:cBhvr>
                                      <p:to>
                                        <p:strVal val="visible"/>
                                      </p:to>
                                    </p:set>
                                    <p:animEffect transition="in" filter="fade">
                                      <p:cBhvr>
                                        <p:cTn id="17" dur="1000"/>
                                        <p:tgtEl>
                                          <p:spTgt spid="26"/>
                                        </p:tgtEl>
                                      </p:cBhvr>
                                    </p:animEffect>
                                    <p:anim calcmode="lin" valueType="num">
                                      <p:cBhvr>
                                        <p:cTn id="18" dur="1000" fill="hold"/>
                                        <p:tgtEl>
                                          <p:spTgt spid="26"/>
                                        </p:tgtEl>
                                        <p:attrNameLst>
                                          <p:attrName>ppt_x</p:attrName>
                                        </p:attrNameLst>
                                      </p:cBhvr>
                                      <p:tavLst>
                                        <p:tav tm="0">
                                          <p:val>
                                            <p:strVal val="#ppt_x"/>
                                          </p:val>
                                        </p:tav>
                                        <p:tav tm="100000">
                                          <p:val>
                                            <p:strVal val="#ppt_x"/>
                                          </p:val>
                                        </p:tav>
                                      </p:tavLst>
                                    </p:anim>
                                    <p:anim calcmode="lin" valueType="num">
                                      <p:cBhvr>
                                        <p:cTn id="19" dur="1000" fill="hold"/>
                                        <p:tgtEl>
                                          <p:spTgt spid="26"/>
                                        </p:tgtEl>
                                        <p:attrNameLst>
                                          <p:attrName>ppt_y</p:attrName>
                                        </p:attrNameLst>
                                      </p:cBhvr>
                                      <p:tavLst>
                                        <p:tav tm="0">
                                          <p:val>
                                            <p:strVal val="#ppt_y-.1"/>
                                          </p:val>
                                        </p:tav>
                                        <p:tav tm="100000">
                                          <p:val>
                                            <p:strVal val="#ppt_y"/>
                                          </p:val>
                                        </p:tav>
                                      </p:tavLst>
                                    </p:anim>
                                  </p:childTnLst>
                                </p:cTn>
                              </p:par>
                              <p:par>
                                <p:cTn id="20" presetID="47" presetClass="entr" presetSubtype="0" fill="hold" grpId="0" nodeType="withEffect">
                                  <p:stCondLst>
                                    <p:cond delay="75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1000"/>
                                        <p:tgtEl>
                                          <p:spTgt spid="27"/>
                                        </p:tgtEl>
                                      </p:cBhvr>
                                    </p:animEffect>
                                    <p:anim calcmode="lin" valueType="num">
                                      <p:cBhvr>
                                        <p:cTn id="23" dur="1000" fill="hold"/>
                                        <p:tgtEl>
                                          <p:spTgt spid="27"/>
                                        </p:tgtEl>
                                        <p:attrNameLst>
                                          <p:attrName>ppt_x</p:attrName>
                                        </p:attrNameLst>
                                      </p:cBhvr>
                                      <p:tavLst>
                                        <p:tav tm="0">
                                          <p:val>
                                            <p:strVal val="#ppt_x"/>
                                          </p:val>
                                        </p:tav>
                                        <p:tav tm="100000">
                                          <p:val>
                                            <p:strVal val="#ppt_x"/>
                                          </p:val>
                                        </p:tav>
                                      </p:tavLst>
                                    </p:anim>
                                    <p:anim calcmode="lin" valueType="num">
                                      <p:cBhvr>
                                        <p:cTn id="24" dur="1000" fill="hold"/>
                                        <p:tgtEl>
                                          <p:spTgt spid="27"/>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125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1000"/>
                                        <p:tgtEl>
                                          <p:spTgt spid="7"/>
                                        </p:tgtEl>
                                      </p:cBhvr>
                                    </p:animEffect>
                                    <p:anim calcmode="lin" valueType="num">
                                      <p:cBhvr>
                                        <p:cTn id="28" dur="1000" fill="hold"/>
                                        <p:tgtEl>
                                          <p:spTgt spid="7"/>
                                        </p:tgtEl>
                                        <p:attrNameLst>
                                          <p:attrName>ppt_x</p:attrName>
                                        </p:attrNameLst>
                                      </p:cBhvr>
                                      <p:tavLst>
                                        <p:tav tm="0">
                                          <p:val>
                                            <p:strVal val="#ppt_x"/>
                                          </p:val>
                                        </p:tav>
                                        <p:tav tm="100000">
                                          <p:val>
                                            <p:strVal val="#ppt_x"/>
                                          </p:val>
                                        </p:tav>
                                      </p:tavLst>
                                    </p:anim>
                                    <p:anim calcmode="lin" valueType="num">
                                      <p:cBhvr>
                                        <p:cTn id="29" dur="1000" fill="hold"/>
                                        <p:tgtEl>
                                          <p:spTgt spid="7"/>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150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1000"/>
                                        <p:tgtEl>
                                          <p:spTgt spid="8"/>
                                        </p:tgtEl>
                                      </p:cBhvr>
                                    </p:animEffect>
                                    <p:anim calcmode="lin" valueType="num">
                                      <p:cBhvr>
                                        <p:cTn id="33" dur="1000" fill="hold"/>
                                        <p:tgtEl>
                                          <p:spTgt spid="8"/>
                                        </p:tgtEl>
                                        <p:attrNameLst>
                                          <p:attrName>ppt_x</p:attrName>
                                        </p:attrNameLst>
                                      </p:cBhvr>
                                      <p:tavLst>
                                        <p:tav tm="0">
                                          <p:val>
                                            <p:strVal val="#ppt_x"/>
                                          </p:val>
                                        </p:tav>
                                        <p:tav tm="100000">
                                          <p:val>
                                            <p:strVal val="#ppt_x"/>
                                          </p:val>
                                        </p:tav>
                                      </p:tavLst>
                                    </p:anim>
                                    <p:anim calcmode="lin" valueType="num">
                                      <p:cBhvr>
                                        <p:cTn id="34" dur="1000" fill="hold"/>
                                        <p:tgtEl>
                                          <p:spTgt spid="8"/>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175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1000"/>
                                        <p:tgtEl>
                                          <p:spTgt spid="9"/>
                                        </p:tgtEl>
                                      </p:cBhvr>
                                    </p:animEffect>
                                    <p:anim calcmode="lin" valueType="num">
                                      <p:cBhvr>
                                        <p:cTn id="38" dur="1000" fill="hold"/>
                                        <p:tgtEl>
                                          <p:spTgt spid="9"/>
                                        </p:tgtEl>
                                        <p:attrNameLst>
                                          <p:attrName>ppt_x</p:attrName>
                                        </p:attrNameLst>
                                      </p:cBhvr>
                                      <p:tavLst>
                                        <p:tav tm="0">
                                          <p:val>
                                            <p:strVal val="#ppt_x"/>
                                          </p:val>
                                        </p:tav>
                                        <p:tav tm="100000">
                                          <p:val>
                                            <p:strVal val="#ppt_x"/>
                                          </p:val>
                                        </p:tav>
                                      </p:tavLst>
                                    </p:anim>
                                    <p:anim calcmode="lin" valueType="num">
                                      <p:cBhvr>
                                        <p:cTn id="39" dur="1000" fill="hold"/>
                                        <p:tgtEl>
                                          <p:spTgt spid="9"/>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1000"/>
                                  </p:stCondLst>
                                  <p:childTnLst>
                                    <p:set>
                                      <p:cBhvr>
                                        <p:cTn id="41" dur="1" fill="hold">
                                          <p:stCondLst>
                                            <p:cond delay="0"/>
                                          </p:stCondLst>
                                        </p:cTn>
                                        <p:tgtEl>
                                          <p:spTgt spid="42"/>
                                        </p:tgtEl>
                                        <p:attrNameLst>
                                          <p:attrName>style.visibility</p:attrName>
                                        </p:attrNameLst>
                                      </p:cBhvr>
                                      <p:to>
                                        <p:strVal val="visible"/>
                                      </p:to>
                                    </p:set>
                                    <p:animEffect transition="in" filter="fade">
                                      <p:cBhvr>
                                        <p:cTn id="42" dur="1000"/>
                                        <p:tgtEl>
                                          <p:spTgt spid="42"/>
                                        </p:tgtEl>
                                      </p:cBhvr>
                                    </p:animEffect>
                                    <p:anim calcmode="lin" valueType="num">
                                      <p:cBhvr>
                                        <p:cTn id="43" dur="1000" fill="hold"/>
                                        <p:tgtEl>
                                          <p:spTgt spid="42"/>
                                        </p:tgtEl>
                                        <p:attrNameLst>
                                          <p:attrName>ppt_x</p:attrName>
                                        </p:attrNameLst>
                                      </p:cBhvr>
                                      <p:tavLst>
                                        <p:tav tm="0">
                                          <p:val>
                                            <p:strVal val="#ppt_x"/>
                                          </p:val>
                                        </p:tav>
                                        <p:tav tm="100000">
                                          <p:val>
                                            <p:strVal val="#ppt_x"/>
                                          </p:val>
                                        </p:tav>
                                      </p:tavLst>
                                    </p:anim>
                                    <p:anim calcmode="lin" valueType="num">
                                      <p:cBhvr>
                                        <p:cTn id="44" dur="1000" fill="hold"/>
                                        <p:tgtEl>
                                          <p:spTgt spid="4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6" grpId="0">
        <p:bldAsOne/>
      </p:bldGraphic>
      <p:bldGraphic spid="25" grpId="0">
        <p:bldAsOne/>
      </p:bldGraphic>
      <p:bldGraphic spid="26" grpId="0">
        <p:bldAsOne/>
      </p:bldGraphic>
      <p:bldGraphic spid="27" grpId="0">
        <p:bldAsOne/>
      </p:bldGraphic>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1"/>
        <p:cNvGrpSpPr/>
        <p:nvPr/>
      </p:nvGrpSpPr>
      <p:grpSpPr>
        <a:xfrm>
          <a:off x="0" y="0"/>
          <a:ext cx="0" cy="0"/>
          <a:chOff x="0" y="0"/>
          <a:chExt cx="0" cy="0"/>
        </a:xfrm>
      </p:grpSpPr>
      <p:sp>
        <p:nvSpPr>
          <p:cNvPr id="22" name="Google Shape;22;p6"/>
          <p:cNvSpPr/>
          <p:nvPr/>
        </p:nvSpPr>
        <p:spPr>
          <a:xfrm rot="10800000">
            <a:off x="5773240" y="5344504"/>
            <a:ext cx="2971675" cy="988428"/>
          </a:xfrm>
          <a:custGeom>
            <a:avLst/>
            <a:gdLst/>
            <a:ahLst/>
            <a:cxnLst/>
            <a:rect l="l" t="t" r="r" b="b"/>
            <a:pathLst>
              <a:path w="2971675" h="875802" extrusionOk="0">
                <a:moveTo>
                  <a:pt x="228548" y="875802"/>
                </a:moveTo>
                <a:cubicBezTo>
                  <a:pt x="-340795" y="502068"/>
                  <a:pt x="291809" y="-72948"/>
                  <a:pt x="631114" y="7643"/>
                </a:cubicBezTo>
                <a:lnTo>
                  <a:pt x="2971675" y="732029"/>
                </a:lnTo>
                <a:lnTo>
                  <a:pt x="228548" y="875802"/>
                </a:lnTo>
                <a:close/>
              </a:path>
            </a:pathLst>
          </a:custGeom>
          <a:gradFill>
            <a:gsLst>
              <a:gs pos="0">
                <a:schemeClr val="dk1"/>
              </a:gs>
              <a:gs pos="21000">
                <a:srgbClr val="000000">
                  <a:alpha val="56862"/>
                </a:srgbClr>
              </a:gs>
              <a:gs pos="41000">
                <a:srgbClr val="000000">
                  <a:alpha val="23921"/>
                </a:srgbClr>
              </a:gs>
              <a:gs pos="73000">
                <a:srgbClr val="C9C9C9">
                  <a:alpha val="9803"/>
                </a:srgbClr>
              </a:gs>
              <a:gs pos="88012">
                <a:srgbClr val="C9C9C9">
                  <a:alpha val="0"/>
                </a:srgbClr>
              </a:gs>
              <a:gs pos="100000">
                <a:srgbClr val="C9C9C9">
                  <a:alpha val="0"/>
                </a:srgbClr>
              </a:gs>
            </a:gsLst>
            <a:path path="circle">
              <a:fillToRect l="100000" b="100000"/>
            </a:path>
            <a:tileRect t="-100000" r="-10000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3" name="Google Shape;23;p6"/>
          <p:cNvSpPr/>
          <p:nvPr/>
        </p:nvSpPr>
        <p:spPr>
          <a:xfrm flipH="1">
            <a:off x="3410550" y="4359560"/>
            <a:ext cx="7542132" cy="1387976"/>
          </a:xfrm>
          <a:custGeom>
            <a:avLst/>
            <a:gdLst/>
            <a:ahLst/>
            <a:cxnLst/>
            <a:rect l="l" t="t" r="r" b="b"/>
            <a:pathLst>
              <a:path w="2829463" h="1188000" extrusionOk="0">
                <a:moveTo>
                  <a:pt x="603849" y="0"/>
                </a:moveTo>
                <a:lnTo>
                  <a:pt x="621100" y="1711"/>
                </a:lnTo>
                <a:lnTo>
                  <a:pt x="621100" y="0"/>
                </a:lnTo>
                <a:lnTo>
                  <a:pt x="2829463" y="0"/>
                </a:lnTo>
                <a:lnTo>
                  <a:pt x="2829463" y="1188000"/>
                </a:lnTo>
                <a:lnTo>
                  <a:pt x="621100" y="1188000"/>
                </a:lnTo>
                <a:lnTo>
                  <a:pt x="621100" y="1186289"/>
                </a:lnTo>
                <a:lnTo>
                  <a:pt x="603849" y="1188000"/>
                </a:lnTo>
                <a:cubicBezTo>
                  <a:pt x="270352" y="1188000"/>
                  <a:pt x="0" y="922057"/>
                  <a:pt x="0" y="594000"/>
                </a:cubicBezTo>
                <a:cubicBezTo>
                  <a:pt x="0" y="265943"/>
                  <a:pt x="270352" y="0"/>
                  <a:pt x="603849" y="0"/>
                </a:cubicBezTo>
                <a:close/>
              </a:path>
            </a:pathLst>
          </a:custGeom>
          <a:gradFill>
            <a:gsLst>
              <a:gs pos="0">
                <a:srgbClr val="FFFFFF"/>
              </a:gs>
              <a:gs pos="33000">
                <a:srgbClr val="FFFFFF"/>
              </a:gs>
              <a:gs pos="66000">
                <a:schemeClr val="lt1"/>
              </a:gs>
              <a:gs pos="98000">
                <a:srgbClr val="EFEFEF">
                  <a:alpha val="26666"/>
                </a:srgbClr>
              </a:gs>
              <a:gs pos="100000">
                <a:srgbClr val="EFEFEF">
                  <a:alpha val="26666"/>
                </a:srgbClr>
              </a:gs>
            </a:gsLst>
            <a:lin ang="0" scaled="0"/>
          </a:gradFill>
          <a:ln>
            <a:noFill/>
          </a:ln>
        </p:spPr>
        <p:txBody>
          <a:bodyPr spcFirstLastPara="1" wrap="square" lIns="91425" tIns="45700" rIns="91425" bIns="45700" anchor="ctr" anchorCtr="0">
            <a:noAutofit/>
          </a:bodyPr>
          <a:lstStyle/>
          <a:p>
            <a:pPr algn="just"/>
            <a:endParaRPr lang="ms-MY" dirty="0">
              <a:latin typeface="Tahoma" panose="020B0604030504040204" pitchFamily="34" charset="0"/>
              <a:ea typeface="Tahoma" panose="020B0604030504040204" pitchFamily="34" charset="0"/>
              <a:cs typeface="Tahoma" panose="020B0604030504040204" pitchFamily="34" charset="0"/>
            </a:endParaRPr>
          </a:p>
        </p:txBody>
      </p:sp>
      <p:sp>
        <p:nvSpPr>
          <p:cNvPr id="24" name="Google Shape;24;p6"/>
          <p:cNvSpPr/>
          <p:nvPr/>
        </p:nvSpPr>
        <p:spPr>
          <a:xfrm>
            <a:off x="11004122" y="4704322"/>
            <a:ext cx="805132" cy="805132"/>
          </a:xfrm>
          <a:prstGeom prst="ellipse">
            <a:avLst/>
          </a:prstGeom>
          <a:solidFill>
            <a:srgbClr val="EC465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6" name="Google Shape;26;p6"/>
          <p:cNvSpPr/>
          <p:nvPr/>
        </p:nvSpPr>
        <p:spPr>
          <a:xfrm>
            <a:off x="6736832" y="4477936"/>
            <a:ext cx="1021703"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1" cap="none" dirty="0">
              <a:solidFill>
                <a:srgbClr val="EC465F"/>
              </a:solidFill>
              <a:latin typeface="Century Gothic"/>
              <a:ea typeface="Century Gothic"/>
              <a:cs typeface="Century Gothic"/>
              <a:sym typeface="Century Gothic"/>
            </a:endParaRPr>
          </a:p>
        </p:txBody>
      </p:sp>
      <p:sp>
        <p:nvSpPr>
          <p:cNvPr id="27" name="Google Shape;27;p6"/>
          <p:cNvSpPr/>
          <p:nvPr/>
        </p:nvSpPr>
        <p:spPr>
          <a:xfrm rot="10800000" flipH="1">
            <a:off x="2275510" y="4051818"/>
            <a:ext cx="2971675" cy="988428"/>
          </a:xfrm>
          <a:custGeom>
            <a:avLst/>
            <a:gdLst/>
            <a:ahLst/>
            <a:cxnLst/>
            <a:rect l="l" t="t" r="r" b="b"/>
            <a:pathLst>
              <a:path w="2971675" h="875802" extrusionOk="0">
                <a:moveTo>
                  <a:pt x="228548" y="875802"/>
                </a:moveTo>
                <a:cubicBezTo>
                  <a:pt x="-340795" y="502068"/>
                  <a:pt x="291809" y="-72948"/>
                  <a:pt x="631114" y="7643"/>
                </a:cubicBezTo>
                <a:lnTo>
                  <a:pt x="2971675" y="732029"/>
                </a:lnTo>
                <a:lnTo>
                  <a:pt x="228548" y="875802"/>
                </a:lnTo>
                <a:close/>
              </a:path>
            </a:pathLst>
          </a:custGeom>
          <a:gradFill>
            <a:gsLst>
              <a:gs pos="0">
                <a:schemeClr val="dk1"/>
              </a:gs>
              <a:gs pos="21000">
                <a:srgbClr val="000000">
                  <a:alpha val="56862"/>
                </a:srgbClr>
              </a:gs>
              <a:gs pos="41000">
                <a:srgbClr val="000000">
                  <a:alpha val="23921"/>
                </a:srgbClr>
              </a:gs>
              <a:gs pos="73000">
                <a:srgbClr val="C9C9C9">
                  <a:alpha val="9803"/>
                </a:srgbClr>
              </a:gs>
              <a:gs pos="88012">
                <a:srgbClr val="C9C9C9">
                  <a:alpha val="0"/>
                </a:srgbClr>
              </a:gs>
              <a:gs pos="100000">
                <a:srgbClr val="C9C9C9">
                  <a:alpha val="0"/>
                </a:srgbClr>
              </a:gs>
            </a:gsLst>
            <a:path path="circle">
              <a:fillToRect l="100000" b="100000"/>
            </a:path>
            <a:tileRect t="-100000" r="-10000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 name="Google Shape;28;p6"/>
          <p:cNvSpPr/>
          <p:nvPr/>
        </p:nvSpPr>
        <p:spPr>
          <a:xfrm>
            <a:off x="4421814" y="3349950"/>
            <a:ext cx="7233234" cy="1188000"/>
          </a:xfrm>
          <a:custGeom>
            <a:avLst/>
            <a:gdLst/>
            <a:ahLst/>
            <a:cxnLst/>
            <a:rect l="l" t="t" r="r" b="b"/>
            <a:pathLst>
              <a:path w="2829463" h="1188000" extrusionOk="0">
                <a:moveTo>
                  <a:pt x="603849" y="0"/>
                </a:moveTo>
                <a:lnTo>
                  <a:pt x="621100" y="1711"/>
                </a:lnTo>
                <a:lnTo>
                  <a:pt x="621100" y="0"/>
                </a:lnTo>
                <a:lnTo>
                  <a:pt x="2829463" y="0"/>
                </a:lnTo>
                <a:lnTo>
                  <a:pt x="2829463" y="1188000"/>
                </a:lnTo>
                <a:lnTo>
                  <a:pt x="621100" y="1188000"/>
                </a:lnTo>
                <a:lnTo>
                  <a:pt x="621100" y="1186289"/>
                </a:lnTo>
                <a:lnTo>
                  <a:pt x="603849" y="1188000"/>
                </a:lnTo>
                <a:cubicBezTo>
                  <a:pt x="270352" y="1188000"/>
                  <a:pt x="0" y="922057"/>
                  <a:pt x="0" y="594000"/>
                </a:cubicBezTo>
                <a:cubicBezTo>
                  <a:pt x="0" y="265943"/>
                  <a:pt x="270352" y="0"/>
                  <a:pt x="603849" y="0"/>
                </a:cubicBezTo>
                <a:close/>
              </a:path>
            </a:pathLst>
          </a:custGeom>
          <a:gradFill>
            <a:gsLst>
              <a:gs pos="0">
                <a:srgbClr val="FFFFFF"/>
              </a:gs>
              <a:gs pos="33000">
                <a:srgbClr val="FFFFFF"/>
              </a:gs>
              <a:gs pos="66000">
                <a:schemeClr val="lt1"/>
              </a:gs>
              <a:gs pos="98000">
                <a:srgbClr val="EFEFEF">
                  <a:alpha val="4705"/>
                </a:srgbClr>
              </a:gs>
              <a:gs pos="100000">
                <a:srgbClr val="EFEFEF">
                  <a:alpha val="4705"/>
                </a:srgbClr>
              </a:gs>
            </a:gsLst>
            <a:lin ang="0" scaled="0"/>
          </a:gradFill>
          <a:ln>
            <a:noFill/>
          </a:ln>
        </p:spPr>
        <p:txBody>
          <a:bodyPr spcFirstLastPara="1" wrap="square" lIns="91425" tIns="45700" rIns="91425" bIns="45700" anchor="ctr" anchorCtr="0">
            <a:noAutofit/>
          </a:bodyPr>
          <a:lstStyle/>
          <a:p>
            <a:pPr algn="ctr"/>
            <a:r>
              <a:rPr lang="en-GB" b="1" dirty="0">
                <a:solidFill>
                  <a:srgbClr val="002060"/>
                </a:solidFill>
                <a:latin typeface="Tahoma" panose="020B0604030504040204" pitchFamily="34" charset="0"/>
                <a:ea typeface="Tahoma" panose="020B0604030504040204" pitchFamily="34" charset="0"/>
                <a:cs typeface="Tahoma" panose="020B0604030504040204" pitchFamily="34" charset="0"/>
              </a:rPr>
              <a:t>“</a:t>
            </a:r>
            <a:r>
              <a:rPr lang="ms-MY" b="1" dirty="0">
                <a:solidFill>
                  <a:srgbClr val="002060"/>
                </a:solidFill>
                <a:latin typeface="Tahoma" panose="020B0604030504040204" pitchFamily="34" charset="0"/>
                <a:ea typeface="Tahoma" panose="020B0604030504040204" pitchFamily="34" charset="0"/>
                <a:cs typeface="Tahoma" panose="020B0604030504040204" pitchFamily="34" charset="0"/>
              </a:rPr>
              <a:t>Dokumen Rahsia Rasmi ini ialah hak milik Kerajaan Malaysia dan tidak boleh disampaikan kepada sesiapa yang tidak dibenarkan’’.</a:t>
            </a:r>
          </a:p>
        </p:txBody>
      </p:sp>
      <p:sp>
        <p:nvSpPr>
          <p:cNvPr id="29" name="Google Shape;29;p6"/>
          <p:cNvSpPr/>
          <p:nvPr/>
        </p:nvSpPr>
        <p:spPr>
          <a:xfrm>
            <a:off x="3583668" y="3492025"/>
            <a:ext cx="805132" cy="805132"/>
          </a:xfrm>
          <a:prstGeom prst="ellipse">
            <a:avLst/>
          </a:prstGeom>
          <a:solidFill>
            <a:srgbClr val="60606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 name="Google Shape;31;p6"/>
          <p:cNvSpPr/>
          <p:nvPr/>
        </p:nvSpPr>
        <p:spPr>
          <a:xfrm>
            <a:off x="4676773" y="3318144"/>
            <a:ext cx="1021703"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1" cap="none" dirty="0">
              <a:solidFill>
                <a:srgbClr val="606060"/>
              </a:solidFill>
              <a:latin typeface="Century Gothic"/>
              <a:ea typeface="Century Gothic"/>
              <a:cs typeface="Century Gothic"/>
              <a:sym typeface="Century Gothic"/>
            </a:endParaRPr>
          </a:p>
        </p:txBody>
      </p:sp>
      <p:pic>
        <p:nvPicPr>
          <p:cNvPr id="33" name="Google Shape;33;p6"/>
          <p:cNvPicPr preferRelativeResize="0"/>
          <p:nvPr/>
        </p:nvPicPr>
        <p:blipFill rotWithShape="1">
          <a:blip r:embed="rId3">
            <a:alphaModFix/>
          </a:blip>
          <a:srcRect l="1958" t="-5297" r="67965" b="73195"/>
          <a:stretch/>
        </p:blipFill>
        <p:spPr>
          <a:xfrm>
            <a:off x="2577817" y="4572434"/>
            <a:ext cx="732127" cy="734535"/>
          </a:xfrm>
          <a:prstGeom prst="rect">
            <a:avLst/>
          </a:prstGeom>
          <a:noFill/>
          <a:ln>
            <a:noFill/>
          </a:ln>
          <a:effectLst>
            <a:reflection stA="52000" endA="300" endPos="35000" sy="-100000" algn="bl" rotWithShape="0"/>
          </a:effectLst>
        </p:spPr>
      </p:pic>
      <p:sp>
        <p:nvSpPr>
          <p:cNvPr id="35" name="Google Shape;35;p6"/>
          <p:cNvSpPr/>
          <p:nvPr/>
        </p:nvSpPr>
        <p:spPr>
          <a:xfrm flipH="1">
            <a:off x="3812889" y="2241954"/>
            <a:ext cx="8047807" cy="1187668"/>
          </a:xfrm>
          <a:custGeom>
            <a:avLst/>
            <a:gdLst/>
            <a:ahLst/>
            <a:cxnLst/>
            <a:rect l="l" t="t" r="r" b="b"/>
            <a:pathLst>
              <a:path w="2829463" h="1188000" extrusionOk="0">
                <a:moveTo>
                  <a:pt x="603849" y="0"/>
                </a:moveTo>
                <a:lnTo>
                  <a:pt x="621100" y="1711"/>
                </a:lnTo>
                <a:lnTo>
                  <a:pt x="621100" y="0"/>
                </a:lnTo>
                <a:lnTo>
                  <a:pt x="2829463" y="0"/>
                </a:lnTo>
                <a:lnTo>
                  <a:pt x="2829463" y="1188000"/>
                </a:lnTo>
                <a:lnTo>
                  <a:pt x="621100" y="1188000"/>
                </a:lnTo>
                <a:lnTo>
                  <a:pt x="621100" y="1186289"/>
                </a:lnTo>
                <a:lnTo>
                  <a:pt x="603849" y="1188000"/>
                </a:lnTo>
                <a:cubicBezTo>
                  <a:pt x="270352" y="1188000"/>
                  <a:pt x="0" y="922057"/>
                  <a:pt x="0" y="594000"/>
                </a:cubicBezTo>
                <a:cubicBezTo>
                  <a:pt x="0" y="265943"/>
                  <a:pt x="270352" y="0"/>
                  <a:pt x="603849" y="0"/>
                </a:cubicBezTo>
                <a:close/>
              </a:path>
            </a:pathLst>
          </a:custGeom>
          <a:gradFill>
            <a:gsLst>
              <a:gs pos="0">
                <a:srgbClr val="FFFFFF"/>
              </a:gs>
              <a:gs pos="33000">
                <a:srgbClr val="FFFFFF"/>
              </a:gs>
              <a:gs pos="66000">
                <a:schemeClr val="lt1"/>
              </a:gs>
              <a:gs pos="98000">
                <a:srgbClr val="F4F4F6">
                  <a:alpha val="20000"/>
                </a:srgbClr>
              </a:gs>
              <a:gs pos="100000">
                <a:srgbClr val="F4F4F6">
                  <a:alpha val="20000"/>
                </a:srgbClr>
              </a:gs>
            </a:gsLst>
            <a:lin ang="0" scaled="0"/>
          </a:gradFill>
          <a:ln>
            <a:noFill/>
          </a:ln>
        </p:spPr>
        <p:txBody>
          <a:bodyPr spcFirstLastPara="1" wrap="square" lIns="91425" tIns="45700" rIns="91425" bIns="45700" anchor="ctr" anchorCtr="0">
            <a:noAutofit/>
          </a:bodyPr>
          <a:lstStyle/>
          <a:p>
            <a:pPr lvl="0"/>
            <a:r>
              <a:rPr lang="ms-MY" dirty="0">
                <a:latin typeface="Tahoma" panose="020B0604030504040204" pitchFamily="34" charset="0"/>
                <a:ea typeface="Tahoma" panose="020B0604030504040204" pitchFamily="34" charset="0"/>
                <a:cs typeface="Tahoma" panose="020B0604030504040204" pitchFamily="34" charset="0"/>
              </a:rPr>
              <a:t>Dokumen rahsia rasmi yang dikeluarkan dalam bentuk kekal terjilid mestilah ditulis di kulit luar dan muka tajuk dengan salah satu peringkat keselamatan </a:t>
            </a:r>
            <a:r>
              <a:rPr lang="ms-MY" b="1" dirty="0">
                <a:latin typeface="Tahoma" panose="020B0604030504040204" pitchFamily="34" charset="0"/>
                <a:ea typeface="Tahoma" panose="020B0604030504040204" pitchFamily="34" charset="0"/>
                <a:cs typeface="Tahoma" panose="020B0604030504040204" pitchFamily="34" charset="0"/>
              </a:rPr>
              <a:t>(Rahsia Besar, Rahsia, Sulit atau Terhad) </a:t>
            </a:r>
            <a:r>
              <a:rPr lang="ms-MY" dirty="0">
                <a:latin typeface="Tahoma" panose="020B0604030504040204" pitchFamily="34" charset="0"/>
                <a:ea typeface="Tahoma" panose="020B0604030504040204" pitchFamily="34" charset="0"/>
                <a:cs typeface="Tahoma" panose="020B0604030504040204" pitchFamily="34" charset="0"/>
              </a:rPr>
              <a:t>dan peringatan seperti berikut:</a:t>
            </a:r>
            <a:endParaRPr lang="en-MY" dirty="0">
              <a:latin typeface="Tahoma" panose="020B0604030504040204" pitchFamily="34" charset="0"/>
              <a:ea typeface="Tahoma" panose="020B0604030504040204" pitchFamily="34" charset="0"/>
              <a:cs typeface="Tahoma" panose="020B0604030504040204" pitchFamily="34" charset="0"/>
            </a:endParaRPr>
          </a:p>
          <a:p>
            <a:pPr algn="just"/>
            <a:endParaRPr lang="ms-MY" dirty="0">
              <a:latin typeface="Tahoma" panose="020B0604030504040204" pitchFamily="34" charset="0"/>
              <a:ea typeface="Tahoma" panose="020B0604030504040204" pitchFamily="34" charset="0"/>
              <a:cs typeface="Tahoma" panose="020B0604030504040204" pitchFamily="34" charset="0"/>
            </a:endParaRPr>
          </a:p>
        </p:txBody>
      </p:sp>
      <p:sp>
        <p:nvSpPr>
          <p:cNvPr id="36" name="Google Shape;36;p6"/>
          <p:cNvSpPr/>
          <p:nvPr/>
        </p:nvSpPr>
        <p:spPr>
          <a:xfrm>
            <a:off x="11237265" y="2566027"/>
            <a:ext cx="805132" cy="805132"/>
          </a:xfrm>
          <a:prstGeom prst="ellipse">
            <a:avLst/>
          </a:prstGeom>
          <a:solidFill>
            <a:srgbClr val="F4B55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sp>
        <p:nvSpPr>
          <p:cNvPr id="38" name="Google Shape;38;p6"/>
          <p:cNvSpPr/>
          <p:nvPr/>
        </p:nvSpPr>
        <p:spPr>
          <a:xfrm>
            <a:off x="6630968" y="2102026"/>
            <a:ext cx="1021703"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1" cap="none" dirty="0">
              <a:solidFill>
                <a:srgbClr val="F4B551"/>
              </a:solidFill>
              <a:latin typeface="Century Gothic"/>
              <a:ea typeface="Century Gothic"/>
              <a:cs typeface="Century Gothic"/>
              <a:sym typeface="Century Gothic"/>
            </a:endParaRPr>
          </a:p>
        </p:txBody>
      </p:sp>
      <p:sp>
        <p:nvSpPr>
          <p:cNvPr id="39" name="Google Shape;39;p6"/>
          <p:cNvSpPr/>
          <p:nvPr/>
        </p:nvSpPr>
        <p:spPr>
          <a:xfrm rot="10800000" flipH="1">
            <a:off x="3330783" y="1789908"/>
            <a:ext cx="2971675" cy="988428"/>
          </a:xfrm>
          <a:custGeom>
            <a:avLst/>
            <a:gdLst/>
            <a:ahLst/>
            <a:cxnLst/>
            <a:rect l="l" t="t" r="r" b="b"/>
            <a:pathLst>
              <a:path w="2971675" h="875802" extrusionOk="0">
                <a:moveTo>
                  <a:pt x="228548" y="875802"/>
                </a:moveTo>
                <a:cubicBezTo>
                  <a:pt x="-340795" y="502068"/>
                  <a:pt x="291809" y="-72948"/>
                  <a:pt x="631114" y="7643"/>
                </a:cubicBezTo>
                <a:lnTo>
                  <a:pt x="2971675" y="732029"/>
                </a:lnTo>
                <a:lnTo>
                  <a:pt x="228548" y="875802"/>
                </a:lnTo>
                <a:close/>
              </a:path>
            </a:pathLst>
          </a:custGeom>
          <a:gradFill>
            <a:gsLst>
              <a:gs pos="0">
                <a:schemeClr val="dk1"/>
              </a:gs>
              <a:gs pos="21000">
                <a:srgbClr val="000000">
                  <a:alpha val="56862"/>
                </a:srgbClr>
              </a:gs>
              <a:gs pos="41000">
                <a:srgbClr val="000000">
                  <a:alpha val="23921"/>
                </a:srgbClr>
              </a:gs>
              <a:gs pos="73000">
                <a:srgbClr val="C9C9C9">
                  <a:alpha val="9803"/>
                </a:srgbClr>
              </a:gs>
              <a:gs pos="88012">
                <a:srgbClr val="C9C9C9">
                  <a:alpha val="0"/>
                </a:srgbClr>
              </a:gs>
              <a:gs pos="100000">
                <a:srgbClr val="C9C9C9">
                  <a:alpha val="0"/>
                </a:srgbClr>
              </a:gs>
            </a:gsLst>
            <a:path path="circle">
              <a:fillToRect l="100000" b="100000"/>
            </a:path>
            <a:tileRect t="-100000" r="-10000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0" name="Google Shape;40;p6"/>
          <p:cNvSpPr/>
          <p:nvPr/>
        </p:nvSpPr>
        <p:spPr>
          <a:xfrm>
            <a:off x="2025020" y="613270"/>
            <a:ext cx="3333757" cy="1188000"/>
          </a:xfrm>
          <a:custGeom>
            <a:avLst/>
            <a:gdLst/>
            <a:ahLst/>
            <a:cxnLst/>
            <a:rect l="l" t="t" r="r" b="b"/>
            <a:pathLst>
              <a:path w="2829463" h="1188000" extrusionOk="0">
                <a:moveTo>
                  <a:pt x="603849" y="0"/>
                </a:moveTo>
                <a:lnTo>
                  <a:pt x="621100" y="1711"/>
                </a:lnTo>
                <a:lnTo>
                  <a:pt x="621100" y="0"/>
                </a:lnTo>
                <a:lnTo>
                  <a:pt x="2829463" y="0"/>
                </a:lnTo>
                <a:lnTo>
                  <a:pt x="2829463" y="1188000"/>
                </a:lnTo>
                <a:lnTo>
                  <a:pt x="621100" y="1188000"/>
                </a:lnTo>
                <a:lnTo>
                  <a:pt x="621100" y="1186289"/>
                </a:lnTo>
                <a:lnTo>
                  <a:pt x="603849" y="1188000"/>
                </a:lnTo>
                <a:cubicBezTo>
                  <a:pt x="270352" y="1188000"/>
                  <a:pt x="0" y="922057"/>
                  <a:pt x="0" y="594000"/>
                </a:cubicBezTo>
                <a:cubicBezTo>
                  <a:pt x="0" y="265943"/>
                  <a:pt x="270352" y="0"/>
                  <a:pt x="603849" y="0"/>
                </a:cubicBezTo>
                <a:close/>
              </a:path>
            </a:pathLst>
          </a:custGeom>
          <a:gradFill>
            <a:gsLst>
              <a:gs pos="0">
                <a:srgbClr val="FFFFFF"/>
              </a:gs>
              <a:gs pos="33000">
                <a:srgbClr val="FFFFFF"/>
              </a:gs>
              <a:gs pos="66000">
                <a:schemeClr val="lt1"/>
              </a:gs>
              <a:gs pos="99000">
                <a:srgbClr val="F4F4F6">
                  <a:alpha val="18823"/>
                </a:srgbClr>
              </a:gs>
              <a:gs pos="100000">
                <a:srgbClr val="F4F4F6">
                  <a:alpha val="18823"/>
                </a:srgbClr>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1" name="Google Shape;41;p6"/>
          <p:cNvSpPr/>
          <p:nvPr/>
        </p:nvSpPr>
        <p:spPr>
          <a:xfrm>
            <a:off x="2352348" y="732923"/>
            <a:ext cx="805132" cy="805132"/>
          </a:xfrm>
          <a:prstGeom prst="ellipse">
            <a:avLst/>
          </a:prstGeom>
          <a:solidFill>
            <a:srgbClr val="4FADE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3" name="Google Shape;43;p6"/>
          <p:cNvSpPr/>
          <p:nvPr/>
        </p:nvSpPr>
        <p:spPr>
          <a:xfrm>
            <a:off x="3330783" y="551802"/>
            <a:ext cx="7313369" cy="668660"/>
          </a:xfrm>
          <a:prstGeom prst="rect">
            <a:avLst/>
          </a:prstGeom>
          <a:noFill/>
          <a:ln>
            <a:noFill/>
          </a:ln>
        </p:spPr>
        <p:txBody>
          <a:bodyPr spcFirstLastPara="1" wrap="square" lIns="91425" tIns="45700" rIns="91425" bIns="45700" anchor="t" anchorCtr="0">
            <a:noAutofit/>
          </a:bodyPr>
          <a:lstStyle/>
          <a:p>
            <a:pPr lvl="0"/>
            <a:r>
              <a:rPr lang="en-GB" sz="3600" b="1">
                <a:solidFill>
                  <a:srgbClr val="C00000"/>
                </a:solidFill>
                <a:latin typeface="Tahoma" panose="020B0604030504040204" pitchFamily="34" charset="0"/>
                <a:ea typeface="Tahoma" panose="020B0604030504040204" pitchFamily="34" charset="0"/>
                <a:cs typeface="Tahoma" panose="020B0604030504040204" pitchFamily="34" charset="0"/>
              </a:rPr>
              <a:t>Tanda peringatan dokumen rahsia rasmi</a:t>
            </a:r>
            <a:endParaRPr sz="3600" b="1" cap="none" dirty="0">
              <a:solidFill>
                <a:srgbClr val="4FADE8"/>
              </a:solidFill>
              <a:latin typeface="Century Gothic"/>
              <a:ea typeface="Century Gothic"/>
              <a:cs typeface="Century Gothic"/>
              <a:sym typeface="Century Gothic"/>
            </a:endParaRPr>
          </a:p>
        </p:txBody>
      </p:sp>
      <p:pic>
        <p:nvPicPr>
          <p:cNvPr id="44" name="Google Shape;44;p6"/>
          <p:cNvPicPr preferRelativeResize="0"/>
          <p:nvPr/>
        </p:nvPicPr>
        <p:blipFill rotWithShape="1">
          <a:blip r:embed="rId3">
            <a:alphaModFix/>
          </a:blip>
          <a:srcRect t="31791" r="69923" b="36107"/>
          <a:stretch/>
        </p:blipFill>
        <p:spPr>
          <a:xfrm>
            <a:off x="10475269" y="854736"/>
            <a:ext cx="732127" cy="734535"/>
          </a:xfrm>
          <a:prstGeom prst="rect">
            <a:avLst/>
          </a:prstGeom>
          <a:noFill/>
          <a:ln>
            <a:noFill/>
          </a:ln>
          <a:effectLst>
            <a:reflection stA="52000" endA="300" endPos="35000" sy="-100000" algn="bl" rotWithShape="0"/>
          </a:effectLst>
        </p:spPr>
      </p:pic>
      <p:pic>
        <p:nvPicPr>
          <p:cNvPr id="45" name="Google Shape;45;p6"/>
          <p:cNvPicPr preferRelativeResize="0"/>
          <p:nvPr/>
        </p:nvPicPr>
        <p:blipFill rotWithShape="1">
          <a:blip r:embed="rId3">
            <a:alphaModFix/>
          </a:blip>
          <a:srcRect l="31751" t="66533" r="38172" b="7072"/>
          <a:stretch/>
        </p:blipFill>
        <p:spPr>
          <a:xfrm>
            <a:off x="3080762" y="2328102"/>
            <a:ext cx="732127" cy="603947"/>
          </a:xfrm>
          <a:prstGeom prst="rect">
            <a:avLst/>
          </a:prstGeom>
          <a:noFill/>
          <a:ln>
            <a:noFill/>
          </a:ln>
          <a:effectLst>
            <a:reflection stA="52000" endA="300" endPos="35000" sy="-100000" algn="bl" rotWithShape="0"/>
          </a:effectLst>
        </p:spPr>
      </p:pic>
      <p:sp>
        <p:nvSpPr>
          <p:cNvPr id="46" name="Google Shape;46;p6"/>
          <p:cNvSpPr/>
          <p:nvPr/>
        </p:nvSpPr>
        <p:spPr>
          <a:xfrm>
            <a:off x="7634388" y="2042842"/>
            <a:ext cx="1032655" cy="1107996"/>
          </a:xfrm>
          <a:prstGeom prst="rect">
            <a:avLst/>
          </a:prstGeom>
          <a:noFill/>
          <a:ln>
            <a:noFill/>
          </a:ln>
          <a:effectLst>
            <a:outerShdw dist="38100" algn="l" rotWithShape="0">
              <a:srgbClr val="000000">
                <a:alpha val="40000"/>
              </a:srgbClr>
            </a:outerShdw>
          </a:effectLst>
        </p:spPr>
        <p:txBody>
          <a:bodyPr spcFirstLastPara="1" wrap="square" lIns="91425" tIns="45700" rIns="91425" bIns="45700" anchor="t" anchorCtr="0">
            <a:noAutofit/>
          </a:bodyPr>
          <a:lstStyle/>
          <a:p>
            <a:pPr marL="0" marR="0" lvl="0" indent="0" algn="ctr" rtl="0">
              <a:spcBef>
                <a:spcPts val="0"/>
              </a:spcBef>
              <a:spcAft>
                <a:spcPts val="0"/>
              </a:spcAft>
              <a:buNone/>
            </a:pPr>
            <a:endParaRPr dirty="0"/>
          </a:p>
        </p:txBody>
      </p:sp>
      <p:sp>
        <p:nvSpPr>
          <p:cNvPr id="47" name="Google Shape;47;p6"/>
          <p:cNvSpPr/>
          <p:nvPr/>
        </p:nvSpPr>
        <p:spPr>
          <a:xfrm>
            <a:off x="3621117" y="3215923"/>
            <a:ext cx="1032655" cy="1107996"/>
          </a:xfrm>
          <a:prstGeom prst="rect">
            <a:avLst/>
          </a:prstGeom>
          <a:noFill/>
          <a:ln>
            <a:noFill/>
          </a:ln>
          <a:effectLst>
            <a:outerShdw dist="38100" algn="l" rotWithShape="0">
              <a:srgbClr val="000000">
                <a:alpha val="40000"/>
              </a:srgbClr>
            </a:outerShdw>
          </a:effectLst>
        </p:spPr>
        <p:txBody>
          <a:bodyPr spcFirstLastPara="1" wrap="square" lIns="91425" tIns="45700" rIns="91425" bIns="45700" anchor="t" anchorCtr="0">
            <a:noAutofit/>
          </a:bodyPr>
          <a:lstStyle/>
          <a:p>
            <a:pPr marL="0" marR="0" lvl="0" indent="0" algn="ctr" rtl="0">
              <a:spcBef>
                <a:spcPts val="0"/>
              </a:spcBef>
              <a:spcAft>
                <a:spcPts val="0"/>
              </a:spcAft>
              <a:buNone/>
            </a:pPr>
            <a:endParaRPr dirty="0"/>
          </a:p>
        </p:txBody>
      </p:sp>
      <p:sp>
        <p:nvSpPr>
          <p:cNvPr id="48" name="Google Shape;48;p6"/>
          <p:cNvSpPr/>
          <p:nvPr/>
        </p:nvSpPr>
        <p:spPr>
          <a:xfrm>
            <a:off x="7692804" y="4421211"/>
            <a:ext cx="1032655" cy="1107996"/>
          </a:xfrm>
          <a:prstGeom prst="rect">
            <a:avLst/>
          </a:prstGeom>
          <a:noFill/>
          <a:ln>
            <a:noFill/>
          </a:ln>
          <a:effectLst>
            <a:outerShdw dist="38100" algn="l" rotWithShape="0">
              <a:srgbClr val="000000">
                <a:alpha val="40000"/>
              </a:srgbClr>
            </a:outerShdw>
          </a:effectLst>
        </p:spPr>
        <p:txBody>
          <a:bodyPr spcFirstLastPara="1" wrap="square" lIns="91425" tIns="45700" rIns="91425" bIns="45700" anchor="t" anchorCtr="0">
            <a:noAutofit/>
          </a:bodyPr>
          <a:lstStyle/>
          <a:p>
            <a:pPr marL="0" marR="0" lvl="0" indent="0" algn="ctr" rtl="0">
              <a:spcBef>
                <a:spcPts val="0"/>
              </a:spcBef>
              <a:spcAft>
                <a:spcPts val="0"/>
              </a:spcAft>
              <a:buNone/>
            </a:pPr>
            <a:endParaRPr dirty="0"/>
          </a:p>
        </p:txBody>
      </p:sp>
      <p:sp>
        <p:nvSpPr>
          <p:cNvPr id="50" name="TextBox 49">
            <a:extLst>
              <a:ext uri="{FF2B5EF4-FFF2-40B4-BE49-F238E27FC236}">
                <a16:creationId xmlns="" xmlns:a16="http://schemas.microsoft.com/office/drawing/2014/main" id="{42D6A29A-26EE-4DA2-AD0D-B6082C683366}"/>
              </a:ext>
            </a:extLst>
          </p:cNvPr>
          <p:cNvSpPr txBox="1"/>
          <p:nvPr/>
        </p:nvSpPr>
        <p:spPr>
          <a:xfrm>
            <a:off x="2025020" y="5901248"/>
            <a:ext cx="6954415" cy="430887"/>
          </a:xfrm>
          <a:prstGeom prst="rect">
            <a:avLst/>
          </a:prstGeom>
          <a:noFill/>
        </p:spPr>
        <p:txBody>
          <a:bodyPr wrap="square">
            <a:spAutoFit/>
          </a:bodyPr>
          <a:lstStyle/>
          <a:p>
            <a:pPr>
              <a:defRPr/>
            </a:pPr>
            <a:r>
              <a:rPr lang="en-US" sz="1100" spc="280" dirty="0"/>
              <a:t>PEJABAT KETUA PEGAWAI KESELAMATAN KERAJAAN MALAYSIA</a:t>
            </a:r>
          </a:p>
          <a:p>
            <a:pPr>
              <a:defRPr/>
            </a:pPr>
            <a:r>
              <a:rPr lang="en-US" sz="1100" spc="280" dirty="0"/>
              <a:t>JABATAN PERDANA MENTERI</a:t>
            </a:r>
          </a:p>
        </p:txBody>
      </p:sp>
      <p:pic>
        <p:nvPicPr>
          <p:cNvPr id="51" name="Picture 50">
            <a:extLst>
              <a:ext uri="{FF2B5EF4-FFF2-40B4-BE49-F238E27FC236}">
                <a16:creationId xmlns="" xmlns:a16="http://schemas.microsoft.com/office/drawing/2014/main" id="{BB01B14A-2E91-415C-871F-A57AA265C48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0156" y="5595607"/>
            <a:ext cx="1300637" cy="1042168"/>
          </a:xfrm>
          <a:prstGeom prst="rect">
            <a:avLst/>
          </a:prstGeom>
        </p:spPr>
      </p:pic>
    </p:spTree>
    <p:extLst>
      <p:ext uri="{BB962C8B-B14F-4D97-AF65-F5344CB8AC3E}">
        <p14:creationId xmlns:p14="http://schemas.microsoft.com/office/powerpoint/2010/main" val="3243092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500"/>
                                        <p:tgtEl>
                                          <p:spTgt spid="40"/>
                                        </p:tgtEl>
                                      </p:cBhvr>
                                    </p:animEffect>
                                  </p:childTnLst>
                                </p:cTn>
                              </p:par>
                              <p:par>
                                <p:cTn id="8" presetID="10" presetClass="entr" presetSubtype="0" fill="hold" nodeType="withEffect">
                                  <p:stCondLst>
                                    <p:cond delay="0"/>
                                  </p:stCondLst>
                                  <p:childTnLst>
                                    <p:set>
                                      <p:cBhvr>
                                        <p:cTn id="9" dur="1" fill="hold">
                                          <p:stCondLst>
                                            <p:cond delay="0"/>
                                          </p:stCondLst>
                                        </p:cTn>
                                        <p:tgtEl>
                                          <p:spTgt spid="39"/>
                                        </p:tgtEl>
                                        <p:attrNameLst>
                                          <p:attrName>style.visibility</p:attrName>
                                        </p:attrNameLst>
                                      </p:cBhvr>
                                      <p:to>
                                        <p:strVal val="visible"/>
                                      </p:to>
                                    </p:set>
                                    <p:animEffect transition="in" filter="fade">
                                      <p:cBhvr>
                                        <p:cTn id="10" dur="750"/>
                                        <p:tgtEl>
                                          <p:spTgt spid="39"/>
                                        </p:tgtEl>
                                      </p:cBhvr>
                                    </p:animEffect>
                                  </p:childTnLst>
                                </p:cTn>
                              </p:par>
                            </p:childTnLst>
                          </p:cTn>
                        </p:par>
                        <p:par>
                          <p:cTn id="11" fill="hold">
                            <p:stCondLst>
                              <p:cond delay="750"/>
                            </p:stCondLst>
                            <p:childTnLst>
                              <p:par>
                                <p:cTn id="12" presetID="10" presetClass="entr" presetSubtype="0" fill="hold" nodeType="afterEffect">
                                  <p:stCondLst>
                                    <p:cond delay="0"/>
                                  </p:stCondLst>
                                  <p:childTnLst>
                                    <p:set>
                                      <p:cBhvr>
                                        <p:cTn id="13" dur="1" fill="hold">
                                          <p:stCondLst>
                                            <p:cond delay="0"/>
                                          </p:stCondLst>
                                        </p:cTn>
                                        <p:tgtEl>
                                          <p:spTgt spid="41"/>
                                        </p:tgtEl>
                                        <p:attrNameLst>
                                          <p:attrName>style.visibility</p:attrName>
                                        </p:attrNameLst>
                                      </p:cBhvr>
                                      <p:to>
                                        <p:strVal val="visible"/>
                                      </p:to>
                                    </p:set>
                                    <p:animEffect transition="in" filter="fade">
                                      <p:cBhvr>
                                        <p:cTn id="14" dur="500"/>
                                        <p:tgtEl>
                                          <p:spTgt spid="41"/>
                                        </p:tgtEl>
                                      </p:cBhvr>
                                    </p:animEffect>
                                  </p:childTnLst>
                                </p:cTn>
                              </p:par>
                              <p:par>
                                <p:cTn id="15" presetID="2" presetClass="entr" presetSubtype="2" fill="hold" nodeType="withEffect">
                                  <p:stCondLst>
                                    <p:cond delay="0"/>
                                  </p:stCondLst>
                                  <p:childTnLst>
                                    <p:set>
                                      <p:cBhvr>
                                        <p:cTn id="16" dur="1" fill="hold">
                                          <p:stCondLst>
                                            <p:cond delay="0"/>
                                          </p:stCondLst>
                                        </p:cTn>
                                        <p:tgtEl>
                                          <p:spTgt spid="43"/>
                                        </p:tgtEl>
                                        <p:attrNameLst>
                                          <p:attrName>style.visibility</p:attrName>
                                        </p:attrNameLst>
                                      </p:cBhvr>
                                      <p:to>
                                        <p:strVal val="visible"/>
                                      </p:to>
                                    </p:set>
                                    <p:anim calcmode="lin" valueType="num">
                                      <p:cBhvr additive="base">
                                        <p:cTn id="17" dur="500"/>
                                        <p:tgtEl>
                                          <p:spTgt spid="43"/>
                                        </p:tgtEl>
                                        <p:attrNameLst>
                                          <p:attrName>ppt_x</p:attrName>
                                        </p:attrNameLst>
                                      </p:cBhvr>
                                      <p:tavLst>
                                        <p:tav tm="0">
                                          <p:val>
                                            <p:strVal val="#ppt_x+1"/>
                                          </p:val>
                                        </p:tav>
                                        <p:tav tm="100000">
                                          <p:val>
                                            <p:strVal val="#ppt_x"/>
                                          </p:val>
                                        </p:tav>
                                      </p:tavLst>
                                    </p:anim>
                                  </p:childTnLst>
                                </p:cTn>
                              </p:par>
                              <p:par>
                                <p:cTn id="18" presetID="2" presetClass="entr" presetSubtype="8" fill="hold" nodeType="withEffect">
                                  <p:stCondLst>
                                    <p:cond delay="0"/>
                                  </p:stCondLst>
                                  <p:childTnLst>
                                    <p:set>
                                      <p:cBhvr>
                                        <p:cTn id="19" dur="1" fill="hold">
                                          <p:stCondLst>
                                            <p:cond delay="0"/>
                                          </p:stCondLst>
                                        </p:cTn>
                                        <p:tgtEl>
                                          <p:spTgt spid="44"/>
                                        </p:tgtEl>
                                        <p:attrNameLst>
                                          <p:attrName>style.visibility</p:attrName>
                                        </p:attrNameLst>
                                      </p:cBhvr>
                                      <p:to>
                                        <p:strVal val="visible"/>
                                      </p:to>
                                    </p:set>
                                    <p:anim calcmode="lin" valueType="num">
                                      <p:cBhvr additive="base">
                                        <p:cTn id="20" dur="500"/>
                                        <p:tgtEl>
                                          <p:spTgt spid="44"/>
                                        </p:tgtEl>
                                        <p:attrNameLst>
                                          <p:attrName>ppt_x</p:attrName>
                                        </p:attrNameLst>
                                      </p:cBhvr>
                                      <p:tavLst>
                                        <p:tav tm="0">
                                          <p:val>
                                            <p:strVal val="#ppt_x-1"/>
                                          </p:val>
                                        </p:tav>
                                        <p:tav tm="100000">
                                          <p:val>
                                            <p:strVal val="#ppt_x"/>
                                          </p:val>
                                        </p:tav>
                                      </p:tavLst>
                                    </p:anim>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5"/>
                                        </p:tgtEl>
                                        <p:attrNameLst>
                                          <p:attrName>style.visibility</p:attrName>
                                        </p:attrNameLst>
                                      </p:cBhvr>
                                      <p:to>
                                        <p:strVal val="visible"/>
                                      </p:to>
                                    </p:set>
                                    <p:animEffect transition="in" filter="fade">
                                      <p:cBhvr>
                                        <p:cTn id="25" dur="500"/>
                                        <p:tgtEl>
                                          <p:spTgt spid="35"/>
                                        </p:tgtEl>
                                      </p:cBhvr>
                                    </p:animEffect>
                                  </p:childTnLst>
                                </p:cTn>
                              </p:par>
                            </p:childTnLst>
                          </p:cTn>
                        </p:par>
                        <p:par>
                          <p:cTn id="26" fill="hold">
                            <p:stCondLst>
                              <p:cond delay="500"/>
                            </p:stCondLst>
                            <p:childTnLst>
                              <p:par>
                                <p:cTn id="27" presetID="10" presetClass="entr" presetSubtype="0" fill="hold" nodeType="afterEffect">
                                  <p:stCondLst>
                                    <p:cond delay="0"/>
                                  </p:stCondLst>
                                  <p:childTnLst>
                                    <p:set>
                                      <p:cBhvr>
                                        <p:cTn id="28" dur="1" fill="hold">
                                          <p:stCondLst>
                                            <p:cond delay="0"/>
                                          </p:stCondLst>
                                        </p:cTn>
                                        <p:tgtEl>
                                          <p:spTgt spid="36"/>
                                        </p:tgtEl>
                                        <p:attrNameLst>
                                          <p:attrName>style.visibility</p:attrName>
                                        </p:attrNameLst>
                                      </p:cBhvr>
                                      <p:to>
                                        <p:strVal val="visible"/>
                                      </p:to>
                                    </p:set>
                                    <p:animEffect transition="in" filter="fade">
                                      <p:cBhvr>
                                        <p:cTn id="29" dur="500"/>
                                        <p:tgtEl>
                                          <p:spTgt spid="36"/>
                                        </p:tgtEl>
                                      </p:cBhvr>
                                    </p:animEffect>
                                  </p:childTnLst>
                                </p:cTn>
                              </p:par>
                              <p:par>
                                <p:cTn id="30" presetID="2" presetClass="entr" presetSubtype="2" fill="hold" nodeType="withEffect">
                                  <p:stCondLst>
                                    <p:cond delay="0"/>
                                  </p:stCondLst>
                                  <p:childTnLst>
                                    <p:set>
                                      <p:cBhvr>
                                        <p:cTn id="31" dur="1" fill="hold">
                                          <p:stCondLst>
                                            <p:cond delay="0"/>
                                          </p:stCondLst>
                                        </p:cTn>
                                        <p:tgtEl>
                                          <p:spTgt spid="46"/>
                                        </p:tgtEl>
                                        <p:attrNameLst>
                                          <p:attrName>style.visibility</p:attrName>
                                        </p:attrNameLst>
                                      </p:cBhvr>
                                      <p:to>
                                        <p:strVal val="visible"/>
                                      </p:to>
                                    </p:set>
                                    <p:anim calcmode="lin" valueType="num">
                                      <p:cBhvr additive="base">
                                        <p:cTn id="32" dur="500"/>
                                        <p:tgtEl>
                                          <p:spTgt spid="46"/>
                                        </p:tgtEl>
                                        <p:attrNameLst>
                                          <p:attrName>ppt_x</p:attrName>
                                        </p:attrNameLst>
                                      </p:cBhvr>
                                      <p:tavLst>
                                        <p:tav tm="0">
                                          <p:val>
                                            <p:strVal val="#ppt_x+1"/>
                                          </p:val>
                                        </p:tav>
                                        <p:tav tm="100000">
                                          <p:val>
                                            <p:strVal val="#ppt_x"/>
                                          </p:val>
                                        </p:tav>
                                      </p:tavLst>
                                    </p:anim>
                                  </p:childTnLst>
                                </p:cTn>
                              </p:par>
                              <p:par>
                                <p:cTn id="33" presetID="2" presetClass="entr" presetSubtype="8" fill="hold" nodeType="withEffect">
                                  <p:stCondLst>
                                    <p:cond delay="0"/>
                                  </p:stCondLst>
                                  <p:childTnLst>
                                    <p:set>
                                      <p:cBhvr>
                                        <p:cTn id="34" dur="1" fill="hold">
                                          <p:stCondLst>
                                            <p:cond delay="0"/>
                                          </p:stCondLst>
                                        </p:cTn>
                                        <p:tgtEl>
                                          <p:spTgt spid="38"/>
                                        </p:tgtEl>
                                        <p:attrNameLst>
                                          <p:attrName>style.visibility</p:attrName>
                                        </p:attrNameLst>
                                      </p:cBhvr>
                                      <p:to>
                                        <p:strVal val="visible"/>
                                      </p:to>
                                    </p:set>
                                    <p:anim calcmode="lin" valueType="num">
                                      <p:cBhvr additive="base">
                                        <p:cTn id="35" dur="500"/>
                                        <p:tgtEl>
                                          <p:spTgt spid="38"/>
                                        </p:tgtEl>
                                        <p:attrNameLst>
                                          <p:attrName>ppt_x</p:attrName>
                                        </p:attrNameLst>
                                      </p:cBhvr>
                                      <p:tavLst>
                                        <p:tav tm="0">
                                          <p:val>
                                            <p:strVal val="#ppt_x-1"/>
                                          </p:val>
                                        </p:tav>
                                        <p:tav tm="100000">
                                          <p:val>
                                            <p:strVal val="#ppt_x"/>
                                          </p:val>
                                        </p:tav>
                                      </p:tavLst>
                                    </p:anim>
                                  </p:childTnLst>
                                </p:cTn>
                              </p:par>
                              <p:par>
                                <p:cTn id="36" presetID="2" presetClass="entr" presetSubtype="8" fill="hold" nodeType="withEffect">
                                  <p:stCondLst>
                                    <p:cond delay="0"/>
                                  </p:stCondLst>
                                  <p:childTnLst>
                                    <p:set>
                                      <p:cBhvr>
                                        <p:cTn id="37" dur="1" fill="hold">
                                          <p:stCondLst>
                                            <p:cond delay="0"/>
                                          </p:stCondLst>
                                        </p:cTn>
                                        <p:tgtEl>
                                          <p:spTgt spid="45"/>
                                        </p:tgtEl>
                                        <p:attrNameLst>
                                          <p:attrName>style.visibility</p:attrName>
                                        </p:attrNameLst>
                                      </p:cBhvr>
                                      <p:to>
                                        <p:strVal val="visible"/>
                                      </p:to>
                                    </p:set>
                                    <p:anim calcmode="lin" valueType="num">
                                      <p:cBhvr additive="base">
                                        <p:cTn id="38" dur="500"/>
                                        <p:tgtEl>
                                          <p:spTgt spid="45"/>
                                        </p:tgtEl>
                                        <p:attrNameLst>
                                          <p:attrName>ppt_x</p:attrName>
                                        </p:attrNameLst>
                                      </p:cBhvr>
                                      <p:tavLst>
                                        <p:tav tm="0">
                                          <p:val>
                                            <p:strVal val="#ppt_x-1"/>
                                          </p:val>
                                        </p:tav>
                                        <p:tav tm="100000">
                                          <p:val>
                                            <p:strVal val="#ppt_x"/>
                                          </p:val>
                                        </p:tav>
                                      </p:tavLst>
                                    </p:anim>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28"/>
                                        </p:tgtEl>
                                        <p:attrNameLst>
                                          <p:attrName>style.visibility</p:attrName>
                                        </p:attrNameLst>
                                      </p:cBhvr>
                                      <p:to>
                                        <p:strVal val="visible"/>
                                      </p:to>
                                    </p:set>
                                    <p:animEffect transition="in" filter="fade">
                                      <p:cBhvr>
                                        <p:cTn id="43" dur="500"/>
                                        <p:tgtEl>
                                          <p:spTgt spid="28"/>
                                        </p:tgtEl>
                                      </p:cBhvr>
                                    </p:animEffect>
                                  </p:childTnLst>
                                </p:cTn>
                              </p:par>
                              <p:par>
                                <p:cTn id="44" presetID="10" presetClass="entr" presetSubtype="0" fill="hold" nodeType="withEffect">
                                  <p:stCondLst>
                                    <p:cond delay="0"/>
                                  </p:stCondLst>
                                  <p:childTnLst>
                                    <p:set>
                                      <p:cBhvr>
                                        <p:cTn id="45" dur="1" fill="hold">
                                          <p:stCondLst>
                                            <p:cond delay="0"/>
                                          </p:stCondLst>
                                        </p:cTn>
                                        <p:tgtEl>
                                          <p:spTgt spid="27"/>
                                        </p:tgtEl>
                                        <p:attrNameLst>
                                          <p:attrName>style.visibility</p:attrName>
                                        </p:attrNameLst>
                                      </p:cBhvr>
                                      <p:to>
                                        <p:strVal val="visible"/>
                                      </p:to>
                                    </p:set>
                                    <p:animEffect transition="in" filter="fade">
                                      <p:cBhvr>
                                        <p:cTn id="46" dur="750"/>
                                        <p:tgtEl>
                                          <p:spTgt spid="27"/>
                                        </p:tgtEl>
                                      </p:cBhvr>
                                    </p:animEffect>
                                  </p:childTnLst>
                                </p:cTn>
                              </p:par>
                            </p:childTnLst>
                          </p:cTn>
                        </p:par>
                        <p:par>
                          <p:cTn id="47" fill="hold">
                            <p:stCondLst>
                              <p:cond delay="750"/>
                            </p:stCondLst>
                            <p:childTnLst>
                              <p:par>
                                <p:cTn id="48" presetID="10" presetClass="entr" presetSubtype="0" fill="hold" nodeType="afterEffect">
                                  <p:stCondLst>
                                    <p:cond delay="0"/>
                                  </p:stCondLst>
                                  <p:childTnLst>
                                    <p:set>
                                      <p:cBhvr>
                                        <p:cTn id="49" dur="1" fill="hold">
                                          <p:stCondLst>
                                            <p:cond delay="0"/>
                                          </p:stCondLst>
                                        </p:cTn>
                                        <p:tgtEl>
                                          <p:spTgt spid="29"/>
                                        </p:tgtEl>
                                        <p:attrNameLst>
                                          <p:attrName>style.visibility</p:attrName>
                                        </p:attrNameLst>
                                      </p:cBhvr>
                                      <p:to>
                                        <p:strVal val="visible"/>
                                      </p:to>
                                    </p:set>
                                    <p:animEffect transition="in" filter="fade">
                                      <p:cBhvr>
                                        <p:cTn id="50" dur="500"/>
                                        <p:tgtEl>
                                          <p:spTgt spid="29"/>
                                        </p:tgtEl>
                                      </p:cBhvr>
                                    </p:animEffect>
                                  </p:childTnLst>
                                </p:cTn>
                              </p:par>
                              <p:par>
                                <p:cTn id="51" presetID="2" presetClass="entr" presetSubtype="8" fill="hold" nodeType="withEffect">
                                  <p:stCondLst>
                                    <p:cond delay="0"/>
                                  </p:stCondLst>
                                  <p:childTnLst>
                                    <p:set>
                                      <p:cBhvr>
                                        <p:cTn id="52" dur="1" fill="hold">
                                          <p:stCondLst>
                                            <p:cond delay="0"/>
                                          </p:stCondLst>
                                        </p:cTn>
                                        <p:tgtEl>
                                          <p:spTgt spid="47"/>
                                        </p:tgtEl>
                                        <p:attrNameLst>
                                          <p:attrName>style.visibility</p:attrName>
                                        </p:attrNameLst>
                                      </p:cBhvr>
                                      <p:to>
                                        <p:strVal val="visible"/>
                                      </p:to>
                                    </p:set>
                                    <p:anim calcmode="lin" valueType="num">
                                      <p:cBhvr additive="base">
                                        <p:cTn id="53" dur="500"/>
                                        <p:tgtEl>
                                          <p:spTgt spid="47"/>
                                        </p:tgtEl>
                                        <p:attrNameLst>
                                          <p:attrName>ppt_x</p:attrName>
                                        </p:attrNameLst>
                                      </p:cBhvr>
                                      <p:tavLst>
                                        <p:tav tm="0">
                                          <p:val>
                                            <p:strVal val="#ppt_x-1"/>
                                          </p:val>
                                        </p:tav>
                                        <p:tav tm="100000">
                                          <p:val>
                                            <p:strVal val="#ppt_x"/>
                                          </p:val>
                                        </p:tav>
                                      </p:tavLst>
                                    </p:anim>
                                  </p:childTnLst>
                                </p:cTn>
                              </p:par>
                              <p:par>
                                <p:cTn id="54" presetID="2" presetClass="entr" presetSubtype="2" fill="hold" nodeType="withEffect">
                                  <p:stCondLst>
                                    <p:cond delay="0"/>
                                  </p:stCondLst>
                                  <p:childTnLst>
                                    <p:set>
                                      <p:cBhvr>
                                        <p:cTn id="55" dur="1" fill="hold">
                                          <p:stCondLst>
                                            <p:cond delay="0"/>
                                          </p:stCondLst>
                                        </p:cTn>
                                        <p:tgtEl>
                                          <p:spTgt spid="31"/>
                                        </p:tgtEl>
                                        <p:attrNameLst>
                                          <p:attrName>style.visibility</p:attrName>
                                        </p:attrNameLst>
                                      </p:cBhvr>
                                      <p:to>
                                        <p:strVal val="visible"/>
                                      </p:to>
                                    </p:set>
                                    <p:anim calcmode="lin" valueType="num">
                                      <p:cBhvr additive="base">
                                        <p:cTn id="56" dur="500"/>
                                        <p:tgtEl>
                                          <p:spTgt spid="31"/>
                                        </p:tgtEl>
                                        <p:attrNameLst>
                                          <p:attrName>ppt_x</p:attrName>
                                        </p:attrNameLst>
                                      </p:cBhvr>
                                      <p:tavLst>
                                        <p:tav tm="0">
                                          <p:val>
                                            <p:strVal val="#ppt_x+1"/>
                                          </p:val>
                                        </p:tav>
                                        <p:tav tm="100000">
                                          <p:val>
                                            <p:strVal val="#ppt_x"/>
                                          </p:val>
                                        </p:tav>
                                      </p:tavLst>
                                    </p:anim>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500"/>
                                        <p:tgtEl>
                                          <p:spTgt spid="23"/>
                                        </p:tgtEl>
                                      </p:cBhvr>
                                    </p:animEffect>
                                  </p:childTnLst>
                                </p:cTn>
                              </p:par>
                              <p:par>
                                <p:cTn id="62" presetID="10" presetClass="entr" presetSubtype="0" fill="hold"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750"/>
                                        <p:tgtEl>
                                          <p:spTgt spid="22"/>
                                        </p:tgtEl>
                                      </p:cBhvr>
                                    </p:animEffect>
                                  </p:childTnLst>
                                </p:cTn>
                              </p:par>
                            </p:childTnLst>
                          </p:cTn>
                        </p:par>
                        <p:par>
                          <p:cTn id="65" fill="hold">
                            <p:stCondLst>
                              <p:cond delay="750"/>
                            </p:stCondLst>
                            <p:childTnLst>
                              <p:par>
                                <p:cTn id="66" presetID="10" presetClass="entr" presetSubtype="0" fill="hold" nodeType="afterEffect">
                                  <p:stCondLst>
                                    <p:cond delay="0"/>
                                  </p:stCondLst>
                                  <p:childTnLst>
                                    <p:set>
                                      <p:cBhvr>
                                        <p:cTn id="67" dur="1" fill="hold">
                                          <p:stCondLst>
                                            <p:cond delay="0"/>
                                          </p:stCondLst>
                                        </p:cTn>
                                        <p:tgtEl>
                                          <p:spTgt spid="24"/>
                                        </p:tgtEl>
                                        <p:attrNameLst>
                                          <p:attrName>style.visibility</p:attrName>
                                        </p:attrNameLst>
                                      </p:cBhvr>
                                      <p:to>
                                        <p:strVal val="visible"/>
                                      </p:to>
                                    </p:set>
                                    <p:animEffect transition="in" filter="fade">
                                      <p:cBhvr>
                                        <p:cTn id="68" dur="500"/>
                                        <p:tgtEl>
                                          <p:spTgt spid="24"/>
                                        </p:tgtEl>
                                      </p:cBhvr>
                                    </p:animEffect>
                                  </p:childTnLst>
                                </p:cTn>
                              </p:par>
                              <p:par>
                                <p:cTn id="69" presetID="2" presetClass="entr" presetSubtype="2" fill="hold" nodeType="withEffect">
                                  <p:stCondLst>
                                    <p:cond delay="0"/>
                                  </p:stCondLst>
                                  <p:childTnLst>
                                    <p:set>
                                      <p:cBhvr>
                                        <p:cTn id="70" dur="1" fill="hold">
                                          <p:stCondLst>
                                            <p:cond delay="0"/>
                                          </p:stCondLst>
                                        </p:cTn>
                                        <p:tgtEl>
                                          <p:spTgt spid="48"/>
                                        </p:tgtEl>
                                        <p:attrNameLst>
                                          <p:attrName>style.visibility</p:attrName>
                                        </p:attrNameLst>
                                      </p:cBhvr>
                                      <p:to>
                                        <p:strVal val="visible"/>
                                      </p:to>
                                    </p:set>
                                    <p:anim calcmode="lin" valueType="num">
                                      <p:cBhvr additive="base">
                                        <p:cTn id="71" dur="500"/>
                                        <p:tgtEl>
                                          <p:spTgt spid="48"/>
                                        </p:tgtEl>
                                        <p:attrNameLst>
                                          <p:attrName>ppt_x</p:attrName>
                                        </p:attrNameLst>
                                      </p:cBhvr>
                                      <p:tavLst>
                                        <p:tav tm="0">
                                          <p:val>
                                            <p:strVal val="#ppt_x+1"/>
                                          </p:val>
                                        </p:tav>
                                        <p:tav tm="100000">
                                          <p:val>
                                            <p:strVal val="#ppt_x"/>
                                          </p:val>
                                        </p:tav>
                                      </p:tavLst>
                                    </p:anim>
                                  </p:childTnLst>
                                </p:cTn>
                              </p:par>
                              <p:par>
                                <p:cTn id="72" presetID="2" presetClass="entr" presetSubtype="8" fill="hold" nodeType="withEffect">
                                  <p:stCondLst>
                                    <p:cond delay="0"/>
                                  </p:stCondLst>
                                  <p:childTnLst>
                                    <p:set>
                                      <p:cBhvr>
                                        <p:cTn id="73" dur="1" fill="hold">
                                          <p:stCondLst>
                                            <p:cond delay="0"/>
                                          </p:stCondLst>
                                        </p:cTn>
                                        <p:tgtEl>
                                          <p:spTgt spid="26"/>
                                        </p:tgtEl>
                                        <p:attrNameLst>
                                          <p:attrName>style.visibility</p:attrName>
                                        </p:attrNameLst>
                                      </p:cBhvr>
                                      <p:to>
                                        <p:strVal val="visible"/>
                                      </p:to>
                                    </p:set>
                                    <p:anim calcmode="lin" valueType="num">
                                      <p:cBhvr additive="base">
                                        <p:cTn id="74" dur="500"/>
                                        <p:tgtEl>
                                          <p:spTgt spid="26"/>
                                        </p:tgtEl>
                                        <p:attrNameLst>
                                          <p:attrName>ppt_x</p:attrName>
                                        </p:attrNameLst>
                                      </p:cBhvr>
                                      <p:tavLst>
                                        <p:tav tm="0">
                                          <p:val>
                                            <p:strVal val="#ppt_x-1"/>
                                          </p:val>
                                        </p:tav>
                                        <p:tav tm="100000">
                                          <p:val>
                                            <p:strVal val="#ppt_x"/>
                                          </p:val>
                                        </p:tav>
                                      </p:tavLst>
                                    </p:anim>
                                  </p:childTnLst>
                                </p:cTn>
                              </p:par>
                              <p:par>
                                <p:cTn id="75" presetID="2" presetClass="entr" presetSubtype="8" fill="hold" nodeType="withEffect">
                                  <p:stCondLst>
                                    <p:cond delay="0"/>
                                  </p:stCondLst>
                                  <p:childTnLst>
                                    <p:set>
                                      <p:cBhvr>
                                        <p:cTn id="76" dur="1" fill="hold">
                                          <p:stCondLst>
                                            <p:cond delay="0"/>
                                          </p:stCondLst>
                                        </p:cTn>
                                        <p:tgtEl>
                                          <p:spTgt spid="33"/>
                                        </p:tgtEl>
                                        <p:attrNameLst>
                                          <p:attrName>style.visibility</p:attrName>
                                        </p:attrNameLst>
                                      </p:cBhvr>
                                      <p:to>
                                        <p:strVal val="visible"/>
                                      </p:to>
                                    </p:set>
                                    <p:anim calcmode="lin" valueType="num">
                                      <p:cBhvr additive="base">
                                        <p:cTn id="77" dur="500"/>
                                        <p:tgtEl>
                                          <p:spTgt spid="33"/>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1"/>
        <p:cNvGrpSpPr/>
        <p:nvPr/>
      </p:nvGrpSpPr>
      <p:grpSpPr>
        <a:xfrm>
          <a:off x="0" y="0"/>
          <a:ext cx="0" cy="0"/>
          <a:chOff x="0" y="0"/>
          <a:chExt cx="0" cy="0"/>
        </a:xfrm>
      </p:grpSpPr>
      <p:sp>
        <p:nvSpPr>
          <p:cNvPr id="22" name="Google Shape;22;p6"/>
          <p:cNvSpPr/>
          <p:nvPr/>
        </p:nvSpPr>
        <p:spPr>
          <a:xfrm rot="10800000">
            <a:off x="5773240" y="5344504"/>
            <a:ext cx="2971675" cy="988428"/>
          </a:xfrm>
          <a:custGeom>
            <a:avLst/>
            <a:gdLst/>
            <a:ahLst/>
            <a:cxnLst/>
            <a:rect l="l" t="t" r="r" b="b"/>
            <a:pathLst>
              <a:path w="2971675" h="875802" extrusionOk="0">
                <a:moveTo>
                  <a:pt x="228548" y="875802"/>
                </a:moveTo>
                <a:cubicBezTo>
                  <a:pt x="-340795" y="502068"/>
                  <a:pt x="291809" y="-72948"/>
                  <a:pt x="631114" y="7643"/>
                </a:cubicBezTo>
                <a:lnTo>
                  <a:pt x="2971675" y="732029"/>
                </a:lnTo>
                <a:lnTo>
                  <a:pt x="228548" y="875802"/>
                </a:lnTo>
                <a:close/>
              </a:path>
            </a:pathLst>
          </a:custGeom>
          <a:gradFill>
            <a:gsLst>
              <a:gs pos="0">
                <a:schemeClr val="dk1"/>
              </a:gs>
              <a:gs pos="21000">
                <a:srgbClr val="000000">
                  <a:alpha val="56862"/>
                </a:srgbClr>
              </a:gs>
              <a:gs pos="41000">
                <a:srgbClr val="000000">
                  <a:alpha val="23921"/>
                </a:srgbClr>
              </a:gs>
              <a:gs pos="73000">
                <a:srgbClr val="C9C9C9">
                  <a:alpha val="9803"/>
                </a:srgbClr>
              </a:gs>
              <a:gs pos="88012">
                <a:srgbClr val="C9C9C9">
                  <a:alpha val="0"/>
                </a:srgbClr>
              </a:gs>
              <a:gs pos="100000">
                <a:srgbClr val="C9C9C9">
                  <a:alpha val="0"/>
                </a:srgbClr>
              </a:gs>
            </a:gsLst>
            <a:path path="circle">
              <a:fillToRect l="100000" b="100000"/>
            </a:path>
            <a:tileRect t="-100000" r="-10000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3" name="Google Shape;23;p6"/>
          <p:cNvSpPr/>
          <p:nvPr/>
        </p:nvSpPr>
        <p:spPr>
          <a:xfrm flipH="1">
            <a:off x="3410550" y="4359560"/>
            <a:ext cx="7542132" cy="1387976"/>
          </a:xfrm>
          <a:custGeom>
            <a:avLst/>
            <a:gdLst/>
            <a:ahLst/>
            <a:cxnLst/>
            <a:rect l="l" t="t" r="r" b="b"/>
            <a:pathLst>
              <a:path w="2829463" h="1188000" extrusionOk="0">
                <a:moveTo>
                  <a:pt x="603849" y="0"/>
                </a:moveTo>
                <a:lnTo>
                  <a:pt x="621100" y="1711"/>
                </a:lnTo>
                <a:lnTo>
                  <a:pt x="621100" y="0"/>
                </a:lnTo>
                <a:lnTo>
                  <a:pt x="2829463" y="0"/>
                </a:lnTo>
                <a:lnTo>
                  <a:pt x="2829463" y="1188000"/>
                </a:lnTo>
                <a:lnTo>
                  <a:pt x="621100" y="1188000"/>
                </a:lnTo>
                <a:lnTo>
                  <a:pt x="621100" y="1186289"/>
                </a:lnTo>
                <a:lnTo>
                  <a:pt x="603849" y="1188000"/>
                </a:lnTo>
                <a:cubicBezTo>
                  <a:pt x="270352" y="1188000"/>
                  <a:pt x="0" y="922057"/>
                  <a:pt x="0" y="594000"/>
                </a:cubicBezTo>
                <a:cubicBezTo>
                  <a:pt x="0" y="265943"/>
                  <a:pt x="270352" y="0"/>
                  <a:pt x="603849" y="0"/>
                </a:cubicBezTo>
                <a:close/>
              </a:path>
            </a:pathLst>
          </a:custGeom>
          <a:gradFill>
            <a:gsLst>
              <a:gs pos="0">
                <a:srgbClr val="FFFFFF"/>
              </a:gs>
              <a:gs pos="33000">
                <a:srgbClr val="FFFFFF"/>
              </a:gs>
              <a:gs pos="66000">
                <a:schemeClr val="lt1"/>
              </a:gs>
              <a:gs pos="98000">
                <a:srgbClr val="EFEFEF">
                  <a:alpha val="26666"/>
                </a:srgbClr>
              </a:gs>
              <a:gs pos="100000">
                <a:srgbClr val="EFEFEF">
                  <a:alpha val="26666"/>
                </a:srgbClr>
              </a:gs>
            </a:gsLst>
            <a:lin ang="0" scaled="0"/>
          </a:gradFill>
          <a:ln>
            <a:noFill/>
          </a:ln>
        </p:spPr>
        <p:txBody>
          <a:bodyPr spcFirstLastPara="1" wrap="square" lIns="91425" tIns="45700" rIns="91425" bIns="45700" anchor="ctr" anchorCtr="0">
            <a:noAutofit/>
          </a:bodyPr>
          <a:lstStyle/>
          <a:p>
            <a:pPr algn="just"/>
            <a:r>
              <a:rPr lang="ms-MY" dirty="0">
                <a:latin typeface="Tahoma" panose="020B0604030504040204" pitchFamily="34" charset="0"/>
                <a:ea typeface="Tahoma" panose="020B0604030504040204" pitchFamily="34" charset="0"/>
                <a:cs typeface="Tahoma" panose="020B0604030504040204" pitchFamily="34" charset="0"/>
              </a:rPr>
              <a:t>Nombor muka surat itu hendaklah dicatatkan di bahagian tengah sebelah bawah tiap-tiap muka surat.</a:t>
            </a:r>
          </a:p>
        </p:txBody>
      </p:sp>
      <p:sp>
        <p:nvSpPr>
          <p:cNvPr id="24" name="Google Shape;24;p6"/>
          <p:cNvSpPr/>
          <p:nvPr/>
        </p:nvSpPr>
        <p:spPr>
          <a:xfrm>
            <a:off x="11004122" y="4704322"/>
            <a:ext cx="805132" cy="805132"/>
          </a:xfrm>
          <a:prstGeom prst="ellipse">
            <a:avLst/>
          </a:prstGeom>
          <a:solidFill>
            <a:srgbClr val="EC465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6" name="Google Shape;26;p6"/>
          <p:cNvSpPr/>
          <p:nvPr/>
        </p:nvSpPr>
        <p:spPr>
          <a:xfrm>
            <a:off x="6736832" y="4477936"/>
            <a:ext cx="1021703"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1" cap="none" dirty="0">
              <a:solidFill>
                <a:srgbClr val="EC465F"/>
              </a:solidFill>
              <a:latin typeface="Century Gothic"/>
              <a:ea typeface="Century Gothic"/>
              <a:cs typeface="Century Gothic"/>
              <a:sym typeface="Century Gothic"/>
            </a:endParaRPr>
          </a:p>
        </p:txBody>
      </p:sp>
      <p:sp>
        <p:nvSpPr>
          <p:cNvPr id="27" name="Google Shape;27;p6"/>
          <p:cNvSpPr/>
          <p:nvPr/>
        </p:nvSpPr>
        <p:spPr>
          <a:xfrm rot="10800000" flipH="1">
            <a:off x="2275510" y="4051818"/>
            <a:ext cx="2971675" cy="988428"/>
          </a:xfrm>
          <a:custGeom>
            <a:avLst/>
            <a:gdLst/>
            <a:ahLst/>
            <a:cxnLst/>
            <a:rect l="l" t="t" r="r" b="b"/>
            <a:pathLst>
              <a:path w="2971675" h="875802" extrusionOk="0">
                <a:moveTo>
                  <a:pt x="228548" y="875802"/>
                </a:moveTo>
                <a:cubicBezTo>
                  <a:pt x="-340795" y="502068"/>
                  <a:pt x="291809" y="-72948"/>
                  <a:pt x="631114" y="7643"/>
                </a:cubicBezTo>
                <a:lnTo>
                  <a:pt x="2971675" y="732029"/>
                </a:lnTo>
                <a:lnTo>
                  <a:pt x="228548" y="875802"/>
                </a:lnTo>
                <a:close/>
              </a:path>
            </a:pathLst>
          </a:custGeom>
          <a:gradFill>
            <a:gsLst>
              <a:gs pos="0">
                <a:schemeClr val="dk1"/>
              </a:gs>
              <a:gs pos="21000">
                <a:srgbClr val="000000">
                  <a:alpha val="56862"/>
                </a:srgbClr>
              </a:gs>
              <a:gs pos="41000">
                <a:srgbClr val="000000">
                  <a:alpha val="23921"/>
                </a:srgbClr>
              </a:gs>
              <a:gs pos="73000">
                <a:srgbClr val="C9C9C9">
                  <a:alpha val="9803"/>
                </a:srgbClr>
              </a:gs>
              <a:gs pos="88012">
                <a:srgbClr val="C9C9C9">
                  <a:alpha val="0"/>
                </a:srgbClr>
              </a:gs>
              <a:gs pos="100000">
                <a:srgbClr val="C9C9C9">
                  <a:alpha val="0"/>
                </a:srgbClr>
              </a:gs>
            </a:gsLst>
            <a:path path="circle">
              <a:fillToRect l="100000" b="100000"/>
            </a:path>
            <a:tileRect t="-100000" r="-10000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 name="Google Shape;28;p6"/>
          <p:cNvSpPr/>
          <p:nvPr/>
        </p:nvSpPr>
        <p:spPr>
          <a:xfrm>
            <a:off x="4483317" y="3025777"/>
            <a:ext cx="7233234" cy="1188000"/>
          </a:xfrm>
          <a:custGeom>
            <a:avLst/>
            <a:gdLst/>
            <a:ahLst/>
            <a:cxnLst/>
            <a:rect l="l" t="t" r="r" b="b"/>
            <a:pathLst>
              <a:path w="2829463" h="1188000" extrusionOk="0">
                <a:moveTo>
                  <a:pt x="603849" y="0"/>
                </a:moveTo>
                <a:lnTo>
                  <a:pt x="621100" y="1711"/>
                </a:lnTo>
                <a:lnTo>
                  <a:pt x="621100" y="0"/>
                </a:lnTo>
                <a:lnTo>
                  <a:pt x="2829463" y="0"/>
                </a:lnTo>
                <a:lnTo>
                  <a:pt x="2829463" y="1188000"/>
                </a:lnTo>
                <a:lnTo>
                  <a:pt x="621100" y="1188000"/>
                </a:lnTo>
                <a:lnTo>
                  <a:pt x="621100" y="1186289"/>
                </a:lnTo>
                <a:lnTo>
                  <a:pt x="603849" y="1188000"/>
                </a:lnTo>
                <a:cubicBezTo>
                  <a:pt x="270352" y="1188000"/>
                  <a:pt x="0" y="922057"/>
                  <a:pt x="0" y="594000"/>
                </a:cubicBezTo>
                <a:cubicBezTo>
                  <a:pt x="0" y="265943"/>
                  <a:pt x="270352" y="0"/>
                  <a:pt x="603849" y="0"/>
                </a:cubicBezTo>
                <a:close/>
              </a:path>
            </a:pathLst>
          </a:custGeom>
          <a:gradFill>
            <a:gsLst>
              <a:gs pos="0">
                <a:srgbClr val="FFFFFF"/>
              </a:gs>
              <a:gs pos="33000">
                <a:srgbClr val="FFFFFF"/>
              </a:gs>
              <a:gs pos="66000">
                <a:schemeClr val="lt1"/>
              </a:gs>
              <a:gs pos="98000">
                <a:srgbClr val="EFEFEF">
                  <a:alpha val="4705"/>
                </a:srgbClr>
              </a:gs>
              <a:gs pos="100000">
                <a:srgbClr val="EFEFEF">
                  <a:alpha val="4705"/>
                </a:srgbClr>
              </a:gs>
            </a:gsLst>
            <a:lin ang="0" scaled="0"/>
          </a:gradFill>
          <a:ln>
            <a:noFill/>
          </a:ln>
        </p:spPr>
        <p:txBody>
          <a:bodyPr spcFirstLastPara="1" wrap="square" lIns="91425" tIns="45700" rIns="91425" bIns="45700" anchor="ctr" anchorCtr="0">
            <a:noAutofit/>
          </a:bodyPr>
          <a:lstStyle/>
          <a:p>
            <a:pPr lvl="0" algn="just"/>
            <a:r>
              <a:rPr lang="ms-MY" dirty="0">
                <a:latin typeface="Tahoma" panose="020B0604030504040204" pitchFamily="34" charset="0"/>
                <a:ea typeface="Tahoma" panose="020B0604030504040204" pitchFamily="34" charset="0"/>
                <a:cs typeface="Tahoma" panose="020B0604030504040204" pitchFamily="34" charset="0"/>
              </a:rPr>
              <a:t>Nombor muka surat hendaklah juga diberikan kepada tiap-tiap muka surat rahsia rasmi yang mengandung lebih daripada satu muka surat. </a:t>
            </a:r>
          </a:p>
        </p:txBody>
      </p:sp>
      <p:sp>
        <p:nvSpPr>
          <p:cNvPr id="29" name="Google Shape;29;p6"/>
          <p:cNvSpPr/>
          <p:nvPr/>
        </p:nvSpPr>
        <p:spPr>
          <a:xfrm>
            <a:off x="3721723" y="3373106"/>
            <a:ext cx="805132" cy="805132"/>
          </a:xfrm>
          <a:prstGeom prst="ellipse">
            <a:avLst/>
          </a:prstGeom>
          <a:solidFill>
            <a:srgbClr val="60606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 name="Google Shape;31;p6"/>
          <p:cNvSpPr/>
          <p:nvPr/>
        </p:nvSpPr>
        <p:spPr>
          <a:xfrm>
            <a:off x="4676773" y="3318144"/>
            <a:ext cx="1021703"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1" cap="none" dirty="0">
              <a:solidFill>
                <a:srgbClr val="606060"/>
              </a:solidFill>
              <a:latin typeface="Century Gothic"/>
              <a:ea typeface="Century Gothic"/>
              <a:cs typeface="Century Gothic"/>
              <a:sym typeface="Century Gothic"/>
            </a:endParaRPr>
          </a:p>
        </p:txBody>
      </p:sp>
      <p:pic>
        <p:nvPicPr>
          <p:cNvPr id="33" name="Google Shape;33;p6"/>
          <p:cNvPicPr preferRelativeResize="0"/>
          <p:nvPr/>
        </p:nvPicPr>
        <p:blipFill rotWithShape="1">
          <a:blip r:embed="rId3">
            <a:alphaModFix/>
          </a:blip>
          <a:srcRect l="1958" t="-5297" r="67965" b="73195"/>
          <a:stretch/>
        </p:blipFill>
        <p:spPr>
          <a:xfrm>
            <a:off x="2577817" y="4572434"/>
            <a:ext cx="732127" cy="734535"/>
          </a:xfrm>
          <a:prstGeom prst="rect">
            <a:avLst/>
          </a:prstGeom>
          <a:noFill/>
          <a:ln>
            <a:noFill/>
          </a:ln>
          <a:effectLst>
            <a:reflection stA="52000" endA="300" endPos="35000" sy="-100000" algn="bl" rotWithShape="0"/>
          </a:effectLst>
        </p:spPr>
      </p:pic>
      <p:sp>
        <p:nvSpPr>
          <p:cNvPr id="35" name="Google Shape;35;p6"/>
          <p:cNvSpPr/>
          <p:nvPr/>
        </p:nvSpPr>
        <p:spPr>
          <a:xfrm flipH="1">
            <a:off x="3812888" y="1992735"/>
            <a:ext cx="8047807" cy="1187668"/>
          </a:xfrm>
          <a:custGeom>
            <a:avLst/>
            <a:gdLst/>
            <a:ahLst/>
            <a:cxnLst/>
            <a:rect l="l" t="t" r="r" b="b"/>
            <a:pathLst>
              <a:path w="2829463" h="1188000" extrusionOk="0">
                <a:moveTo>
                  <a:pt x="603849" y="0"/>
                </a:moveTo>
                <a:lnTo>
                  <a:pt x="621100" y="1711"/>
                </a:lnTo>
                <a:lnTo>
                  <a:pt x="621100" y="0"/>
                </a:lnTo>
                <a:lnTo>
                  <a:pt x="2829463" y="0"/>
                </a:lnTo>
                <a:lnTo>
                  <a:pt x="2829463" y="1188000"/>
                </a:lnTo>
                <a:lnTo>
                  <a:pt x="621100" y="1188000"/>
                </a:lnTo>
                <a:lnTo>
                  <a:pt x="621100" y="1186289"/>
                </a:lnTo>
                <a:lnTo>
                  <a:pt x="603849" y="1188000"/>
                </a:lnTo>
                <a:cubicBezTo>
                  <a:pt x="270352" y="1188000"/>
                  <a:pt x="0" y="922057"/>
                  <a:pt x="0" y="594000"/>
                </a:cubicBezTo>
                <a:cubicBezTo>
                  <a:pt x="0" y="265943"/>
                  <a:pt x="270352" y="0"/>
                  <a:pt x="603849" y="0"/>
                </a:cubicBezTo>
                <a:close/>
              </a:path>
            </a:pathLst>
          </a:custGeom>
          <a:gradFill>
            <a:gsLst>
              <a:gs pos="0">
                <a:srgbClr val="FFFFFF"/>
              </a:gs>
              <a:gs pos="33000">
                <a:srgbClr val="FFFFFF"/>
              </a:gs>
              <a:gs pos="66000">
                <a:schemeClr val="lt1"/>
              </a:gs>
              <a:gs pos="98000">
                <a:srgbClr val="F4F4F6">
                  <a:alpha val="20000"/>
                </a:srgbClr>
              </a:gs>
              <a:gs pos="100000">
                <a:srgbClr val="F4F4F6">
                  <a:alpha val="20000"/>
                </a:srgbClr>
              </a:gs>
            </a:gsLst>
            <a:lin ang="0" scaled="0"/>
          </a:gradFill>
          <a:ln>
            <a:noFill/>
          </a:ln>
        </p:spPr>
        <p:txBody>
          <a:bodyPr spcFirstLastPara="1" wrap="square" lIns="91425" tIns="45700" rIns="91425" bIns="45700" anchor="ctr" anchorCtr="0">
            <a:noAutofit/>
          </a:bodyPr>
          <a:lstStyle/>
          <a:p>
            <a:pPr lvl="0" algn="just"/>
            <a:r>
              <a:rPr lang="ms-MY" dirty="0">
                <a:latin typeface="Tahoma" panose="020B0604030504040204" pitchFamily="34" charset="0"/>
                <a:ea typeface="Tahoma" panose="020B0604030504040204" pitchFamily="34" charset="0"/>
                <a:cs typeface="Tahoma" panose="020B0604030504040204" pitchFamily="34" charset="0"/>
              </a:rPr>
              <a:t>Setiap rahsia rasmi hendaklah diberikan satu nombor rujukan oleh pemulanya.</a:t>
            </a:r>
          </a:p>
          <a:p>
            <a:pPr algn="just"/>
            <a:endParaRPr lang="ms-MY" dirty="0">
              <a:latin typeface="Tahoma" panose="020B0604030504040204" pitchFamily="34" charset="0"/>
              <a:ea typeface="Tahoma" panose="020B0604030504040204" pitchFamily="34" charset="0"/>
              <a:cs typeface="Tahoma" panose="020B0604030504040204" pitchFamily="34" charset="0"/>
            </a:endParaRPr>
          </a:p>
        </p:txBody>
      </p:sp>
      <p:sp>
        <p:nvSpPr>
          <p:cNvPr id="36" name="Google Shape;36;p6"/>
          <p:cNvSpPr/>
          <p:nvPr/>
        </p:nvSpPr>
        <p:spPr>
          <a:xfrm>
            <a:off x="11237265" y="2566027"/>
            <a:ext cx="805132" cy="805132"/>
          </a:xfrm>
          <a:prstGeom prst="ellipse">
            <a:avLst/>
          </a:prstGeom>
          <a:solidFill>
            <a:srgbClr val="F4B55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sp>
        <p:nvSpPr>
          <p:cNvPr id="38" name="Google Shape;38;p6"/>
          <p:cNvSpPr/>
          <p:nvPr/>
        </p:nvSpPr>
        <p:spPr>
          <a:xfrm>
            <a:off x="6630968" y="2102026"/>
            <a:ext cx="1021703"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1" cap="none" dirty="0">
              <a:solidFill>
                <a:srgbClr val="F4B551"/>
              </a:solidFill>
              <a:latin typeface="Century Gothic"/>
              <a:ea typeface="Century Gothic"/>
              <a:cs typeface="Century Gothic"/>
              <a:sym typeface="Century Gothic"/>
            </a:endParaRPr>
          </a:p>
        </p:txBody>
      </p:sp>
      <p:sp>
        <p:nvSpPr>
          <p:cNvPr id="39" name="Google Shape;39;p6"/>
          <p:cNvSpPr/>
          <p:nvPr/>
        </p:nvSpPr>
        <p:spPr>
          <a:xfrm rot="10800000" flipH="1">
            <a:off x="3330783" y="1789908"/>
            <a:ext cx="2971675" cy="988428"/>
          </a:xfrm>
          <a:custGeom>
            <a:avLst/>
            <a:gdLst/>
            <a:ahLst/>
            <a:cxnLst/>
            <a:rect l="l" t="t" r="r" b="b"/>
            <a:pathLst>
              <a:path w="2971675" h="875802" extrusionOk="0">
                <a:moveTo>
                  <a:pt x="228548" y="875802"/>
                </a:moveTo>
                <a:cubicBezTo>
                  <a:pt x="-340795" y="502068"/>
                  <a:pt x="291809" y="-72948"/>
                  <a:pt x="631114" y="7643"/>
                </a:cubicBezTo>
                <a:lnTo>
                  <a:pt x="2971675" y="732029"/>
                </a:lnTo>
                <a:lnTo>
                  <a:pt x="228548" y="875802"/>
                </a:lnTo>
                <a:close/>
              </a:path>
            </a:pathLst>
          </a:custGeom>
          <a:gradFill>
            <a:gsLst>
              <a:gs pos="0">
                <a:schemeClr val="dk1"/>
              </a:gs>
              <a:gs pos="21000">
                <a:srgbClr val="000000">
                  <a:alpha val="56862"/>
                </a:srgbClr>
              </a:gs>
              <a:gs pos="41000">
                <a:srgbClr val="000000">
                  <a:alpha val="23921"/>
                </a:srgbClr>
              </a:gs>
              <a:gs pos="73000">
                <a:srgbClr val="C9C9C9">
                  <a:alpha val="9803"/>
                </a:srgbClr>
              </a:gs>
              <a:gs pos="88012">
                <a:srgbClr val="C9C9C9">
                  <a:alpha val="0"/>
                </a:srgbClr>
              </a:gs>
              <a:gs pos="100000">
                <a:srgbClr val="C9C9C9">
                  <a:alpha val="0"/>
                </a:srgbClr>
              </a:gs>
            </a:gsLst>
            <a:path path="circle">
              <a:fillToRect l="100000" b="100000"/>
            </a:path>
            <a:tileRect t="-100000" r="-10000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0" name="Google Shape;40;p6"/>
          <p:cNvSpPr/>
          <p:nvPr/>
        </p:nvSpPr>
        <p:spPr>
          <a:xfrm>
            <a:off x="2025020" y="613270"/>
            <a:ext cx="3333757" cy="1188000"/>
          </a:xfrm>
          <a:custGeom>
            <a:avLst/>
            <a:gdLst/>
            <a:ahLst/>
            <a:cxnLst/>
            <a:rect l="l" t="t" r="r" b="b"/>
            <a:pathLst>
              <a:path w="2829463" h="1188000" extrusionOk="0">
                <a:moveTo>
                  <a:pt x="603849" y="0"/>
                </a:moveTo>
                <a:lnTo>
                  <a:pt x="621100" y="1711"/>
                </a:lnTo>
                <a:lnTo>
                  <a:pt x="621100" y="0"/>
                </a:lnTo>
                <a:lnTo>
                  <a:pt x="2829463" y="0"/>
                </a:lnTo>
                <a:lnTo>
                  <a:pt x="2829463" y="1188000"/>
                </a:lnTo>
                <a:lnTo>
                  <a:pt x="621100" y="1188000"/>
                </a:lnTo>
                <a:lnTo>
                  <a:pt x="621100" y="1186289"/>
                </a:lnTo>
                <a:lnTo>
                  <a:pt x="603849" y="1188000"/>
                </a:lnTo>
                <a:cubicBezTo>
                  <a:pt x="270352" y="1188000"/>
                  <a:pt x="0" y="922057"/>
                  <a:pt x="0" y="594000"/>
                </a:cubicBezTo>
                <a:cubicBezTo>
                  <a:pt x="0" y="265943"/>
                  <a:pt x="270352" y="0"/>
                  <a:pt x="603849" y="0"/>
                </a:cubicBezTo>
                <a:close/>
              </a:path>
            </a:pathLst>
          </a:custGeom>
          <a:gradFill>
            <a:gsLst>
              <a:gs pos="0">
                <a:srgbClr val="FFFFFF"/>
              </a:gs>
              <a:gs pos="33000">
                <a:srgbClr val="FFFFFF"/>
              </a:gs>
              <a:gs pos="66000">
                <a:schemeClr val="lt1"/>
              </a:gs>
              <a:gs pos="99000">
                <a:srgbClr val="F4F4F6">
                  <a:alpha val="18823"/>
                </a:srgbClr>
              </a:gs>
              <a:gs pos="100000">
                <a:srgbClr val="F4F4F6">
                  <a:alpha val="18823"/>
                </a:srgbClr>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1" name="Google Shape;41;p6"/>
          <p:cNvSpPr/>
          <p:nvPr/>
        </p:nvSpPr>
        <p:spPr>
          <a:xfrm>
            <a:off x="2352348" y="732923"/>
            <a:ext cx="805132" cy="805132"/>
          </a:xfrm>
          <a:prstGeom prst="ellipse">
            <a:avLst/>
          </a:prstGeom>
          <a:solidFill>
            <a:srgbClr val="4FADE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3" name="Google Shape;43;p6"/>
          <p:cNvSpPr/>
          <p:nvPr/>
        </p:nvSpPr>
        <p:spPr>
          <a:xfrm>
            <a:off x="3330783" y="551802"/>
            <a:ext cx="7313369" cy="668660"/>
          </a:xfrm>
          <a:prstGeom prst="rect">
            <a:avLst/>
          </a:prstGeom>
          <a:noFill/>
          <a:ln>
            <a:noFill/>
          </a:ln>
        </p:spPr>
        <p:txBody>
          <a:bodyPr spcFirstLastPara="1" wrap="square" lIns="91425" tIns="45700" rIns="91425" bIns="45700" anchor="t" anchorCtr="0">
            <a:noAutofit/>
          </a:bodyPr>
          <a:lstStyle/>
          <a:p>
            <a:pPr lvl="0"/>
            <a:r>
              <a:rPr lang="en-GB" sz="3600" b="1" dirty="0" err="1">
                <a:solidFill>
                  <a:srgbClr val="C00000"/>
                </a:solidFill>
                <a:latin typeface="Tahoma" panose="020B0604030504040204" pitchFamily="34" charset="0"/>
                <a:ea typeface="Tahoma" panose="020B0604030504040204" pitchFamily="34" charset="0"/>
                <a:cs typeface="Tahoma" panose="020B0604030504040204" pitchFamily="34" charset="0"/>
              </a:rPr>
              <a:t>Nombor-nombor</a:t>
            </a:r>
            <a:r>
              <a:rPr lang="en-GB" sz="3600" b="1" dirty="0">
                <a:solidFill>
                  <a:srgbClr val="C00000"/>
                </a:solidFill>
                <a:latin typeface="Tahoma" panose="020B0604030504040204" pitchFamily="34" charset="0"/>
                <a:ea typeface="Tahoma" panose="020B0604030504040204" pitchFamily="34" charset="0"/>
                <a:cs typeface="Tahoma" panose="020B0604030504040204" pitchFamily="34" charset="0"/>
              </a:rPr>
              <a:t> </a:t>
            </a:r>
            <a:r>
              <a:rPr lang="en-GB" sz="3600" b="1" dirty="0" err="1">
                <a:solidFill>
                  <a:srgbClr val="C00000"/>
                </a:solidFill>
                <a:latin typeface="Tahoma" panose="020B0604030504040204" pitchFamily="34" charset="0"/>
                <a:ea typeface="Tahoma" panose="020B0604030504040204" pitchFamily="34" charset="0"/>
                <a:cs typeface="Tahoma" panose="020B0604030504040204" pitchFamily="34" charset="0"/>
              </a:rPr>
              <a:t>rujukan</a:t>
            </a:r>
            <a:r>
              <a:rPr lang="en-GB" sz="3600" b="1" dirty="0">
                <a:solidFill>
                  <a:srgbClr val="C00000"/>
                </a:solidFill>
                <a:latin typeface="Tahoma" panose="020B0604030504040204" pitchFamily="34" charset="0"/>
                <a:ea typeface="Tahoma" panose="020B0604030504040204" pitchFamily="34" charset="0"/>
                <a:cs typeface="Tahoma" panose="020B0604030504040204" pitchFamily="34" charset="0"/>
              </a:rPr>
              <a:t> </a:t>
            </a:r>
            <a:r>
              <a:rPr lang="en-GB" sz="3600" b="1" dirty="0" err="1">
                <a:solidFill>
                  <a:srgbClr val="C00000"/>
                </a:solidFill>
                <a:latin typeface="Tahoma" panose="020B0604030504040204" pitchFamily="34" charset="0"/>
                <a:ea typeface="Tahoma" panose="020B0604030504040204" pitchFamily="34" charset="0"/>
                <a:cs typeface="Tahoma" panose="020B0604030504040204" pitchFamily="34" charset="0"/>
              </a:rPr>
              <a:t>dan</a:t>
            </a:r>
            <a:r>
              <a:rPr lang="en-GB" sz="3600" b="1" dirty="0">
                <a:solidFill>
                  <a:srgbClr val="C00000"/>
                </a:solidFill>
                <a:latin typeface="Tahoma" panose="020B0604030504040204" pitchFamily="34" charset="0"/>
                <a:ea typeface="Tahoma" panose="020B0604030504040204" pitchFamily="34" charset="0"/>
                <a:cs typeface="Tahoma" panose="020B0604030504040204" pitchFamily="34" charset="0"/>
              </a:rPr>
              <a:t> </a:t>
            </a:r>
            <a:r>
              <a:rPr lang="en-GB" sz="3600" b="1" dirty="0" err="1">
                <a:solidFill>
                  <a:srgbClr val="C00000"/>
                </a:solidFill>
                <a:latin typeface="Tahoma" panose="020B0604030504040204" pitchFamily="34" charset="0"/>
                <a:ea typeface="Tahoma" panose="020B0604030504040204" pitchFamily="34" charset="0"/>
                <a:cs typeface="Tahoma" panose="020B0604030504040204" pitchFamily="34" charset="0"/>
              </a:rPr>
              <a:t>muka</a:t>
            </a:r>
            <a:r>
              <a:rPr lang="en-GB" sz="3600" b="1" dirty="0">
                <a:solidFill>
                  <a:srgbClr val="C00000"/>
                </a:solidFill>
                <a:latin typeface="Tahoma" panose="020B0604030504040204" pitchFamily="34" charset="0"/>
                <a:ea typeface="Tahoma" panose="020B0604030504040204" pitchFamily="34" charset="0"/>
                <a:cs typeface="Tahoma" panose="020B0604030504040204" pitchFamily="34" charset="0"/>
              </a:rPr>
              <a:t> </a:t>
            </a:r>
            <a:r>
              <a:rPr lang="en-GB" sz="3600" b="1" dirty="0" err="1">
                <a:solidFill>
                  <a:srgbClr val="C00000"/>
                </a:solidFill>
                <a:latin typeface="Tahoma" panose="020B0604030504040204" pitchFamily="34" charset="0"/>
                <a:ea typeface="Tahoma" panose="020B0604030504040204" pitchFamily="34" charset="0"/>
                <a:cs typeface="Tahoma" panose="020B0604030504040204" pitchFamily="34" charset="0"/>
              </a:rPr>
              <a:t>surat</a:t>
            </a:r>
            <a:endParaRPr sz="3600" b="1" cap="none" dirty="0">
              <a:solidFill>
                <a:srgbClr val="4FADE8"/>
              </a:solidFill>
              <a:latin typeface="Century Gothic"/>
              <a:ea typeface="Century Gothic"/>
              <a:cs typeface="Century Gothic"/>
              <a:sym typeface="Century Gothic"/>
            </a:endParaRPr>
          </a:p>
        </p:txBody>
      </p:sp>
      <p:pic>
        <p:nvPicPr>
          <p:cNvPr id="44" name="Google Shape;44;p6"/>
          <p:cNvPicPr preferRelativeResize="0"/>
          <p:nvPr/>
        </p:nvPicPr>
        <p:blipFill rotWithShape="1">
          <a:blip r:embed="rId3">
            <a:alphaModFix/>
          </a:blip>
          <a:srcRect t="31791" r="69923" b="36107"/>
          <a:stretch/>
        </p:blipFill>
        <p:spPr>
          <a:xfrm>
            <a:off x="10475269" y="854736"/>
            <a:ext cx="732127" cy="734535"/>
          </a:xfrm>
          <a:prstGeom prst="rect">
            <a:avLst/>
          </a:prstGeom>
          <a:noFill/>
          <a:ln>
            <a:noFill/>
          </a:ln>
          <a:effectLst>
            <a:reflection stA="52000" endA="300" endPos="35000" sy="-100000" algn="bl" rotWithShape="0"/>
          </a:effectLst>
        </p:spPr>
      </p:pic>
      <p:pic>
        <p:nvPicPr>
          <p:cNvPr id="45" name="Google Shape;45;p6"/>
          <p:cNvPicPr preferRelativeResize="0"/>
          <p:nvPr/>
        </p:nvPicPr>
        <p:blipFill rotWithShape="1">
          <a:blip r:embed="rId3">
            <a:alphaModFix/>
          </a:blip>
          <a:srcRect l="31751" t="66533" r="38172" b="7072"/>
          <a:stretch/>
        </p:blipFill>
        <p:spPr>
          <a:xfrm>
            <a:off x="3080762" y="2328102"/>
            <a:ext cx="732127" cy="603947"/>
          </a:xfrm>
          <a:prstGeom prst="rect">
            <a:avLst/>
          </a:prstGeom>
          <a:noFill/>
          <a:ln>
            <a:noFill/>
          </a:ln>
          <a:effectLst>
            <a:reflection stA="52000" endA="300" endPos="35000" sy="-100000" algn="bl" rotWithShape="0"/>
          </a:effectLst>
        </p:spPr>
      </p:pic>
      <p:sp>
        <p:nvSpPr>
          <p:cNvPr id="46" name="Google Shape;46;p6"/>
          <p:cNvSpPr/>
          <p:nvPr/>
        </p:nvSpPr>
        <p:spPr>
          <a:xfrm>
            <a:off x="7634388" y="2042842"/>
            <a:ext cx="1032655" cy="1107996"/>
          </a:xfrm>
          <a:prstGeom prst="rect">
            <a:avLst/>
          </a:prstGeom>
          <a:noFill/>
          <a:ln>
            <a:noFill/>
          </a:ln>
          <a:effectLst>
            <a:outerShdw dist="38100" algn="l" rotWithShape="0">
              <a:srgbClr val="000000">
                <a:alpha val="40000"/>
              </a:srgbClr>
            </a:outerShdw>
          </a:effectLst>
        </p:spPr>
        <p:txBody>
          <a:bodyPr spcFirstLastPara="1" wrap="square" lIns="91425" tIns="45700" rIns="91425" bIns="45700" anchor="t" anchorCtr="0">
            <a:noAutofit/>
          </a:bodyPr>
          <a:lstStyle/>
          <a:p>
            <a:pPr marL="0" marR="0" lvl="0" indent="0" algn="ctr" rtl="0">
              <a:spcBef>
                <a:spcPts val="0"/>
              </a:spcBef>
              <a:spcAft>
                <a:spcPts val="0"/>
              </a:spcAft>
              <a:buNone/>
            </a:pPr>
            <a:endParaRPr dirty="0"/>
          </a:p>
        </p:txBody>
      </p:sp>
      <p:sp>
        <p:nvSpPr>
          <p:cNvPr id="47" name="Google Shape;47;p6"/>
          <p:cNvSpPr/>
          <p:nvPr/>
        </p:nvSpPr>
        <p:spPr>
          <a:xfrm>
            <a:off x="3621117" y="3215923"/>
            <a:ext cx="1032655" cy="1107996"/>
          </a:xfrm>
          <a:prstGeom prst="rect">
            <a:avLst/>
          </a:prstGeom>
          <a:noFill/>
          <a:ln>
            <a:noFill/>
          </a:ln>
          <a:effectLst>
            <a:outerShdw dist="38100" algn="l" rotWithShape="0">
              <a:srgbClr val="000000">
                <a:alpha val="40000"/>
              </a:srgbClr>
            </a:outerShdw>
          </a:effectLst>
        </p:spPr>
        <p:txBody>
          <a:bodyPr spcFirstLastPara="1" wrap="square" lIns="91425" tIns="45700" rIns="91425" bIns="45700" anchor="t" anchorCtr="0">
            <a:noAutofit/>
          </a:bodyPr>
          <a:lstStyle/>
          <a:p>
            <a:pPr marL="0" marR="0" lvl="0" indent="0" algn="ctr" rtl="0">
              <a:spcBef>
                <a:spcPts val="0"/>
              </a:spcBef>
              <a:spcAft>
                <a:spcPts val="0"/>
              </a:spcAft>
              <a:buNone/>
            </a:pPr>
            <a:endParaRPr dirty="0"/>
          </a:p>
        </p:txBody>
      </p:sp>
      <p:sp>
        <p:nvSpPr>
          <p:cNvPr id="48" name="Google Shape;48;p6"/>
          <p:cNvSpPr/>
          <p:nvPr/>
        </p:nvSpPr>
        <p:spPr>
          <a:xfrm>
            <a:off x="7692804" y="4421211"/>
            <a:ext cx="1032655" cy="1107996"/>
          </a:xfrm>
          <a:prstGeom prst="rect">
            <a:avLst/>
          </a:prstGeom>
          <a:noFill/>
          <a:ln>
            <a:noFill/>
          </a:ln>
          <a:effectLst>
            <a:outerShdw dist="38100" algn="l" rotWithShape="0">
              <a:srgbClr val="000000">
                <a:alpha val="40000"/>
              </a:srgbClr>
            </a:outerShdw>
          </a:effectLst>
        </p:spPr>
        <p:txBody>
          <a:bodyPr spcFirstLastPara="1" wrap="square" lIns="91425" tIns="45700" rIns="91425" bIns="45700" anchor="t" anchorCtr="0">
            <a:noAutofit/>
          </a:bodyPr>
          <a:lstStyle/>
          <a:p>
            <a:pPr marL="0" marR="0" lvl="0" indent="0" algn="ctr" rtl="0">
              <a:spcBef>
                <a:spcPts val="0"/>
              </a:spcBef>
              <a:spcAft>
                <a:spcPts val="0"/>
              </a:spcAft>
              <a:buNone/>
            </a:pPr>
            <a:endParaRPr dirty="0"/>
          </a:p>
        </p:txBody>
      </p:sp>
      <p:sp>
        <p:nvSpPr>
          <p:cNvPr id="50" name="TextBox 49">
            <a:extLst>
              <a:ext uri="{FF2B5EF4-FFF2-40B4-BE49-F238E27FC236}">
                <a16:creationId xmlns="" xmlns:a16="http://schemas.microsoft.com/office/drawing/2014/main" id="{42D6A29A-26EE-4DA2-AD0D-B6082C683366}"/>
              </a:ext>
            </a:extLst>
          </p:cNvPr>
          <p:cNvSpPr txBox="1"/>
          <p:nvPr/>
        </p:nvSpPr>
        <p:spPr>
          <a:xfrm>
            <a:off x="2025020" y="5901248"/>
            <a:ext cx="6954415" cy="430887"/>
          </a:xfrm>
          <a:prstGeom prst="rect">
            <a:avLst/>
          </a:prstGeom>
          <a:noFill/>
        </p:spPr>
        <p:txBody>
          <a:bodyPr wrap="square">
            <a:spAutoFit/>
          </a:bodyPr>
          <a:lstStyle/>
          <a:p>
            <a:pPr>
              <a:defRPr/>
            </a:pPr>
            <a:r>
              <a:rPr lang="en-US" sz="1100" spc="280" dirty="0"/>
              <a:t>PEJABAT KETUA PEGAWAI KESELAMATAN KERAJAAN MALAYSIA</a:t>
            </a:r>
          </a:p>
          <a:p>
            <a:pPr>
              <a:defRPr/>
            </a:pPr>
            <a:r>
              <a:rPr lang="en-US" sz="1100" spc="280" dirty="0"/>
              <a:t>JABATAN PERDANA MENTERI</a:t>
            </a:r>
          </a:p>
        </p:txBody>
      </p:sp>
      <p:pic>
        <p:nvPicPr>
          <p:cNvPr id="51" name="Picture 50">
            <a:extLst>
              <a:ext uri="{FF2B5EF4-FFF2-40B4-BE49-F238E27FC236}">
                <a16:creationId xmlns="" xmlns:a16="http://schemas.microsoft.com/office/drawing/2014/main" id="{BB01B14A-2E91-415C-871F-A57AA265C48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0156" y="5595607"/>
            <a:ext cx="1300637" cy="1042168"/>
          </a:xfrm>
          <a:prstGeom prst="rect">
            <a:avLst/>
          </a:prstGeom>
        </p:spPr>
      </p:pic>
    </p:spTree>
    <p:extLst>
      <p:ext uri="{BB962C8B-B14F-4D97-AF65-F5344CB8AC3E}">
        <p14:creationId xmlns:p14="http://schemas.microsoft.com/office/powerpoint/2010/main" val="3194450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500"/>
                                        <p:tgtEl>
                                          <p:spTgt spid="40"/>
                                        </p:tgtEl>
                                      </p:cBhvr>
                                    </p:animEffect>
                                  </p:childTnLst>
                                </p:cTn>
                              </p:par>
                              <p:par>
                                <p:cTn id="8" presetID="10" presetClass="entr" presetSubtype="0" fill="hold" nodeType="withEffect">
                                  <p:stCondLst>
                                    <p:cond delay="0"/>
                                  </p:stCondLst>
                                  <p:childTnLst>
                                    <p:set>
                                      <p:cBhvr>
                                        <p:cTn id="9" dur="1" fill="hold">
                                          <p:stCondLst>
                                            <p:cond delay="0"/>
                                          </p:stCondLst>
                                        </p:cTn>
                                        <p:tgtEl>
                                          <p:spTgt spid="39"/>
                                        </p:tgtEl>
                                        <p:attrNameLst>
                                          <p:attrName>style.visibility</p:attrName>
                                        </p:attrNameLst>
                                      </p:cBhvr>
                                      <p:to>
                                        <p:strVal val="visible"/>
                                      </p:to>
                                    </p:set>
                                    <p:animEffect transition="in" filter="fade">
                                      <p:cBhvr>
                                        <p:cTn id="10" dur="750"/>
                                        <p:tgtEl>
                                          <p:spTgt spid="39"/>
                                        </p:tgtEl>
                                      </p:cBhvr>
                                    </p:animEffect>
                                  </p:childTnLst>
                                </p:cTn>
                              </p:par>
                            </p:childTnLst>
                          </p:cTn>
                        </p:par>
                        <p:par>
                          <p:cTn id="11" fill="hold">
                            <p:stCondLst>
                              <p:cond delay="750"/>
                            </p:stCondLst>
                            <p:childTnLst>
                              <p:par>
                                <p:cTn id="12" presetID="10" presetClass="entr" presetSubtype="0" fill="hold" nodeType="afterEffect">
                                  <p:stCondLst>
                                    <p:cond delay="0"/>
                                  </p:stCondLst>
                                  <p:childTnLst>
                                    <p:set>
                                      <p:cBhvr>
                                        <p:cTn id="13" dur="1" fill="hold">
                                          <p:stCondLst>
                                            <p:cond delay="0"/>
                                          </p:stCondLst>
                                        </p:cTn>
                                        <p:tgtEl>
                                          <p:spTgt spid="41"/>
                                        </p:tgtEl>
                                        <p:attrNameLst>
                                          <p:attrName>style.visibility</p:attrName>
                                        </p:attrNameLst>
                                      </p:cBhvr>
                                      <p:to>
                                        <p:strVal val="visible"/>
                                      </p:to>
                                    </p:set>
                                    <p:animEffect transition="in" filter="fade">
                                      <p:cBhvr>
                                        <p:cTn id="14" dur="500"/>
                                        <p:tgtEl>
                                          <p:spTgt spid="41"/>
                                        </p:tgtEl>
                                      </p:cBhvr>
                                    </p:animEffect>
                                  </p:childTnLst>
                                </p:cTn>
                              </p:par>
                              <p:par>
                                <p:cTn id="15" presetID="2" presetClass="entr" presetSubtype="2" fill="hold" nodeType="withEffect">
                                  <p:stCondLst>
                                    <p:cond delay="0"/>
                                  </p:stCondLst>
                                  <p:childTnLst>
                                    <p:set>
                                      <p:cBhvr>
                                        <p:cTn id="16" dur="1" fill="hold">
                                          <p:stCondLst>
                                            <p:cond delay="0"/>
                                          </p:stCondLst>
                                        </p:cTn>
                                        <p:tgtEl>
                                          <p:spTgt spid="43"/>
                                        </p:tgtEl>
                                        <p:attrNameLst>
                                          <p:attrName>style.visibility</p:attrName>
                                        </p:attrNameLst>
                                      </p:cBhvr>
                                      <p:to>
                                        <p:strVal val="visible"/>
                                      </p:to>
                                    </p:set>
                                    <p:anim calcmode="lin" valueType="num">
                                      <p:cBhvr additive="base">
                                        <p:cTn id="17" dur="500"/>
                                        <p:tgtEl>
                                          <p:spTgt spid="43"/>
                                        </p:tgtEl>
                                        <p:attrNameLst>
                                          <p:attrName>ppt_x</p:attrName>
                                        </p:attrNameLst>
                                      </p:cBhvr>
                                      <p:tavLst>
                                        <p:tav tm="0">
                                          <p:val>
                                            <p:strVal val="#ppt_x+1"/>
                                          </p:val>
                                        </p:tav>
                                        <p:tav tm="100000">
                                          <p:val>
                                            <p:strVal val="#ppt_x"/>
                                          </p:val>
                                        </p:tav>
                                      </p:tavLst>
                                    </p:anim>
                                  </p:childTnLst>
                                </p:cTn>
                              </p:par>
                              <p:par>
                                <p:cTn id="18" presetID="2" presetClass="entr" presetSubtype="8" fill="hold" nodeType="withEffect">
                                  <p:stCondLst>
                                    <p:cond delay="0"/>
                                  </p:stCondLst>
                                  <p:childTnLst>
                                    <p:set>
                                      <p:cBhvr>
                                        <p:cTn id="19" dur="1" fill="hold">
                                          <p:stCondLst>
                                            <p:cond delay="0"/>
                                          </p:stCondLst>
                                        </p:cTn>
                                        <p:tgtEl>
                                          <p:spTgt spid="44"/>
                                        </p:tgtEl>
                                        <p:attrNameLst>
                                          <p:attrName>style.visibility</p:attrName>
                                        </p:attrNameLst>
                                      </p:cBhvr>
                                      <p:to>
                                        <p:strVal val="visible"/>
                                      </p:to>
                                    </p:set>
                                    <p:anim calcmode="lin" valueType="num">
                                      <p:cBhvr additive="base">
                                        <p:cTn id="20" dur="500"/>
                                        <p:tgtEl>
                                          <p:spTgt spid="44"/>
                                        </p:tgtEl>
                                        <p:attrNameLst>
                                          <p:attrName>ppt_x</p:attrName>
                                        </p:attrNameLst>
                                      </p:cBhvr>
                                      <p:tavLst>
                                        <p:tav tm="0">
                                          <p:val>
                                            <p:strVal val="#ppt_x-1"/>
                                          </p:val>
                                        </p:tav>
                                        <p:tav tm="100000">
                                          <p:val>
                                            <p:strVal val="#ppt_x"/>
                                          </p:val>
                                        </p:tav>
                                      </p:tavLst>
                                    </p:anim>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5"/>
                                        </p:tgtEl>
                                        <p:attrNameLst>
                                          <p:attrName>style.visibility</p:attrName>
                                        </p:attrNameLst>
                                      </p:cBhvr>
                                      <p:to>
                                        <p:strVal val="visible"/>
                                      </p:to>
                                    </p:set>
                                    <p:animEffect transition="in" filter="fade">
                                      <p:cBhvr>
                                        <p:cTn id="25" dur="500"/>
                                        <p:tgtEl>
                                          <p:spTgt spid="35"/>
                                        </p:tgtEl>
                                      </p:cBhvr>
                                    </p:animEffect>
                                  </p:childTnLst>
                                </p:cTn>
                              </p:par>
                            </p:childTnLst>
                          </p:cTn>
                        </p:par>
                        <p:par>
                          <p:cTn id="26" fill="hold">
                            <p:stCondLst>
                              <p:cond delay="500"/>
                            </p:stCondLst>
                            <p:childTnLst>
                              <p:par>
                                <p:cTn id="27" presetID="10" presetClass="entr" presetSubtype="0" fill="hold" nodeType="afterEffect">
                                  <p:stCondLst>
                                    <p:cond delay="0"/>
                                  </p:stCondLst>
                                  <p:childTnLst>
                                    <p:set>
                                      <p:cBhvr>
                                        <p:cTn id="28" dur="1" fill="hold">
                                          <p:stCondLst>
                                            <p:cond delay="0"/>
                                          </p:stCondLst>
                                        </p:cTn>
                                        <p:tgtEl>
                                          <p:spTgt spid="36"/>
                                        </p:tgtEl>
                                        <p:attrNameLst>
                                          <p:attrName>style.visibility</p:attrName>
                                        </p:attrNameLst>
                                      </p:cBhvr>
                                      <p:to>
                                        <p:strVal val="visible"/>
                                      </p:to>
                                    </p:set>
                                    <p:animEffect transition="in" filter="fade">
                                      <p:cBhvr>
                                        <p:cTn id="29" dur="500"/>
                                        <p:tgtEl>
                                          <p:spTgt spid="36"/>
                                        </p:tgtEl>
                                      </p:cBhvr>
                                    </p:animEffect>
                                  </p:childTnLst>
                                </p:cTn>
                              </p:par>
                              <p:par>
                                <p:cTn id="30" presetID="2" presetClass="entr" presetSubtype="2" fill="hold" nodeType="withEffect">
                                  <p:stCondLst>
                                    <p:cond delay="0"/>
                                  </p:stCondLst>
                                  <p:childTnLst>
                                    <p:set>
                                      <p:cBhvr>
                                        <p:cTn id="31" dur="1" fill="hold">
                                          <p:stCondLst>
                                            <p:cond delay="0"/>
                                          </p:stCondLst>
                                        </p:cTn>
                                        <p:tgtEl>
                                          <p:spTgt spid="46"/>
                                        </p:tgtEl>
                                        <p:attrNameLst>
                                          <p:attrName>style.visibility</p:attrName>
                                        </p:attrNameLst>
                                      </p:cBhvr>
                                      <p:to>
                                        <p:strVal val="visible"/>
                                      </p:to>
                                    </p:set>
                                    <p:anim calcmode="lin" valueType="num">
                                      <p:cBhvr additive="base">
                                        <p:cTn id="32" dur="500"/>
                                        <p:tgtEl>
                                          <p:spTgt spid="46"/>
                                        </p:tgtEl>
                                        <p:attrNameLst>
                                          <p:attrName>ppt_x</p:attrName>
                                        </p:attrNameLst>
                                      </p:cBhvr>
                                      <p:tavLst>
                                        <p:tav tm="0">
                                          <p:val>
                                            <p:strVal val="#ppt_x+1"/>
                                          </p:val>
                                        </p:tav>
                                        <p:tav tm="100000">
                                          <p:val>
                                            <p:strVal val="#ppt_x"/>
                                          </p:val>
                                        </p:tav>
                                      </p:tavLst>
                                    </p:anim>
                                  </p:childTnLst>
                                </p:cTn>
                              </p:par>
                              <p:par>
                                <p:cTn id="33" presetID="2" presetClass="entr" presetSubtype="8" fill="hold" nodeType="withEffect">
                                  <p:stCondLst>
                                    <p:cond delay="0"/>
                                  </p:stCondLst>
                                  <p:childTnLst>
                                    <p:set>
                                      <p:cBhvr>
                                        <p:cTn id="34" dur="1" fill="hold">
                                          <p:stCondLst>
                                            <p:cond delay="0"/>
                                          </p:stCondLst>
                                        </p:cTn>
                                        <p:tgtEl>
                                          <p:spTgt spid="38"/>
                                        </p:tgtEl>
                                        <p:attrNameLst>
                                          <p:attrName>style.visibility</p:attrName>
                                        </p:attrNameLst>
                                      </p:cBhvr>
                                      <p:to>
                                        <p:strVal val="visible"/>
                                      </p:to>
                                    </p:set>
                                    <p:anim calcmode="lin" valueType="num">
                                      <p:cBhvr additive="base">
                                        <p:cTn id="35" dur="500"/>
                                        <p:tgtEl>
                                          <p:spTgt spid="38"/>
                                        </p:tgtEl>
                                        <p:attrNameLst>
                                          <p:attrName>ppt_x</p:attrName>
                                        </p:attrNameLst>
                                      </p:cBhvr>
                                      <p:tavLst>
                                        <p:tav tm="0">
                                          <p:val>
                                            <p:strVal val="#ppt_x-1"/>
                                          </p:val>
                                        </p:tav>
                                        <p:tav tm="100000">
                                          <p:val>
                                            <p:strVal val="#ppt_x"/>
                                          </p:val>
                                        </p:tav>
                                      </p:tavLst>
                                    </p:anim>
                                  </p:childTnLst>
                                </p:cTn>
                              </p:par>
                              <p:par>
                                <p:cTn id="36" presetID="2" presetClass="entr" presetSubtype="8" fill="hold" nodeType="withEffect">
                                  <p:stCondLst>
                                    <p:cond delay="0"/>
                                  </p:stCondLst>
                                  <p:childTnLst>
                                    <p:set>
                                      <p:cBhvr>
                                        <p:cTn id="37" dur="1" fill="hold">
                                          <p:stCondLst>
                                            <p:cond delay="0"/>
                                          </p:stCondLst>
                                        </p:cTn>
                                        <p:tgtEl>
                                          <p:spTgt spid="45"/>
                                        </p:tgtEl>
                                        <p:attrNameLst>
                                          <p:attrName>style.visibility</p:attrName>
                                        </p:attrNameLst>
                                      </p:cBhvr>
                                      <p:to>
                                        <p:strVal val="visible"/>
                                      </p:to>
                                    </p:set>
                                    <p:anim calcmode="lin" valueType="num">
                                      <p:cBhvr additive="base">
                                        <p:cTn id="38" dur="500"/>
                                        <p:tgtEl>
                                          <p:spTgt spid="45"/>
                                        </p:tgtEl>
                                        <p:attrNameLst>
                                          <p:attrName>ppt_x</p:attrName>
                                        </p:attrNameLst>
                                      </p:cBhvr>
                                      <p:tavLst>
                                        <p:tav tm="0">
                                          <p:val>
                                            <p:strVal val="#ppt_x-1"/>
                                          </p:val>
                                        </p:tav>
                                        <p:tav tm="100000">
                                          <p:val>
                                            <p:strVal val="#ppt_x"/>
                                          </p:val>
                                        </p:tav>
                                      </p:tavLst>
                                    </p:anim>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28"/>
                                        </p:tgtEl>
                                        <p:attrNameLst>
                                          <p:attrName>style.visibility</p:attrName>
                                        </p:attrNameLst>
                                      </p:cBhvr>
                                      <p:to>
                                        <p:strVal val="visible"/>
                                      </p:to>
                                    </p:set>
                                    <p:animEffect transition="in" filter="fade">
                                      <p:cBhvr>
                                        <p:cTn id="43" dur="500"/>
                                        <p:tgtEl>
                                          <p:spTgt spid="28"/>
                                        </p:tgtEl>
                                      </p:cBhvr>
                                    </p:animEffect>
                                  </p:childTnLst>
                                </p:cTn>
                              </p:par>
                              <p:par>
                                <p:cTn id="44" presetID="10" presetClass="entr" presetSubtype="0" fill="hold" nodeType="withEffect">
                                  <p:stCondLst>
                                    <p:cond delay="0"/>
                                  </p:stCondLst>
                                  <p:childTnLst>
                                    <p:set>
                                      <p:cBhvr>
                                        <p:cTn id="45" dur="1" fill="hold">
                                          <p:stCondLst>
                                            <p:cond delay="0"/>
                                          </p:stCondLst>
                                        </p:cTn>
                                        <p:tgtEl>
                                          <p:spTgt spid="27"/>
                                        </p:tgtEl>
                                        <p:attrNameLst>
                                          <p:attrName>style.visibility</p:attrName>
                                        </p:attrNameLst>
                                      </p:cBhvr>
                                      <p:to>
                                        <p:strVal val="visible"/>
                                      </p:to>
                                    </p:set>
                                    <p:animEffect transition="in" filter="fade">
                                      <p:cBhvr>
                                        <p:cTn id="46" dur="750"/>
                                        <p:tgtEl>
                                          <p:spTgt spid="27"/>
                                        </p:tgtEl>
                                      </p:cBhvr>
                                    </p:animEffect>
                                  </p:childTnLst>
                                </p:cTn>
                              </p:par>
                            </p:childTnLst>
                          </p:cTn>
                        </p:par>
                        <p:par>
                          <p:cTn id="47" fill="hold">
                            <p:stCondLst>
                              <p:cond delay="750"/>
                            </p:stCondLst>
                            <p:childTnLst>
                              <p:par>
                                <p:cTn id="48" presetID="10" presetClass="entr" presetSubtype="0" fill="hold" nodeType="afterEffect">
                                  <p:stCondLst>
                                    <p:cond delay="0"/>
                                  </p:stCondLst>
                                  <p:childTnLst>
                                    <p:set>
                                      <p:cBhvr>
                                        <p:cTn id="49" dur="1" fill="hold">
                                          <p:stCondLst>
                                            <p:cond delay="0"/>
                                          </p:stCondLst>
                                        </p:cTn>
                                        <p:tgtEl>
                                          <p:spTgt spid="29"/>
                                        </p:tgtEl>
                                        <p:attrNameLst>
                                          <p:attrName>style.visibility</p:attrName>
                                        </p:attrNameLst>
                                      </p:cBhvr>
                                      <p:to>
                                        <p:strVal val="visible"/>
                                      </p:to>
                                    </p:set>
                                    <p:animEffect transition="in" filter="fade">
                                      <p:cBhvr>
                                        <p:cTn id="50" dur="500"/>
                                        <p:tgtEl>
                                          <p:spTgt spid="29"/>
                                        </p:tgtEl>
                                      </p:cBhvr>
                                    </p:animEffect>
                                  </p:childTnLst>
                                </p:cTn>
                              </p:par>
                              <p:par>
                                <p:cTn id="51" presetID="2" presetClass="entr" presetSubtype="8" fill="hold" nodeType="withEffect">
                                  <p:stCondLst>
                                    <p:cond delay="0"/>
                                  </p:stCondLst>
                                  <p:childTnLst>
                                    <p:set>
                                      <p:cBhvr>
                                        <p:cTn id="52" dur="1" fill="hold">
                                          <p:stCondLst>
                                            <p:cond delay="0"/>
                                          </p:stCondLst>
                                        </p:cTn>
                                        <p:tgtEl>
                                          <p:spTgt spid="47"/>
                                        </p:tgtEl>
                                        <p:attrNameLst>
                                          <p:attrName>style.visibility</p:attrName>
                                        </p:attrNameLst>
                                      </p:cBhvr>
                                      <p:to>
                                        <p:strVal val="visible"/>
                                      </p:to>
                                    </p:set>
                                    <p:anim calcmode="lin" valueType="num">
                                      <p:cBhvr additive="base">
                                        <p:cTn id="53" dur="500"/>
                                        <p:tgtEl>
                                          <p:spTgt spid="47"/>
                                        </p:tgtEl>
                                        <p:attrNameLst>
                                          <p:attrName>ppt_x</p:attrName>
                                        </p:attrNameLst>
                                      </p:cBhvr>
                                      <p:tavLst>
                                        <p:tav tm="0">
                                          <p:val>
                                            <p:strVal val="#ppt_x-1"/>
                                          </p:val>
                                        </p:tav>
                                        <p:tav tm="100000">
                                          <p:val>
                                            <p:strVal val="#ppt_x"/>
                                          </p:val>
                                        </p:tav>
                                      </p:tavLst>
                                    </p:anim>
                                  </p:childTnLst>
                                </p:cTn>
                              </p:par>
                              <p:par>
                                <p:cTn id="54" presetID="2" presetClass="entr" presetSubtype="2" fill="hold" nodeType="withEffect">
                                  <p:stCondLst>
                                    <p:cond delay="0"/>
                                  </p:stCondLst>
                                  <p:childTnLst>
                                    <p:set>
                                      <p:cBhvr>
                                        <p:cTn id="55" dur="1" fill="hold">
                                          <p:stCondLst>
                                            <p:cond delay="0"/>
                                          </p:stCondLst>
                                        </p:cTn>
                                        <p:tgtEl>
                                          <p:spTgt spid="31"/>
                                        </p:tgtEl>
                                        <p:attrNameLst>
                                          <p:attrName>style.visibility</p:attrName>
                                        </p:attrNameLst>
                                      </p:cBhvr>
                                      <p:to>
                                        <p:strVal val="visible"/>
                                      </p:to>
                                    </p:set>
                                    <p:anim calcmode="lin" valueType="num">
                                      <p:cBhvr additive="base">
                                        <p:cTn id="56" dur="500"/>
                                        <p:tgtEl>
                                          <p:spTgt spid="31"/>
                                        </p:tgtEl>
                                        <p:attrNameLst>
                                          <p:attrName>ppt_x</p:attrName>
                                        </p:attrNameLst>
                                      </p:cBhvr>
                                      <p:tavLst>
                                        <p:tav tm="0">
                                          <p:val>
                                            <p:strVal val="#ppt_x+1"/>
                                          </p:val>
                                        </p:tav>
                                        <p:tav tm="100000">
                                          <p:val>
                                            <p:strVal val="#ppt_x"/>
                                          </p:val>
                                        </p:tav>
                                      </p:tavLst>
                                    </p:anim>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500"/>
                                        <p:tgtEl>
                                          <p:spTgt spid="23"/>
                                        </p:tgtEl>
                                      </p:cBhvr>
                                    </p:animEffect>
                                  </p:childTnLst>
                                </p:cTn>
                              </p:par>
                              <p:par>
                                <p:cTn id="62" presetID="10" presetClass="entr" presetSubtype="0" fill="hold"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750"/>
                                        <p:tgtEl>
                                          <p:spTgt spid="22"/>
                                        </p:tgtEl>
                                      </p:cBhvr>
                                    </p:animEffect>
                                  </p:childTnLst>
                                </p:cTn>
                              </p:par>
                            </p:childTnLst>
                          </p:cTn>
                        </p:par>
                        <p:par>
                          <p:cTn id="65" fill="hold">
                            <p:stCondLst>
                              <p:cond delay="750"/>
                            </p:stCondLst>
                            <p:childTnLst>
                              <p:par>
                                <p:cTn id="66" presetID="10" presetClass="entr" presetSubtype="0" fill="hold" nodeType="afterEffect">
                                  <p:stCondLst>
                                    <p:cond delay="0"/>
                                  </p:stCondLst>
                                  <p:childTnLst>
                                    <p:set>
                                      <p:cBhvr>
                                        <p:cTn id="67" dur="1" fill="hold">
                                          <p:stCondLst>
                                            <p:cond delay="0"/>
                                          </p:stCondLst>
                                        </p:cTn>
                                        <p:tgtEl>
                                          <p:spTgt spid="24"/>
                                        </p:tgtEl>
                                        <p:attrNameLst>
                                          <p:attrName>style.visibility</p:attrName>
                                        </p:attrNameLst>
                                      </p:cBhvr>
                                      <p:to>
                                        <p:strVal val="visible"/>
                                      </p:to>
                                    </p:set>
                                    <p:animEffect transition="in" filter="fade">
                                      <p:cBhvr>
                                        <p:cTn id="68" dur="500"/>
                                        <p:tgtEl>
                                          <p:spTgt spid="24"/>
                                        </p:tgtEl>
                                      </p:cBhvr>
                                    </p:animEffect>
                                  </p:childTnLst>
                                </p:cTn>
                              </p:par>
                              <p:par>
                                <p:cTn id="69" presetID="2" presetClass="entr" presetSubtype="2" fill="hold" nodeType="withEffect">
                                  <p:stCondLst>
                                    <p:cond delay="0"/>
                                  </p:stCondLst>
                                  <p:childTnLst>
                                    <p:set>
                                      <p:cBhvr>
                                        <p:cTn id="70" dur="1" fill="hold">
                                          <p:stCondLst>
                                            <p:cond delay="0"/>
                                          </p:stCondLst>
                                        </p:cTn>
                                        <p:tgtEl>
                                          <p:spTgt spid="48"/>
                                        </p:tgtEl>
                                        <p:attrNameLst>
                                          <p:attrName>style.visibility</p:attrName>
                                        </p:attrNameLst>
                                      </p:cBhvr>
                                      <p:to>
                                        <p:strVal val="visible"/>
                                      </p:to>
                                    </p:set>
                                    <p:anim calcmode="lin" valueType="num">
                                      <p:cBhvr additive="base">
                                        <p:cTn id="71" dur="500"/>
                                        <p:tgtEl>
                                          <p:spTgt spid="48"/>
                                        </p:tgtEl>
                                        <p:attrNameLst>
                                          <p:attrName>ppt_x</p:attrName>
                                        </p:attrNameLst>
                                      </p:cBhvr>
                                      <p:tavLst>
                                        <p:tav tm="0">
                                          <p:val>
                                            <p:strVal val="#ppt_x+1"/>
                                          </p:val>
                                        </p:tav>
                                        <p:tav tm="100000">
                                          <p:val>
                                            <p:strVal val="#ppt_x"/>
                                          </p:val>
                                        </p:tav>
                                      </p:tavLst>
                                    </p:anim>
                                  </p:childTnLst>
                                </p:cTn>
                              </p:par>
                              <p:par>
                                <p:cTn id="72" presetID="2" presetClass="entr" presetSubtype="8" fill="hold" nodeType="withEffect">
                                  <p:stCondLst>
                                    <p:cond delay="0"/>
                                  </p:stCondLst>
                                  <p:childTnLst>
                                    <p:set>
                                      <p:cBhvr>
                                        <p:cTn id="73" dur="1" fill="hold">
                                          <p:stCondLst>
                                            <p:cond delay="0"/>
                                          </p:stCondLst>
                                        </p:cTn>
                                        <p:tgtEl>
                                          <p:spTgt spid="26"/>
                                        </p:tgtEl>
                                        <p:attrNameLst>
                                          <p:attrName>style.visibility</p:attrName>
                                        </p:attrNameLst>
                                      </p:cBhvr>
                                      <p:to>
                                        <p:strVal val="visible"/>
                                      </p:to>
                                    </p:set>
                                    <p:anim calcmode="lin" valueType="num">
                                      <p:cBhvr additive="base">
                                        <p:cTn id="74" dur="500"/>
                                        <p:tgtEl>
                                          <p:spTgt spid="26"/>
                                        </p:tgtEl>
                                        <p:attrNameLst>
                                          <p:attrName>ppt_x</p:attrName>
                                        </p:attrNameLst>
                                      </p:cBhvr>
                                      <p:tavLst>
                                        <p:tav tm="0">
                                          <p:val>
                                            <p:strVal val="#ppt_x-1"/>
                                          </p:val>
                                        </p:tav>
                                        <p:tav tm="100000">
                                          <p:val>
                                            <p:strVal val="#ppt_x"/>
                                          </p:val>
                                        </p:tav>
                                      </p:tavLst>
                                    </p:anim>
                                  </p:childTnLst>
                                </p:cTn>
                              </p:par>
                              <p:par>
                                <p:cTn id="75" presetID="2" presetClass="entr" presetSubtype="8" fill="hold" nodeType="withEffect">
                                  <p:stCondLst>
                                    <p:cond delay="0"/>
                                  </p:stCondLst>
                                  <p:childTnLst>
                                    <p:set>
                                      <p:cBhvr>
                                        <p:cTn id="76" dur="1" fill="hold">
                                          <p:stCondLst>
                                            <p:cond delay="0"/>
                                          </p:stCondLst>
                                        </p:cTn>
                                        <p:tgtEl>
                                          <p:spTgt spid="33"/>
                                        </p:tgtEl>
                                        <p:attrNameLst>
                                          <p:attrName>style.visibility</p:attrName>
                                        </p:attrNameLst>
                                      </p:cBhvr>
                                      <p:to>
                                        <p:strVal val="visible"/>
                                      </p:to>
                                    </p:set>
                                    <p:anim calcmode="lin" valueType="num">
                                      <p:cBhvr additive="base">
                                        <p:cTn id="77" dur="500"/>
                                        <p:tgtEl>
                                          <p:spTgt spid="33"/>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Shape 21"/>
        <p:cNvGrpSpPr/>
        <p:nvPr/>
      </p:nvGrpSpPr>
      <p:grpSpPr>
        <a:xfrm>
          <a:off x="0" y="0"/>
          <a:ext cx="0" cy="0"/>
          <a:chOff x="0" y="0"/>
          <a:chExt cx="0" cy="0"/>
        </a:xfrm>
      </p:grpSpPr>
      <p:sp>
        <p:nvSpPr>
          <p:cNvPr id="35" name="Google Shape;35;p6"/>
          <p:cNvSpPr/>
          <p:nvPr/>
        </p:nvSpPr>
        <p:spPr>
          <a:xfrm flipH="1">
            <a:off x="3812888" y="1992735"/>
            <a:ext cx="8047807" cy="1187668"/>
          </a:xfrm>
          <a:custGeom>
            <a:avLst/>
            <a:gdLst/>
            <a:ahLst/>
            <a:cxnLst/>
            <a:rect l="l" t="t" r="r" b="b"/>
            <a:pathLst>
              <a:path w="2829463" h="1188000" extrusionOk="0">
                <a:moveTo>
                  <a:pt x="603849" y="0"/>
                </a:moveTo>
                <a:lnTo>
                  <a:pt x="621100" y="1711"/>
                </a:lnTo>
                <a:lnTo>
                  <a:pt x="621100" y="0"/>
                </a:lnTo>
                <a:lnTo>
                  <a:pt x="2829463" y="0"/>
                </a:lnTo>
                <a:lnTo>
                  <a:pt x="2829463" y="1188000"/>
                </a:lnTo>
                <a:lnTo>
                  <a:pt x="621100" y="1188000"/>
                </a:lnTo>
                <a:lnTo>
                  <a:pt x="621100" y="1186289"/>
                </a:lnTo>
                <a:lnTo>
                  <a:pt x="603849" y="1188000"/>
                </a:lnTo>
                <a:cubicBezTo>
                  <a:pt x="270352" y="1188000"/>
                  <a:pt x="0" y="922057"/>
                  <a:pt x="0" y="594000"/>
                </a:cubicBezTo>
                <a:cubicBezTo>
                  <a:pt x="0" y="265943"/>
                  <a:pt x="270352" y="0"/>
                  <a:pt x="603849" y="0"/>
                </a:cubicBezTo>
                <a:close/>
              </a:path>
            </a:pathLst>
          </a:custGeom>
          <a:gradFill>
            <a:gsLst>
              <a:gs pos="0">
                <a:srgbClr val="FFFFFF"/>
              </a:gs>
              <a:gs pos="33000">
                <a:srgbClr val="FFFFFF"/>
              </a:gs>
              <a:gs pos="66000">
                <a:schemeClr val="lt1"/>
              </a:gs>
              <a:gs pos="98000">
                <a:srgbClr val="F4F4F6">
                  <a:alpha val="20000"/>
                </a:srgbClr>
              </a:gs>
              <a:gs pos="100000">
                <a:srgbClr val="F4F4F6">
                  <a:alpha val="20000"/>
                </a:srgbClr>
              </a:gs>
            </a:gsLst>
            <a:lin ang="0" scaled="0"/>
          </a:gradFill>
          <a:ln>
            <a:noFill/>
          </a:ln>
        </p:spPr>
        <p:txBody>
          <a:bodyPr spcFirstLastPara="1" wrap="square" lIns="91425" tIns="45700" rIns="91425" bIns="45700" anchor="ctr" anchorCtr="0">
            <a:noAutofit/>
          </a:bodyPr>
          <a:lstStyle/>
          <a:p>
            <a:pPr algn="just"/>
            <a:endParaRPr lang="ms-MY" dirty="0">
              <a:latin typeface="Tahoma" panose="020B0604030504040204" pitchFamily="34" charset="0"/>
              <a:ea typeface="Tahoma" panose="020B0604030504040204" pitchFamily="34" charset="0"/>
              <a:cs typeface="Tahoma" panose="020B0604030504040204" pitchFamily="34" charset="0"/>
            </a:endParaRPr>
          </a:p>
        </p:txBody>
      </p:sp>
      <p:sp>
        <p:nvSpPr>
          <p:cNvPr id="22" name="Google Shape;22;p6"/>
          <p:cNvSpPr/>
          <p:nvPr/>
        </p:nvSpPr>
        <p:spPr>
          <a:xfrm rot="10800000">
            <a:off x="5773240" y="5344504"/>
            <a:ext cx="2971675" cy="988428"/>
          </a:xfrm>
          <a:custGeom>
            <a:avLst/>
            <a:gdLst/>
            <a:ahLst/>
            <a:cxnLst/>
            <a:rect l="l" t="t" r="r" b="b"/>
            <a:pathLst>
              <a:path w="2971675" h="875802" extrusionOk="0">
                <a:moveTo>
                  <a:pt x="228548" y="875802"/>
                </a:moveTo>
                <a:cubicBezTo>
                  <a:pt x="-340795" y="502068"/>
                  <a:pt x="291809" y="-72948"/>
                  <a:pt x="631114" y="7643"/>
                </a:cubicBezTo>
                <a:lnTo>
                  <a:pt x="2971675" y="732029"/>
                </a:lnTo>
                <a:lnTo>
                  <a:pt x="228548" y="875802"/>
                </a:lnTo>
                <a:close/>
              </a:path>
            </a:pathLst>
          </a:custGeom>
          <a:gradFill>
            <a:gsLst>
              <a:gs pos="0">
                <a:schemeClr val="dk1"/>
              </a:gs>
              <a:gs pos="21000">
                <a:srgbClr val="000000">
                  <a:alpha val="56862"/>
                </a:srgbClr>
              </a:gs>
              <a:gs pos="41000">
                <a:srgbClr val="000000">
                  <a:alpha val="23921"/>
                </a:srgbClr>
              </a:gs>
              <a:gs pos="73000">
                <a:srgbClr val="C9C9C9">
                  <a:alpha val="9803"/>
                </a:srgbClr>
              </a:gs>
              <a:gs pos="88012">
                <a:srgbClr val="C9C9C9">
                  <a:alpha val="0"/>
                </a:srgbClr>
              </a:gs>
              <a:gs pos="100000">
                <a:srgbClr val="C9C9C9">
                  <a:alpha val="0"/>
                </a:srgbClr>
              </a:gs>
            </a:gsLst>
            <a:path path="circle">
              <a:fillToRect l="100000" b="100000"/>
            </a:path>
            <a:tileRect t="-100000" r="-10000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3" name="Google Shape;23;p6"/>
          <p:cNvSpPr/>
          <p:nvPr/>
        </p:nvSpPr>
        <p:spPr>
          <a:xfrm flipH="1">
            <a:off x="3410550" y="4359560"/>
            <a:ext cx="7542132" cy="1387976"/>
          </a:xfrm>
          <a:custGeom>
            <a:avLst/>
            <a:gdLst/>
            <a:ahLst/>
            <a:cxnLst/>
            <a:rect l="l" t="t" r="r" b="b"/>
            <a:pathLst>
              <a:path w="2829463" h="1188000" extrusionOk="0">
                <a:moveTo>
                  <a:pt x="603849" y="0"/>
                </a:moveTo>
                <a:lnTo>
                  <a:pt x="621100" y="1711"/>
                </a:lnTo>
                <a:lnTo>
                  <a:pt x="621100" y="0"/>
                </a:lnTo>
                <a:lnTo>
                  <a:pt x="2829463" y="0"/>
                </a:lnTo>
                <a:lnTo>
                  <a:pt x="2829463" y="1188000"/>
                </a:lnTo>
                <a:lnTo>
                  <a:pt x="621100" y="1188000"/>
                </a:lnTo>
                <a:lnTo>
                  <a:pt x="621100" y="1186289"/>
                </a:lnTo>
                <a:lnTo>
                  <a:pt x="603849" y="1188000"/>
                </a:lnTo>
                <a:cubicBezTo>
                  <a:pt x="270352" y="1188000"/>
                  <a:pt x="0" y="922057"/>
                  <a:pt x="0" y="594000"/>
                </a:cubicBezTo>
                <a:cubicBezTo>
                  <a:pt x="0" y="265943"/>
                  <a:pt x="270352" y="0"/>
                  <a:pt x="603849" y="0"/>
                </a:cubicBezTo>
                <a:close/>
              </a:path>
            </a:pathLst>
          </a:custGeom>
          <a:gradFill>
            <a:gsLst>
              <a:gs pos="0">
                <a:srgbClr val="FFFFFF"/>
              </a:gs>
              <a:gs pos="33000">
                <a:srgbClr val="FFFFFF"/>
              </a:gs>
              <a:gs pos="66000">
                <a:schemeClr val="lt1"/>
              </a:gs>
              <a:gs pos="98000">
                <a:srgbClr val="EFEFEF">
                  <a:alpha val="26666"/>
                </a:srgbClr>
              </a:gs>
              <a:gs pos="100000">
                <a:srgbClr val="EFEFEF">
                  <a:alpha val="26666"/>
                </a:srgbClr>
              </a:gs>
            </a:gsLst>
            <a:lin ang="0" scaled="0"/>
          </a:gradFill>
          <a:ln>
            <a:noFill/>
          </a:ln>
        </p:spPr>
        <p:txBody>
          <a:bodyPr spcFirstLastPara="1" wrap="square" lIns="91425" tIns="45700" rIns="91425" bIns="45700" anchor="ctr" anchorCtr="0">
            <a:noAutofit/>
          </a:bodyPr>
          <a:lstStyle/>
          <a:p>
            <a:pPr algn="just"/>
            <a:endParaRPr lang="ms-MY" dirty="0">
              <a:latin typeface="Tahoma" panose="020B0604030504040204" pitchFamily="34" charset="0"/>
              <a:ea typeface="Tahoma" panose="020B0604030504040204" pitchFamily="34" charset="0"/>
              <a:cs typeface="Tahoma" panose="020B0604030504040204" pitchFamily="34" charset="0"/>
            </a:endParaRPr>
          </a:p>
        </p:txBody>
      </p:sp>
      <p:sp>
        <p:nvSpPr>
          <p:cNvPr id="24" name="Google Shape;24;p6"/>
          <p:cNvSpPr/>
          <p:nvPr/>
        </p:nvSpPr>
        <p:spPr>
          <a:xfrm>
            <a:off x="11004122" y="4704322"/>
            <a:ext cx="805132" cy="805132"/>
          </a:xfrm>
          <a:prstGeom prst="ellipse">
            <a:avLst/>
          </a:prstGeom>
          <a:solidFill>
            <a:srgbClr val="EC465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6" name="Google Shape;26;p6"/>
          <p:cNvSpPr/>
          <p:nvPr/>
        </p:nvSpPr>
        <p:spPr>
          <a:xfrm>
            <a:off x="6736832" y="4477936"/>
            <a:ext cx="1021703"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1" cap="none" dirty="0">
              <a:solidFill>
                <a:srgbClr val="EC465F"/>
              </a:solidFill>
              <a:latin typeface="Century Gothic"/>
              <a:ea typeface="Century Gothic"/>
              <a:cs typeface="Century Gothic"/>
              <a:sym typeface="Century Gothic"/>
            </a:endParaRPr>
          </a:p>
        </p:txBody>
      </p:sp>
      <p:sp>
        <p:nvSpPr>
          <p:cNvPr id="27" name="Google Shape;27;p6"/>
          <p:cNvSpPr/>
          <p:nvPr/>
        </p:nvSpPr>
        <p:spPr>
          <a:xfrm rot="10800000" flipH="1">
            <a:off x="2275510" y="4051818"/>
            <a:ext cx="2971675" cy="988428"/>
          </a:xfrm>
          <a:custGeom>
            <a:avLst/>
            <a:gdLst/>
            <a:ahLst/>
            <a:cxnLst/>
            <a:rect l="l" t="t" r="r" b="b"/>
            <a:pathLst>
              <a:path w="2971675" h="875802" extrusionOk="0">
                <a:moveTo>
                  <a:pt x="228548" y="875802"/>
                </a:moveTo>
                <a:cubicBezTo>
                  <a:pt x="-340795" y="502068"/>
                  <a:pt x="291809" y="-72948"/>
                  <a:pt x="631114" y="7643"/>
                </a:cubicBezTo>
                <a:lnTo>
                  <a:pt x="2971675" y="732029"/>
                </a:lnTo>
                <a:lnTo>
                  <a:pt x="228548" y="875802"/>
                </a:lnTo>
                <a:close/>
              </a:path>
            </a:pathLst>
          </a:custGeom>
          <a:gradFill>
            <a:gsLst>
              <a:gs pos="0">
                <a:schemeClr val="dk1"/>
              </a:gs>
              <a:gs pos="21000">
                <a:srgbClr val="000000">
                  <a:alpha val="56862"/>
                </a:srgbClr>
              </a:gs>
              <a:gs pos="41000">
                <a:srgbClr val="000000">
                  <a:alpha val="23921"/>
                </a:srgbClr>
              </a:gs>
              <a:gs pos="73000">
                <a:srgbClr val="C9C9C9">
                  <a:alpha val="9803"/>
                </a:srgbClr>
              </a:gs>
              <a:gs pos="88012">
                <a:srgbClr val="C9C9C9">
                  <a:alpha val="0"/>
                </a:srgbClr>
              </a:gs>
              <a:gs pos="100000">
                <a:srgbClr val="C9C9C9">
                  <a:alpha val="0"/>
                </a:srgbClr>
              </a:gs>
            </a:gsLst>
            <a:path path="circle">
              <a:fillToRect l="100000" b="100000"/>
            </a:path>
            <a:tileRect t="-100000" r="-10000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 name="Google Shape;28;p6"/>
          <p:cNvSpPr/>
          <p:nvPr/>
        </p:nvSpPr>
        <p:spPr>
          <a:xfrm>
            <a:off x="3621116" y="2622180"/>
            <a:ext cx="7554188" cy="1950253"/>
          </a:xfrm>
          <a:custGeom>
            <a:avLst/>
            <a:gdLst/>
            <a:ahLst/>
            <a:cxnLst/>
            <a:rect l="l" t="t" r="r" b="b"/>
            <a:pathLst>
              <a:path w="2829463" h="1188000" extrusionOk="0">
                <a:moveTo>
                  <a:pt x="603849" y="0"/>
                </a:moveTo>
                <a:lnTo>
                  <a:pt x="621100" y="1711"/>
                </a:lnTo>
                <a:lnTo>
                  <a:pt x="621100" y="0"/>
                </a:lnTo>
                <a:lnTo>
                  <a:pt x="2829463" y="0"/>
                </a:lnTo>
                <a:lnTo>
                  <a:pt x="2829463" y="1188000"/>
                </a:lnTo>
                <a:lnTo>
                  <a:pt x="621100" y="1188000"/>
                </a:lnTo>
                <a:lnTo>
                  <a:pt x="621100" y="1186289"/>
                </a:lnTo>
                <a:lnTo>
                  <a:pt x="603849" y="1188000"/>
                </a:lnTo>
                <a:cubicBezTo>
                  <a:pt x="270352" y="1188000"/>
                  <a:pt x="0" y="922057"/>
                  <a:pt x="0" y="594000"/>
                </a:cubicBezTo>
                <a:cubicBezTo>
                  <a:pt x="0" y="265943"/>
                  <a:pt x="270352" y="0"/>
                  <a:pt x="603849" y="0"/>
                </a:cubicBezTo>
                <a:close/>
              </a:path>
            </a:pathLst>
          </a:custGeom>
          <a:gradFill>
            <a:gsLst>
              <a:gs pos="0">
                <a:srgbClr val="FFFFFF"/>
              </a:gs>
              <a:gs pos="33000">
                <a:srgbClr val="FFFFFF"/>
              </a:gs>
              <a:gs pos="66000">
                <a:schemeClr val="lt1"/>
              </a:gs>
              <a:gs pos="98000">
                <a:srgbClr val="EFEFEF">
                  <a:alpha val="4705"/>
                </a:srgbClr>
              </a:gs>
              <a:gs pos="100000">
                <a:srgbClr val="EFEFEF">
                  <a:alpha val="4705"/>
                </a:srgbClr>
              </a:gs>
            </a:gsLst>
            <a:lin ang="0" scaled="0"/>
          </a:gradFill>
          <a:ln>
            <a:noFill/>
          </a:ln>
        </p:spPr>
        <p:txBody>
          <a:bodyPr spcFirstLastPara="1" wrap="square" lIns="91425" tIns="45700" rIns="91425" bIns="45700" anchor="ctr" anchorCtr="0">
            <a:noAutofit/>
          </a:bodyPr>
          <a:lstStyle/>
          <a:p>
            <a:pPr lvl="0" algn="ctr"/>
            <a:r>
              <a:rPr lang="nb-NO" dirty="0">
                <a:latin typeface="Tahoma" panose="020B0604030504040204" pitchFamily="34" charset="0"/>
                <a:ea typeface="Tahoma" panose="020B0604030504040204" pitchFamily="34" charset="0"/>
                <a:cs typeface="Tahoma" panose="020B0604030504040204" pitchFamily="34" charset="0"/>
              </a:rPr>
              <a:t>Semua rahsia rasmi hendaklah menunjukkan </a:t>
            </a:r>
            <a:r>
              <a:rPr lang="nb-NO" b="1" dirty="0">
                <a:latin typeface="Tahoma" panose="020B0604030504040204" pitchFamily="34" charset="0"/>
                <a:ea typeface="Tahoma" panose="020B0604030504040204" pitchFamily="34" charset="0"/>
                <a:cs typeface="Tahoma" panose="020B0604030504040204" pitchFamily="34" charset="0"/>
              </a:rPr>
              <a:t>pembahagian dan bilangan salinan </a:t>
            </a:r>
            <a:r>
              <a:rPr lang="nb-NO" dirty="0">
                <a:latin typeface="Tahoma" panose="020B0604030504040204" pitchFamily="34" charset="0"/>
                <a:ea typeface="Tahoma" panose="020B0604030504040204" pitchFamily="34" charset="0"/>
                <a:cs typeface="Tahoma" panose="020B0604030504040204" pitchFamily="34" charset="0"/>
              </a:rPr>
              <a:t>yang dihantar kepada setiap penerima atau salinan kepada fail-fail lain.</a:t>
            </a:r>
            <a:endParaRPr lang="en-MY" dirty="0">
              <a:latin typeface="Tahoma" panose="020B0604030504040204" pitchFamily="34" charset="0"/>
              <a:ea typeface="Tahoma" panose="020B0604030504040204" pitchFamily="34" charset="0"/>
              <a:cs typeface="Tahoma" panose="020B0604030504040204" pitchFamily="34" charset="0"/>
            </a:endParaRPr>
          </a:p>
        </p:txBody>
      </p:sp>
      <p:sp>
        <p:nvSpPr>
          <p:cNvPr id="29" name="Google Shape;29;p6"/>
          <p:cNvSpPr/>
          <p:nvPr/>
        </p:nvSpPr>
        <p:spPr>
          <a:xfrm>
            <a:off x="2785004" y="3190816"/>
            <a:ext cx="805132" cy="805132"/>
          </a:xfrm>
          <a:prstGeom prst="ellipse">
            <a:avLst/>
          </a:prstGeom>
          <a:solidFill>
            <a:srgbClr val="60606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 name="Google Shape;31;p6"/>
          <p:cNvSpPr/>
          <p:nvPr/>
        </p:nvSpPr>
        <p:spPr>
          <a:xfrm>
            <a:off x="4676773" y="3318144"/>
            <a:ext cx="1021703"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1" cap="none" dirty="0">
              <a:solidFill>
                <a:srgbClr val="606060"/>
              </a:solidFill>
              <a:latin typeface="Century Gothic"/>
              <a:ea typeface="Century Gothic"/>
              <a:cs typeface="Century Gothic"/>
              <a:sym typeface="Century Gothic"/>
            </a:endParaRPr>
          </a:p>
        </p:txBody>
      </p:sp>
      <p:pic>
        <p:nvPicPr>
          <p:cNvPr id="33" name="Google Shape;33;p6"/>
          <p:cNvPicPr preferRelativeResize="0"/>
          <p:nvPr/>
        </p:nvPicPr>
        <p:blipFill rotWithShape="1">
          <a:blip r:embed="rId3">
            <a:alphaModFix/>
          </a:blip>
          <a:srcRect l="1958" t="-5297" r="67965" b="73195"/>
          <a:stretch/>
        </p:blipFill>
        <p:spPr>
          <a:xfrm>
            <a:off x="2577817" y="4572434"/>
            <a:ext cx="732127" cy="734535"/>
          </a:xfrm>
          <a:prstGeom prst="rect">
            <a:avLst/>
          </a:prstGeom>
          <a:noFill/>
          <a:ln>
            <a:noFill/>
          </a:ln>
          <a:effectLst>
            <a:reflection stA="52000" endA="300" endPos="35000" sy="-100000" algn="bl" rotWithShape="0"/>
          </a:effectLst>
        </p:spPr>
      </p:pic>
      <p:sp>
        <p:nvSpPr>
          <p:cNvPr id="36" name="Google Shape;36;p6"/>
          <p:cNvSpPr/>
          <p:nvPr/>
        </p:nvSpPr>
        <p:spPr>
          <a:xfrm>
            <a:off x="11237265" y="2566027"/>
            <a:ext cx="805132" cy="805132"/>
          </a:xfrm>
          <a:prstGeom prst="ellipse">
            <a:avLst/>
          </a:prstGeom>
          <a:solidFill>
            <a:srgbClr val="F4B55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sp>
        <p:nvSpPr>
          <p:cNvPr id="38" name="Google Shape;38;p6"/>
          <p:cNvSpPr/>
          <p:nvPr/>
        </p:nvSpPr>
        <p:spPr>
          <a:xfrm>
            <a:off x="6630968" y="2102026"/>
            <a:ext cx="1021703"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1" cap="none" dirty="0">
              <a:solidFill>
                <a:srgbClr val="F4B551"/>
              </a:solidFill>
              <a:latin typeface="Century Gothic"/>
              <a:ea typeface="Century Gothic"/>
              <a:cs typeface="Century Gothic"/>
              <a:sym typeface="Century Gothic"/>
            </a:endParaRPr>
          </a:p>
        </p:txBody>
      </p:sp>
      <p:sp>
        <p:nvSpPr>
          <p:cNvPr id="39" name="Google Shape;39;p6"/>
          <p:cNvSpPr/>
          <p:nvPr/>
        </p:nvSpPr>
        <p:spPr>
          <a:xfrm rot="10800000" flipH="1">
            <a:off x="3330783" y="1789908"/>
            <a:ext cx="2971675" cy="988428"/>
          </a:xfrm>
          <a:custGeom>
            <a:avLst/>
            <a:gdLst/>
            <a:ahLst/>
            <a:cxnLst/>
            <a:rect l="l" t="t" r="r" b="b"/>
            <a:pathLst>
              <a:path w="2971675" h="875802" extrusionOk="0">
                <a:moveTo>
                  <a:pt x="228548" y="875802"/>
                </a:moveTo>
                <a:cubicBezTo>
                  <a:pt x="-340795" y="502068"/>
                  <a:pt x="291809" y="-72948"/>
                  <a:pt x="631114" y="7643"/>
                </a:cubicBezTo>
                <a:lnTo>
                  <a:pt x="2971675" y="732029"/>
                </a:lnTo>
                <a:lnTo>
                  <a:pt x="228548" y="875802"/>
                </a:lnTo>
                <a:close/>
              </a:path>
            </a:pathLst>
          </a:custGeom>
          <a:gradFill>
            <a:gsLst>
              <a:gs pos="0">
                <a:schemeClr val="dk1"/>
              </a:gs>
              <a:gs pos="21000">
                <a:srgbClr val="000000">
                  <a:alpha val="56862"/>
                </a:srgbClr>
              </a:gs>
              <a:gs pos="41000">
                <a:srgbClr val="000000">
                  <a:alpha val="23921"/>
                </a:srgbClr>
              </a:gs>
              <a:gs pos="73000">
                <a:srgbClr val="C9C9C9">
                  <a:alpha val="9803"/>
                </a:srgbClr>
              </a:gs>
              <a:gs pos="88012">
                <a:srgbClr val="C9C9C9">
                  <a:alpha val="0"/>
                </a:srgbClr>
              </a:gs>
              <a:gs pos="100000">
                <a:srgbClr val="C9C9C9">
                  <a:alpha val="0"/>
                </a:srgbClr>
              </a:gs>
            </a:gsLst>
            <a:path path="circle">
              <a:fillToRect l="100000" b="100000"/>
            </a:path>
            <a:tileRect t="-100000" r="-10000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0" name="Google Shape;40;p6"/>
          <p:cNvSpPr/>
          <p:nvPr/>
        </p:nvSpPr>
        <p:spPr>
          <a:xfrm>
            <a:off x="2025020" y="700507"/>
            <a:ext cx="3333757" cy="1188000"/>
          </a:xfrm>
          <a:custGeom>
            <a:avLst/>
            <a:gdLst/>
            <a:ahLst/>
            <a:cxnLst/>
            <a:rect l="l" t="t" r="r" b="b"/>
            <a:pathLst>
              <a:path w="2829463" h="1188000" extrusionOk="0">
                <a:moveTo>
                  <a:pt x="603849" y="0"/>
                </a:moveTo>
                <a:lnTo>
                  <a:pt x="621100" y="1711"/>
                </a:lnTo>
                <a:lnTo>
                  <a:pt x="621100" y="0"/>
                </a:lnTo>
                <a:lnTo>
                  <a:pt x="2829463" y="0"/>
                </a:lnTo>
                <a:lnTo>
                  <a:pt x="2829463" y="1188000"/>
                </a:lnTo>
                <a:lnTo>
                  <a:pt x="621100" y="1188000"/>
                </a:lnTo>
                <a:lnTo>
                  <a:pt x="621100" y="1186289"/>
                </a:lnTo>
                <a:lnTo>
                  <a:pt x="603849" y="1188000"/>
                </a:lnTo>
                <a:cubicBezTo>
                  <a:pt x="270352" y="1188000"/>
                  <a:pt x="0" y="922057"/>
                  <a:pt x="0" y="594000"/>
                </a:cubicBezTo>
                <a:cubicBezTo>
                  <a:pt x="0" y="265943"/>
                  <a:pt x="270352" y="0"/>
                  <a:pt x="603849" y="0"/>
                </a:cubicBezTo>
                <a:close/>
              </a:path>
            </a:pathLst>
          </a:custGeom>
          <a:gradFill>
            <a:gsLst>
              <a:gs pos="0">
                <a:srgbClr val="FFFFFF"/>
              </a:gs>
              <a:gs pos="33000">
                <a:srgbClr val="FFFFFF"/>
              </a:gs>
              <a:gs pos="66000">
                <a:schemeClr val="lt1"/>
              </a:gs>
              <a:gs pos="99000">
                <a:srgbClr val="F4F4F6">
                  <a:alpha val="18823"/>
                </a:srgbClr>
              </a:gs>
              <a:gs pos="100000">
                <a:srgbClr val="F4F4F6">
                  <a:alpha val="18823"/>
                </a:srgbClr>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1" name="Google Shape;41;p6"/>
          <p:cNvSpPr/>
          <p:nvPr/>
        </p:nvSpPr>
        <p:spPr>
          <a:xfrm>
            <a:off x="2340052" y="819437"/>
            <a:ext cx="805132" cy="805132"/>
          </a:xfrm>
          <a:prstGeom prst="ellipse">
            <a:avLst/>
          </a:prstGeom>
          <a:solidFill>
            <a:srgbClr val="4FADE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3" name="Google Shape;43;p6"/>
          <p:cNvSpPr/>
          <p:nvPr/>
        </p:nvSpPr>
        <p:spPr>
          <a:xfrm>
            <a:off x="3330783" y="671003"/>
            <a:ext cx="7313369" cy="668660"/>
          </a:xfrm>
          <a:prstGeom prst="rect">
            <a:avLst/>
          </a:prstGeom>
          <a:noFill/>
          <a:ln>
            <a:noFill/>
          </a:ln>
        </p:spPr>
        <p:txBody>
          <a:bodyPr spcFirstLastPara="1" wrap="square" lIns="91425" tIns="45700" rIns="91425" bIns="45700" anchor="t" anchorCtr="0">
            <a:noAutofit/>
          </a:bodyPr>
          <a:lstStyle/>
          <a:p>
            <a:pPr lvl="0"/>
            <a:r>
              <a:rPr lang="en-GB" sz="3600" b="1" dirty="0" err="1">
                <a:solidFill>
                  <a:srgbClr val="C00000"/>
                </a:solidFill>
                <a:latin typeface="Tahoma" panose="020B0604030504040204" pitchFamily="34" charset="0"/>
                <a:ea typeface="Tahoma" panose="020B0604030504040204" pitchFamily="34" charset="0"/>
                <a:cs typeface="Tahoma" panose="020B0604030504040204" pitchFamily="34" charset="0"/>
              </a:rPr>
              <a:t>Senarai</a:t>
            </a:r>
            <a:r>
              <a:rPr lang="en-GB" sz="3600" b="1" dirty="0">
                <a:solidFill>
                  <a:srgbClr val="C00000"/>
                </a:solidFill>
                <a:latin typeface="Tahoma" panose="020B0604030504040204" pitchFamily="34" charset="0"/>
                <a:ea typeface="Tahoma" panose="020B0604030504040204" pitchFamily="34" charset="0"/>
                <a:cs typeface="Tahoma" panose="020B0604030504040204" pitchFamily="34" charset="0"/>
              </a:rPr>
              <a:t> </a:t>
            </a:r>
            <a:r>
              <a:rPr lang="en-GB" sz="3600" b="1" dirty="0" err="1">
                <a:solidFill>
                  <a:srgbClr val="C00000"/>
                </a:solidFill>
                <a:latin typeface="Tahoma" panose="020B0604030504040204" pitchFamily="34" charset="0"/>
                <a:ea typeface="Tahoma" panose="020B0604030504040204" pitchFamily="34" charset="0"/>
                <a:cs typeface="Tahoma" panose="020B0604030504040204" pitchFamily="34" charset="0"/>
              </a:rPr>
              <a:t>pembahagian</a:t>
            </a:r>
            <a:endParaRPr sz="3600" b="1" cap="none" dirty="0">
              <a:solidFill>
                <a:srgbClr val="4FADE8"/>
              </a:solidFill>
              <a:latin typeface="Century Gothic"/>
              <a:ea typeface="Century Gothic"/>
              <a:cs typeface="Century Gothic"/>
              <a:sym typeface="Century Gothic"/>
            </a:endParaRPr>
          </a:p>
        </p:txBody>
      </p:sp>
      <p:pic>
        <p:nvPicPr>
          <p:cNvPr id="44" name="Google Shape;44;p6"/>
          <p:cNvPicPr preferRelativeResize="0"/>
          <p:nvPr/>
        </p:nvPicPr>
        <p:blipFill rotWithShape="1">
          <a:blip r:embed="rId3">
            <a:alphaModFix/>
          </a:blip>
          <a:srcRect t="31791" r="69923" b="36107"/>
          <a:stretch/>
        </p:blipFill>
        <p:spPr>
          <a:xfrm>
            <a:off x="10505138" y="649366"/>
            <a:ext cx="732127" cy="734535"/>
          </a:xfrm>
          <a:prstGeom prst="rect">
            <a:avLst/>
          </a:prstGeom>
          <a:noFill/>
          <a:ln>
            <a:noFill/>
          </a:ln>
          <a:effectLst>
            <a:reflection stA="52000" endA="300" endPos="35000" sy="-100000" algn="bl" rotWithShape="0"/>
          </a:effectLst>
        </p:spPr>
      </p:pic>
      <p:pic>
        <p:nvPicPr>
          <p:cNvPr id="45" name="Google Shape;45;p6"/>
          <p:cNvPicPr preferRelativeResize="0"/>
          <p:nvPr/>
        </p:nvPicPr>
        <p:blipFill rotWithShape="1">
          <a:blip r:embed="rId3">
            <a:alphaModFix/>
          </a:blip>
          <a:srcRect l="31751" t="66533" r="38172" b="7072"/>
          <a:stretch/>
        </p:blipFill>
        <p:spPr>
          <a:xfrm>
            <a:off x="3080762" y="2328102"/>
            <a:ext cx="732127" cy="603947"/>
          </a:xfrm>
          <a:prstGeom prst="rect">
            <a:avLst/>
          </a:prstGeom>
          <a:noFill/>
          <a:ln>
            <a:noFill/>
          </a:ln>
          <a:effectLst>
            <a:reflection stA="52000" endA="300" endPos="35000" sy="-100000" algn="bl" rotWithShape="0"/>
          </a:effectLst>
        </p:spPr>
      </p:pic>
      <p:sp>
        <p:nvSpPr>
          <p:cNvPr id="46" name="Google Shape;46;p6"/>
          <p:cNvSpPr/>
          <p:nvPr/>
        </p:nvSpPr>
        <p:spPr>
          <a:xfrm>
            <a:off x="7634388" y="2042842"/>
            <a:ext cx="1032655" cy="1107996"/>
          </a:xfrm>
          <a:prstGeom prst="rect">
            <a:avLst/>
          </a:prstGeom>
          <a:noFill/>
          <a:ln>
            <a:noFill/>
          </a:ln>
          <a:effectLst>
            <a:outerShdw dist="38100" algn="l" rotWithShape="0">
              <a:srgbClr val="000000">
                <a:alpha val="40000"/>
              </a:srgbClr>
            </a:outerShdw>
          </a:effectLst>
        </p:spPr>
        <p:txBody>
          <a:bodyPr spcFirstLastPara="1" wrap="square" lIns="91425" tIns="45700" rIns="91425" bIns="45700" anchor="t" anchorCtr="0">
            <a:noAutofit/>
          </a:bodyPr>
          <a:lstStyle/>
          <a:p>
            <a:pPr marL="0" marR="0" lvl="0" indent="0" algn="ctr" rtl="0">
              <a:spcBef>
                <a:spcPts val="0"/>
              </a:spcBef>
              <a:spcAft>
                <a:spcPts val="0"/>
              </a:spcAft>
              <a:buNone/>
            </a:pPr>
            <a:endParaRPr dirty="0"/>
          </a:p>
        </p:txBody>
      </p:sp>
      <p:sp>
        <p:nvSpPr>
          <p:cNvPr id="47" name="Google Shape;47;p6"/>
          <p:cNvSpPr/>
          <p:nvPr/>
        </p:nvSpPr>
        <p:spPr>
          <a:xfrm>
            <a:off x="3621117" y="3215923"/>
            <a:ext cx="1032655" cy="1107996"/>
          </a:xfrm>
          <a:prstGeom prst="rect">
            <a:avLst/>
          </a:prstGeom>
          <a:noFill/>
          <a:ln>
            <a:noFill/>
          </a:ln>
          <a:effectLst>
            <a:outerShdw dist="38100" algn="l" rotWithShape="0">
              <a:srgbClr val="000000">
                <a:alpha val="40000"/>
              </a:srgbClr>
            </a:outerShdw>
          </a:effectLst>
        </p:spPr>
        <p:txBody>
          <a:bodyPr spcFirstLastPara="1" wrap="square" lIns="91425" tIns="45700" rIns="91425" bIns="45700" anchor="t" anchorCtr="0">
            <a:noAutofit/>
          </a:bodyPr>
          <a:lstStyle/>
          <a:p>
            <a:pPr marL="0" marR="0" lvl="0" indent="0" algn="ctr" rtl="0">
              <a:spcBef>
                <a:spcPts val="0"/>
              </a:spcBef>
              <a:spcAft>
                <a:spcPts val="0"/>
              </a:spcAft>
              <a:buNone/>
            </a:pPr>
            <a:endParaRPr dirty="0"/>
          </a:p>
        </p:txBody>
      </p:sp>
      <p:sp>
        <p:nvSpPr>
          <p:cNvPr id="48" name="Google Shape;48;p6"/>
          <p:cNvSpPr/>
          <p:nvPr/>
        </p:nvSpPr>
        <p:spPr>
          <a:xfrm>
            <a:off x="7692804" y="4421211"/>
            <a:ext cx="1032655" cy="1107996"/>
          </a:xfrm>
          <a:prstGeom prst="rect">
            <a:avLst/>
          </a:prstGeom>
          <a:noFill/>
          <a:ln>
            <a:noFill/>
          </a:ln>
          <a:effectLst>
            <a:outerShdw dist="38100" algn="l" rotWithShape="0">
              <a:srgbClr val="000000">
                <a:alpha val="40000"/>
              </a:srgbClr>
            </a:outerShdw>
          </a:effectLst>
        </p:spPr>
        <p:txBody>
          <a:bodyPr spcFirstLastPara="1" wrap="square" lIns="91425" tIns="45700" rIns="91425" bIns="45700" anchor="t" anchorCtr="0">
            <a:noAutofit/>
          </a:bodyPr>
          <a:lstStyle/>
          <a:p>
            <a:pPr marL="0" marR="0" lvl="0" indent="0" algn="ctr" rtl="0">
              <a:spcBef>
                <a:spcPts val="0"/>
              </a:spcBef>
              <a:spcAft>
                <a:spcPts val="0"/>
              </a:spcAft>
              <a:buNone/>
            </a:pPr>
            <a:endParaRPr dirty="0"/>
          </a:p>
        </p:txBody>
      </p:sp>
      <p:sp>
        <p:nvSpPr>
          <p:cNvPr id="50" name="TextBox 49">
            <a:extLst>
              <a:ext uri="{FF2B5EF4-FFF2-40B4-BE49-F238E27FC236}">
                <a16:creationId xmlns="" xmlns:a16="http://schemas.microsoft.com/office/drawing/2014/main" id="{42D6A29A-26EE-4DA2-AD0D-B6082C683366}"/>
              </a:ext>
            </a:extLst>
          </p:cNvPr>
          <p:cNvSpPr txBox="1"/>
          <p:nvPr/>
        </p:nvSpPr>
        <p:spPr>
          <a:xfrm>
            <a:off x="2025020" y="5901248"/>
            <a:ext cx="6954415" cy="430887"/>
          </a:xfrm>
          <a:prstGeom prst="rect">
            <a:avLst/>
          </a:prstGeom>
          <a:noFill/>
        </p:spPr>
        <p:txBody>
          <a:bodyPr wrap="square">
            <a:spAutoFit/>
          </a:bodyPr>
          <a:lstStyle/>
          <a:p>
            <a:pPr>
              <a:defRPr/>
            </a:pPr>
            <a:r>
              <a:rPr lang="en-US" sz="1100" spc="280" dirty="0"/>
              <a:t>PEJABAT KETUA PEGAWAI KESELAMATAN KERAJAAN MALAYSIA</a:t>
            </a:r>
          </a:p>
          <a:p>
            <a:pPr>
              <a:defRPr/>
            </a:pPr>
            <a:r>
              <a:rPr lang="en-US" sz="1100" spc="280" dirty="0"/>
              <a:t>JABATAN PERDANA MENTERI</a:t>
            </a:r>
          </a:p>
        </p:txBody>
      </p:sp>
      <p:pic>
        <p:nvPicPr>
          <p:cNvPr id="51" name="Picture 50">
            <a:extLst>
              <a:ext uri="{FF2B5EF4-FFF2-40B4-BE49-F238E27FC236}">
                <a16:creationId xmlns="" xmlns:a16="http://schemas.microsoft.com/office/drawing/2014/main" id="{BB01B14A-2E91-415C-871F-A57AA265C48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0156" y="5595607"/>
            <a:ext cx="1300637" cy="1042168"/>
          </a:xfrm>
          <a:prstGeom prst="rect">
            <a:avLst/>
          </a:prstGeom>
        </p:spPr>
      </p:pic>
    </p:spTree>
    <p:extLst>
      <p:ext uri="{BB962C8B-B14F-4D97-AF65-F5344CB8AC3E}">
        <p14:creationId xmlns:p14="http://schemas.microsoft.com/office/powerpoint/2010/main" val="163862559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500"/>
                                        <p:tgtEl>
                                          <p:spTgt spid="40"/>
                                        </p:tgtEl>
                                      </p:cBhvr>
                                    </p:animEffect>
                                  </p:childTnLst>
                                </p:cTn>
                              </p:par>
                              <p:par>
                                <p:cTn id="8" presetID="10" presetClass="entr" presetSubtype="0" fill="hold" nodeType="withEffect">
                                  <p:stCondLst>
                                    <p:cond delay="0"/>
                                  </p:stCondLst>
                                  <p:childTnLst>
                                    <p:set>
                                      <p:cBhvr>
                                        <p:cTn id="9" dur="1" fill="hold">
                                          <p:stCondLst>
                                            <p:cond delay="0"/>
                                          </p:stCondLst>
                                        </p:cTn>
                                        <p:tgtEl>
                                          <p:spTgt spid="39"/>
                                        </p:tgtEl>
                                        <p:attrNameLst>
                                          <p:attrName>style.visibility</p:attrName>
                                        </p:attrNameLst>
                                      </p:cBhvr>
                                      <p:to>
                                        <p:strVal val="visible"/>
                                      </p:to>
                                    </p:set>
                                    <p:animEffect transition="in" filter="fade">
                                      <p:cBhvr>
                                        <p:cTn id="10" dur="750"/>
                                        <p:tgtEl>
                                          <p:spTgt spid="39"/>
                                        </p:tgtEl>
                                      </p:cBhvr>
                                    </p:animEffect>
                                  </p:childTnLst>
                                </p:cTn>
                              </p:par>
                            </p:childTnLst>
                          </p:cTn>
                        </p:par>
                        <p:par>
                          <p:cTn id="11" fill="hold">
                            <p:stCondLst>
                              <p:cond delay="750"/>
                            </p:stCondLst>
                            <p:childTnLst>
                              <p:par>
                                <p:cTn id="12" presetID="10" presetClass="entr" presetSubtype="0" fill="hold" nodeType="afterEffect">
                                  <p:stCondLst>
                                    <p:cond delay="0"/>
                                  </p:stCondLst>
                                  <p:childTnLst>
                                    <p:set>
                                      <p:cBhvr>
                                        <p:cTn id="13" dur="1" fill="hold">
                                          <p:stCondLst>
                                            <p:cond delay="0"/>
                                          </p:stCondLst>
                                        </p:cTn>
                                        <p:tgtEl>
                                          <p:spTgt spid="41"/>
                                        </p:tgtEl>
                                        <p:attrNameLst>
                                          <p:attrName>style.visibility</p:attrName>
                                        </p:attrNameLst>
                                      </p:cBhvr>
                                      <p:to>
                                        <p:strVal val="visible"/>
                                      </p:to>
                                    </p:set>
                                    <p:animEffect transition="in" filter="fade">
                                      <p:cBhvr>
                                        <p:cTn id="14" dur="500"/>
                                        <p:tgtEl>
                                          <p:spTgt spid="41"/>
                                        </p:tgtEl>
                                      </p:cBhvr>
                                    </p:animEffect>
                                  </p:childTnLst>
                                </p:cTn>
                              </p:par>
                              <p:par>
                                <p:cTn id="15" presetID="2" presetClass="entr" presetSubtype="2" fill="hold" nodeType="withEffect">
                                  <p:stCondLst>
                                    <p:cond delay="0"/>
                                  </p:stCondLst>
                                  <p:childTnLst>
                                    <p:set>
                                      <p:cBhvr>
                                        <p:cTn id="16" dur="1" fill="hold">
                                          <p:stCondLst>
                                            <p:cond delay="0"/>
                                          </p:stCondLst>
                                        </p:cTn>
                                        <p:tgtEl>
                                          <p:spTgt spid="43"/>
                                        </p:tgtEl>
                                        <p:attrNameLst>
                                          <p:attrName>style.visibility</p:attrName>
                                        </p:attrNameLst>
                                      </p:cBhvr>
                                      <p:to>
                                        <p:strVal val="visible"/>
                                      </p:to>
                                    </p:set>
                                    <p:anim calcmode="lin" valueType="num">
                                      <p:cBhvr additive="base">
                                        <p:cTn id="17" dur="500"/>
                                        <p:tgtEl>
                                          <p:spTgt spid="43"/>
                                        </p:tgtEl>
                                        <p:attrNameLst>
                                          <p:attrName>ppt_x</p:attrName>
                                        </p:attrNameLst>
                                      </p:cBhvr>
                                      <p:tavLst>
                                        <p:tav tm="0">
                                          <p:val>
                                            <p:strVal val="#ppt_x+1"/>
                                          </p:val>
                                        </p:tav>
                                        <p:tav tm="100000">
                                          <p:val>
                                            <p:strVal val="#ppt_x"/>
                                          </p:val>
                                        </p:tav>
                                      </p:tavLst>
                                    </p:anim>
                                  </p:childTnLst>
                                </p:cTn>
                              </p:par>
                              <p:par>
                                <p:cTn id="18" presetID="2" presetClass="entr" presetSubtype="8" fill="hold" nodeType="withEffect">
                                  <p:stCondLst>
                                    <p:cond delay="0"/>
                                  </p:stCondLst>
                                  <p:childTnLst>
                                    <p:set>
                                      <p:cBhvr>
                                        <p:cTn id="19" dur="1" fill="hold">
                                          <p:stCondLst>
                                            <p:cond delay="0"/>
                                          </p:stCondLst>
                                        </p:cTn>
                                        <p:tgtEl>
                                          <p:spTgt spid="44"/>
                                        </p:tgtEl>
                                        <p:attrNameLst>
                                          <p:attrName>style.visibility</p:attrName>
                                        </p:attrNameLst>
                                      </p:cBhvr>
                                      <p:to>
                                        <p:strVal val="visible"/>
                                      </p:to>
                                    </p:set>
                                    <p:anim calcmode="lin" valueType="num">
                                      <p:cBhvr additive="base">
                                        <p:cTn id="20" dur="500"/>
                                        <p:tgtEl>
                                          <p:spTgt spid="44"/>
                                        </p:tgtEl>
                                        <p:attrNameLst>
                                          <p:attrName>ppt_x</p:attrName>
                                        </p:attrNameLst>
                                      </p:cBhvr>
                                      <p:tavLst>
                                        <p:tav tm="0">
                                          <p:val>
                                            <p:strVal val="#ppt_x-1"/>
                                          </p:val>
                                        </p:tav>
                                        <p:tav tm="100000">
                                          <p:val>
                                            <p:strVal val="#ppt_x"/>
                                          </p:val>
                                        </p:tav>
                                      </p:tavLst>
                                    </p:anim>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5"/>
                                        </p:tgtEl>
                                        <p:attrNameLst>
                                          <p:attrName>style.visibility</p:attrName>
                                        </p:attrNameLst>
                                      </p:cBhvr>
                                      <p:to>
                                        <p:strVal val="visible"/>
                                      </p:to>
                                    </p:set>
                                    <p:animEffect transition="in" filter="fade">
                                      <p:cBhvr>
                                        <p:cTn id="25" dur="500"/>
                                        <p:tgtEl>
                                          <p:spTgt spid="35"/>
                                        </p:tgtEl>
                                      </p:cBhvr>
                                    </p:animEffect>
                                  </p:childTnLst>
                                </p:cTn>
                              </p:par>
                            </p:childTnLst>
                          </p:cTn>
                        </p:par>
                        <p:par>
                          <p:cTn id="26" fill="hold">
                            <p:stCondLst>
                              <p:cond delay="500"/>
                            </p:stCondLst>
                            <p:childTnLst>
                              <p:par>
                                <p:cTn id="27" presetID="10" presetClass="entr" presetSubtype="0" fill="hold" nodeType="afterEffect">
                                  <p:stCondLst>
                                    <p:cond delay="0"/>
                                  </p:stCondLst>
                                  <p:childTnLst>
                                    <p:set>
                                      <p:cBhvr>
                                        <p:cTn id="28" dur="1" fill="hold">
                                          <p:stCondLst>
                                            <p:cond delay="0"/>
                                          </p:stCondLst>
                                        </p:cTn>
                                        <p:tgtEl>
                                          <p:spTgt spid="36"/>
                                        </p:tgtEl>
                                        <p:attrNameLst>
                                          <p:attrName>style.visibility</p:attrName>
                                        </p:attrNameLst>
                                      </p:cBhvr>
                                      <p:to>
                                        <p:strVal val="visible"/>
                                      </p:to>
                                    </p:set>
                                    <p:animEffect transition="in" filter="fade">
                                      <p:cBhvr>
                                        <p:cTn id="29" dur="500"/>
                                        <p:tgtEl>
                                          <p:spTgt spid="36"/>
                                        </p:tgtEl>
                                      </p:cBhvr>
                                    </p:animEffect>
                                  </p:childTnLst>
                                </p:cTn>
                              </p:par>
                              <p:par>
                                <p:cTn id="30" presetID="2" presetClass="entr" presetSubtype="2" fill="hold" nodeType="withEffect">
                                  <p:stCondLst>
                                    <p:cond delay="0"/>
                                  </p:stCondLst>
                                  <p:childTnLst>
                                    <p:set>
                                      <p:cBhvr>
                                        <p:cTn id="31" dur="1" fill="hold">
                                          <p:stCondLst>
                                            <p:cond delay="0"/>
                                          </p:stCondLst>
                                        </p:cTn>
                                        <p:tgtEl>
                                          <p:spTgt spid="46"/>
                                        </p:tgtEl>
                                        <p:attrNameLst>
                                          <p:attrName>style.visibility</p:attrName>
                                        </p:attrNameLst>
                                      </p:cBhvr>
                                      <p:to>
                                        <p:strVal val="visible"/>
                                      </p:to>
                                    </p:set>
                                    <p:anim calcmode="lin" valueType="num">
                                      <p:cBhvr additive="base">
                                        <p:cTn id="32" dur="500"/>
                                        <p:tgtEl>
                                          <p:spTgt spid="46"/>
                                        </p:tgtEl>
                                        <p:attrNameLst>
                                          <p:attrName>ppt_x</p:attrName>
                                        </p:attrNameLst>
                                      </p:cBhvr>
                                      <p:tavLst>
                                        <p:tav tm="0">
                                          <p:val>
                                            <p:strVal val="#ppt_x+1"/>
                                          </p:val>
                                        </p:tav>
                                        <p:tav tm="100000">
                                          <p:val>
                                            <p:strVal val="#ppt_x"/>
                                          </p:val>
                                        </p:tav>
                                      </p:tavLst>
                                    </p:anim>
                                  </p:childTnLst>
                                </p:cTn>
                              </p:par>
                              <p:par>
                                <p:cTn id="33" presetID="2" presetClass="entr" presetSubtype="8" fill="hold" nodeType="withEffect">
                                  <p:stCondLst>
                                    <p:cond delay="0"/>
                                  </p:stCondLst>
                                  <p:childTnLst>
                                    <p:set>
                                      <p:cBhvr>
                                        <p:cTn id="34" dur="1" fill="hold">
                                          <p:stCondLst>
                                            <p:cond delay="0"/>
                                          </p:stCondLst>
                                        </p:cTn>
                                        <p:tgtEl>
                                          <p:spTgt spid="38"/>
                                        </p:tgtEl>
                                        <p:attrNameLst>
                                          <p:attrName>style.visibility</p:attrName>
                                        </p:attrNameLst>
                                      </p:cBhvr>
                                      <p:to>
                                        <p:strVal val="visible"/>
                                      </p:to>
                                    </p:set>
                                    <p:anim calcmode="lin" valueType="num">
                                      <p:cBhvr additive="base">
                                        <p:cTn id="35" dur="500"/>
                                        <p:tgtEl>
                                          <p:spTgt spid="38"/>
                                        </p:tgtEl>
                                        <p:attrNameLst>
                                          <p:attrName>ppt_x</p:attrName>
                                        </p:attrNameLst>
                                      </p:cBhvr>
                                      <p:tavLst>
                                        <p:tav tm="0">
                                          <p:val>
                                            <p:strVal val="#ppt_x-1"/>
                                          </p:val>
                                        </p:tav>
                                        <p:tav tm="100000">
                                          <p:val>
                                            <p:strVal val="#ppt_x"/>
                                          </p:val>
                                        </p:tav>
                                      </p:tavLst>
                                    </p:anim>
                                  </p:childTnLst>
                                </p:cTn>
                              </p:par>
                              <p:par>
                                <p:cTn id="36" presetID="2" presetClass="entr" presetSubtype="8" fill="hold" nodeType="withEffect">
                                  <p:stCondLst>
                                    <p:cond delay="0"/>
                                  </p:stCondLst>
                                  <p:childTnLst>
                                    <p:set>
                                      <p:cBhvr>
                                        <p:cTn id="37" dur="1" fill="hold">
                                          <p:stCondLst>
                                            <p:cond delay="0"/>
                                          </p:stCondLst>
                                        </p:cTn>
                                        <p:tgtEl>
                                          <p:spTgt spid="45"/>
                                        </p:tgtEl>
                                        <p:attrNameLst>
                                          <p:attrName>style.visibility</p:attrName>
                                        </p:attrNameLst>
                                      </p:cBhvr>
                                      <p:to>
                                        <p:strVal val="visible"/>
                                      </p:to>
                                    </p:set>
                                    <p:anim calcmode="lin" valueType="num">
                                      <p:cBhvr additive="base">
                                        <p:cTn id="38" dur="500"/>
                                        <p:tgtEl>
                                          <p:spTgt spid="45"/>
                                        </p:tgtEl>
                                        <p:attrNameLst>
                                          <p:attrName>ppt_x</p:attrName>
                                        </p:attrNameLst>
                                      </p:cBhvr>
                                      <p:tavLst>
                                        <p:tav tm="0">
                                          <p:val>
                                            <p:strVal val="#ppt_x-1"/>
                                          </p:val>
                                        </p:tav>
                                        <p:tav tm="100000">
                                          <p:val>
                                            <p:strVal val="#ppt_x"/>
                                          </p:val>
                                        </p:tav>
                                      </p:tavLst>
                                    </p:anim>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28"/>
                                        </p:tgtEl>
                                        <p:attrNameLst>
                                          <p:attrName>style.visibility</p:attrName>
                                        </p:attrNameLst>
                                      </p:cBhvr>
                                      <p:to>
                                        <p:strVal val="visible"/>
                                      </p:to>
                                    </p:set>
                                    <p:animEffect transition="in" filter="fade">
                                      <p:cBhvr>
                                        <p:cTn id="43" dur="500"/>
                                        <p:tgtEl>
                                          <p:spTgt spid="28"/>
                                        </p:tgtEl>
                                      </p:cBhvr>
                                    </p:animEffect>
                                  </p:childTnLst>
                                </p:cTn>
                              </p:par>
                              <p:par>
                                <p:cTn id="44" presetID="10" presetClass="entr" presetSubtype="0" fill="hold" nodeType="withEffect">
                                  <p:stCondLst>
                                    <p:cond delay="0"/>
                                  </p:stCondLst>
                                  <p:childTnLst>
                                    <p:set>
                                      <p:cBhvr>
                                        <p:cTn id="45" dur="1" fill="hold">
                                          <p:stCondLst>
                                            <p:cond delay="0"/>
                                          </p:stCondLst>
                                        </p:cTn>
                                        <p:tgtEl>
                                          <p:spTgt spid="27"/>
                                        </p:tgtEl>
                                        <p:attrNameLst>
                                          <p:attrName>style.visibility</p:attrName>
                                        </p:attrNameLst>
                                      </p:cBhvr>
                                      <p:to>
                                        <p:strVal val="visible"/>
                                      </p:to>
                                    </p:set>
                                    <p:animEffect transition="in" filter="fade">
                                      <p:cBhvr>
                                        <p:cTn id="46" dur="750"/>
                                        <p:tgtEl>
                                          <p:spTgt spid="27"/>
                                        </p:tgtEl>
                                      </p:cBhvr>
                                    </p:animEffect>
                                  </p:childTnLst>
                                </p:cTn>
                              </p:par>
                            </p:childTnLst>
                          </p:cTn>
                        </p:par>
                        <p:par>
                          <p:cTn id="47" fill="hold">
                            <p:stCondLst>
                              <p:cond delay="750"/>
                            </p:stCondLst>
                            <p:childTnLst>
                              <p:par>
                                <p:cTn id="48" presetID="10" presetClass="entr" presetSubtype="0" fill="hold" nodeType="afterEffect">
                                  <p:stCondLst>
                                    <p:cond delay="0"/>
                                  </p:stCondLst>
                                  <p:childTnLst>
                                    <p:set>
                                      <p:cBhvr>
                                        <p:cTn id="49" dur="1" fill="hold">
                                          <p:stCondLst>
                                            <p:cond delay="0"/>
                                          </p:stCondLst>
                                        </p:cTn>
                                        <p:tgtEl>
                                          <p:spTgt spid="29"/>
                                        </p:tgtEl>
                                        <p:attrNameLst>
                                          <p:attrName>style.visibility</p:attrName>
                                        </p:attrNameLst>
                                      </p:cBhvr>
                                      <p:to>
                                        <p:strVal val="visible"/>
                                      </p:to>
                                    </p:set>
                                    <p:animEffect transition="in" filter="fade">
                                      <p:cBhvr>
                                        <p:cTn id="50" dur="500"/>
                                        <p:tgtEl>
                                          <p:spTgt spid="29"/>
                                        </p:tgtEl>
                                      </p:cBhvr>
                                    </p:animEffect>
                                  </p:childTnLst>
                                </p:cTn>
                              </p:par>
                              <p:par>
                                <p:cTn id="51" presetID="2" presetClass="entr" presetSubtype="8" fill="hold" nodeType="withEffect">
                                  <p:stCondLst>
                                    <p:cond delay="0"/>
                                  </p:stCondLst>
                                  <p:childTnLst>
                                    <p:set>
                                      <p:cBhvr>
                                        <p:cTn id="52" dur="1" fill="hold">
                                          <p:stCondLst>
                                            <p:cond delay="0"/>
                                          </p:stCondLst>
                                        </p:cTn>
                                        <p:tgtEl>
                                          <p:spTgt spid="47"/>
                                        </p:tgtEl>
                                        <p:attrNameLst>
                                          <p:attrName>style.visibility</p:attrName>
                                        </p:attrNameLst>
                                      </p:cBhvr>
                                      <p:to>
                                        <p:strVal val="visible"/>
                                      </p:to>
                                    </p:set>
                                    <p:anim calcmode="lin" valueType="num">
                                      <p:cBhvr additive="base">
                                        <p:cTn id="53" dur="500"/>
                                        <p:tgtEl>
                                          <p:spTgt spid="47"/>
                                        </p:tgtEl>
                                        <p:attrNameLst>
                                          <p:attrName>ppt_x</p:attrName>
                                        </p:attrNameLst>
                                      </p:cBhvr>
                                      <p:tavLst>
                                        <p:tav tm="0">
                                          <p:val>
                                            <p:strVal val="#ppt_x-1"/>
                                          </p:val>
                                        </p:tav>
                                        <p:tav tm="100000">
                                          <p:val>
                                            <p:strVal val="#ppt_x"/>
                                          </p:val>
                                        </p:tav>
                                      </p:tavLst>
                                    </p:anim>
                                  </p:childTnLst>
                                </p:cTn>
                              </p:par>
                              <p:par>
                                <p:cTn id="54" presetID="2" presetClass="entr" presetSubtype="2" fill="hold" nodeType="withEffect">
                                  <p:stCondLst>
                                    <p:cond delay="0"/>
                                  </p:stCondLst>
                                  <p:childTnLst>
                                    <p:set>
                                      <p:cBhvr>
                                        <p:cTn id="55" dur="1" fill="hold">
                                          <p:stCondLst>
                                            <p:cond delay="0"/>
                                          </p:stCondLst>
                                        </p:cTn>
                                        <p:tgtEl>
                                          <p:spTgt spid="31"/>
                                        </p:tgtEl>
                                        <p:attrNameLst>
                                          <p:attrName>style.visibility</p:attrName>
                                        </p:attrNameLst>
                                      </p:cBhvr>
                                      <p:to>
                                        <p:strVal val="visible"/>
                                      </p:to>
                                    </p:set>
                                    <p:anim calcmode="lin" valueType="num">
                                      <p:cBhvr additive="base">
                                        <p:cTn id="56" dur="500"/>
                                        <p:tgtEl>
                                          <p:spTgt spid="31"/>
                                        </p:tgtEl>
                                        <p:attrNameLst>
                                          <p:attrName>ppt_x</p:attrName>
                                        </p:attrNameLst>
                                      </p:cBhvr>
                                      <p:tavLst>
                                        <p:tav tm="0">
                                          <p:val>
                                            <p:strVal val="#ppt_x+1"/>
                                          </p:val>
                                        </p:tav>
                                        <p:tav tm="100000">
                                          <p:val>
                                            <p:strVal val="#ppt_x"/>
                                          </p:val>
                                        </p:tav>
                                      </p:tavLst>
                                    </p:anim>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500"/>
                                        <p:tgtEl>
                                          <p:spTgt spid="23"/>
                                        </p:tgtEl>
                                      </p:cBhvr>
                                    </p:animEffect>
                                  </p:childTnLst>
                                </p:cTn>
                              </p:par>
                              <p:par>
                                <p:cTn id="62" presetID="10" presetClass="entr" presetSubtype="0" fill="hold"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750"/>
                                        <p:tgtEl>
                                          <p:spTgt spid="22"/>
                                        </p:tgtEl>
                                      </p:cBhvr>
                                    </p:animEffect>
                                  </p:childTnLst>
                                </p:cTn>
                              </p:par>
                            </p:childTnLst>
                          </p:cTn>
                        </p:par>
                        <p:par>
                          <p:cTn id="65" fill="hold">
                            <p:stCondLst>
                              <p:cond delay="750"/>
                            </p:stCondLst>
                            <p:childTnLst>
                              <p:par>
                                <p:cTn id="66" presetID="10" presetClass="entr" presetSubtype="0" fill="hold" nodeType="afterEffect">
                                  <p:stCondLst>
                                    <p:cond delay="0"/>
                                  </p:stCondLst>
                                  <p:childTnLst>
                                    <p:set>
                                      <p:cBhvr>
                                        <p:cTn id="67" dur="1" fill="hold">
                                          <p:stCondLst>
                                            <p:cond delay="0"/>
                                          </p:stCondLst>
                                        </p:cTn>
                                        <p:tgtEl>
                                          <p:spTgt spid="24"/>
                                        </p:tgtEl>
                                        <p:attrNameLst>
                                          <p:attrName>style.visibility</p:attrName>
                                        </p:attrNameLst>
                                      </p:cBhvr>
                                      <p:to>
                                        <p:strVal val="visible"/>
                                      </p:to>
                                    </p:set>
                                    <p:animEffect transition="in" filter="fade">
                                      <p:cBhvr>
                                        <p:cTn id="68" dur="500"/>
                                        <p:tgtEl>
                                          <p:spTgt spid="24"/>
                                        </p:tgtEl>
                                      </p:cBhvr>
                                    </p:animEffect>
                                  </p:childTnLst>
                                </p:cTn>
                              </p:par>
                              <p:par>
                                <p:cTn id="69" presetID="2" presetClass="entr" presetSubtype="2" fill="hold" nodeType="withEffect">
                                  <p:stCondLst>
                                    <p:cond delay="0"/>
                                  </p:stCondLst>
                                  <p:childTnLst>
                                    <p:set>
                                      <p:cBhvr>
                                        <p:cTn id="70" dur="1" fill="hold">
                                          <p:stCondLst>
                                            <p:cond delay="0"/>
                                          </p:stCondLst>
                                        </p:cTn>
                                        <p:tgtEl>
                                          <p:spTgt spid="48"/>
                                        </p:tgtEl>
                                        <p:attrNameLst>
                                          <p:attrName>style.visibility</p:attrName>
                                        </p:attrNameLst>
                                      </p:cBhvr>
                                      <p:to>
                                        <p:strVal val="visible"/>
                                      </p:to>
                                    </p:set>
                                    <p:anim calcmode="lin" valueType="num">
                                      <p:cBhvr additive="base">
                                        <p:cTn id="71" dur="500"/>
                                        <p:tgtEl>
                                          <p:spTgt spid="48"/>
                                        </p:tgtEl>
                                        <p:attrNameLst>
                                          <p:attrName>ppt_x</p:attrName>
                                        </p:attrNameLst>
                                      </p:cBhvr>
                                      <p:tavLst>
                                        <p:tav tm="0">
                                          <p:val>
                                            <p:strVal val="#ppt_x+1"/>
                                          </p:val>
                                        </p:tav>
                                        <p:tav tm="100000">
                                          <p:val>
                                            <p:strVal val="#ppt_x"/>
                                          </p:val>
                                        </p:tav>
                                      </p:tavLst>
                                    </p:anim>
                                  </p:childTnLst>
                                </p:cTn>
                              </p:par>
                              <p:par>
                                <p:cTn id="72" presetID="2" presetClass="entr" presetSubtype="8" fill="hold" nodeType="withEffect">
                                  <p:stCondLst>
                                    <p:cond delay="0"/>
                                  </p:stCondLst>
                                  <p:childTnLst>
                                    <p:set>
                                      <p:cBhvr>
                                        <p:cTn id="73" dur="1" fill="hold">
                                          <p:stCondLst>
                                            <p:cond delay="0"/>
                                          </p:stCondLst>
                                        </p:cTn>
                                        <p:tgtEl>
                                          <p:spTgt spid="26"/>
                                        </p:tgtEl>
                                        <p:attrNameLst>
                                          <p:attrName>style.visibility</p:attrName>
                                        </p:attrNameLst>
                                      </p:cBhvr>
                                      <p:to>
                                        <p:strVal val="visible"/>
                                      </p:to>
                                    </p:set>
                                    <p:anim calcmode="lin" valueType="num">
                                      <p:cBhvr additive="base">
                                        <p:cTn id="74" dur="500"/>
                                        <p:tgtEl>
                                          <p:spTgt spid="26"/>
                                        </p:tgtEl>
                                        <p:attrNameLst>
                                          <p:attrName>ppt_x</p:attrName>
                                        </p:attrNameLst>
                                      </p:cBhvr>
                                      <p:tavLst>
                                        <p:tav tm="0">
                                          <p:val>
                                            <p:strVal val="#ppt_x-1"/>
                                          </p:val>
                                        </p:tav>
                                        <p:tav tm="100000">
                                          <p:val>
                                            <p:strVal val="#ppt_x"/>
                                          </p:val>
                                        </p:tav>
                                      </p:tavLst>
                                    </p:anim>
                                  </p:childTnLst>
                                </p:cTn>
                              </p:par>
                              <p:par>
                                <p:cTn id="75" presetID="2" presetClass="entr" presetSubtype="8" fill="hold" nodeType="withEffect">
                                  <p:stCondLst>
                                    <p:cond delay="0"/>
                                  </p:stCondLst>
                                  <p:childTnLst>
                                    <p:set>
                                      <p:cBhvr>
                                        <p:cTn id="76" dur="1" fill="hold">
                                          <p:stCondLst>
                                            <p:cond delay="0"/>
                                          </p:stCondLst>
                                        </p:cTn>
                                        <p:tgtEl>
                                          <p:spTgt spid="33"/>
                                        </p:tgtEl>
                                        <p:attrNameLst>
                                          <p:attrName>style.visibility</p:attrName>
                                        </p:attrNameLst>
                                      </p:cBhvr>
                                      <p:to>
                                        <p:strVal val="visible"/>
                                      </p:to>
                                    </p:set>
                                    <p:anim calcmode="lin" valueType="num">
                                      <p:cBhvr additive="base">
                                        <p:cTn id="77" dur="500"/>
                                        <p:tgtEl>
                                          <p:spTgt spid="33"/>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1"/>
        <p:cNvGrpSpPr/>
        <p:nvPr/>
      </p:nvGrpSpPr>
      <p:grpSpPr>
        <a:xfrm>
          <a:off x="0" y="0"/>
          <a:ext cx="0" cy="0"/>
          <a:chOff x="0" y="0"/>
          <a:chExt cx="0" cy="0"/>
        </a:xfrm>
      </p:grpSpPr>
      <p:sp>
        <p:nvSpPr>
          <p:cNvPr id="22" name="Google Shape;22;p6"/>
          <p:cNvSpPr/>
          <p:nvPr/>
        </p:nvSpPr>
        <p:spPr>
          <a:xfrm rot="10800000">
            <a:off x="5773240" y="5344504"/>
            <a:ext cx="2971675" cy="988428"/>
          </a:xfrm>
          <a:custGeom>
            <a:avLst/>
            <a:gdLst/>
            <a:ahLst/>
            <a:cxnLst/>
            <a:rect l="l" t="t" r="r" b="b"/>
            <a:pathLst>
              <a:path w="2971675" h="875802" extrusionOk="0">
                <a:moveTo>
                  <a:pt x="228548" y="875802"/>
                </a:moveTo>
                <a:cubicBezTo>
                  <a:pt x="-340795" y="502068"/>
                  <a:pt x="291809" y="-72948"/>
                  <a:pt x="631114" y="7643"/>
                </a:cubicBezTo>
                <a:lnTo>
                  <a:pt x="2971675" y="732029"/>
                </a:lnTo>
                <a:lnTo>
                  <a:pt x="228548" y="875802"/>
                </a:lnTo>
                <a:close/>
              </a:path>
            </a:pathLst>
          </a:custGeom>
          <a:gradFill>
            <a:gsLst>
              <a:gs pos="0">
                <a:schemeClr val="dk1"/>
              </a:gs>
              <a:gs pos="21000">
                <a:srgbClr val="000000">
                  <a:alpha val="56862"/>
                </a:srgbClr>
              </a:gs>
              <a:gs pos="41000">
                <a:srgbClr val="000000">
                  <a:alpha val="23921"/>
                </a:srgbClr>
              </a:gs>
              <a:gs pos="73000">
                <a:srgbClr val="C9C9C9">
                  <a:alpha val="9803"/>
                </a:srgbClr>
              </a:gs>
              <a:gs pos="88012">
                <a:srgbClr val="C9C9C9">
                  <a:alpha val="0"/>
                </a:srgbClr>
              </a:gs>
              <a:gs pos="100000">
                <a:srgbClr val="C9C9C9">
                  <a:alpha val="0"/>
                </a:srgbClr>
              </a:gs>
            </a:gsLst>
            <a:path path="circle">
              <a:fillToRect l="100000" b="100000"/>
            </a:path>
            <a:tileRect t="-100000" r="-10000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3" name="Google Shape;23;p6"/>
          <p:cNvSpPr/>
          <p:nvPr/>
        </p:nvSpPr>
        <p:spPr>
          <a:xfrm flipH="1">
            <a:off x="3410550" y="4359560"/>
            <a:ext cx="7542132" cy="1387976"/>
          </a:xfrm>
          <a:custGeom>
            <a:avLst/>
            <a:gdLst/>
            <a:ahLst/>
            <a:cxnLst/>
            <a:rect l="l" t="t" r="r" b="b"/>
            <a:pathLst>
              <a:path w="2829463" h="1188000" extrusionOk="0">
                <a:moveTo>
                  <a:pt x="603849" y="0"/>
                </a:moveTo>
                <a:lnTo>
                  <a:pt x="621100" y="1711"/>
                </a:lnTo>
                <a:lnTo>
                  <a:pt x="621100" y="0"/>
                </a:lnTo>
                <a:lnTo>
                  <a:pt x="2829463" y="0"/>
                </a:lnTo>
                <a:lnTo>
                  <a:pt x="2829463" y="1188000"/>
                </a:lnTo>
                <a:lnTo>
                  <a:pt x="621100" y="1188000"/>
                </a:lnTo>
                <a:lnTo>
                  <a:pt x="621100" y="1186289"/>
                </a:lnTo>
                <a:lnTo>
                  <a:pt x="603849" y="1188000"/>
                </a:lnTo>
                <a:cubicBezTo>
                  <a:pt x="270352" y="1188000"/>
                  <a:pt x="0" y="922057"/>
                  <a:pt x="0" y="594000"/>
                </a:cubicBezTo>
                <a:cubicBezTo>
                  <a:pt x="0" y="265943"/>
                  <a:pt x="270352" y="0"/>
                  <a:pt x="603849" y="0"/>
                </a:cubicBezTo>
                <a:close/>
              </a:path>
            </a:pathLst>
          </a:custGeom>
          <a:gradFill>
            <a:gsLst>
              <a:gs pos="0">
                <a:srgbClr val="FFFFFF"/>
              </a:gs>
              <a:gs pos="33000">
                <a:srgbClr val="FFFFFF"/>
              </a:gs>
              <a:gs pos="66000">
                <a:schemeClr val="lt1"/>
              </a:gs>
              <a:gs pos="98000">
                <a:srgbClr val="EFEFEF">
                  <a:alpha val="26666"/>
                </a:srgbClr>
              </a:gs>
              <a:gs pos="100000">
                <a:srgbClr val="EFEFEF">
                  <a:alpha val="26666"/>
                </a:srgbClr>
              </a:gs>
            </a:gsLst>
            <a:lin ang="0" scaled="0"/>
          </a:gradFill>
          <a:ln>
            <a:noFill/>
          </a:ln>
        </p:spPr>
        <p:txBody>
          <a:bodyPr spcFirstLastPara="1" wrap="square" lIns="91425" tIns="45700" rIns="91425" bIns="45700" anchor="ctr" anchorCtr="0">
            <a:noAutofit/>
          </a:bodyPr>
          <a:lstStyle/>
          <a:p>
            <a:pPr algn="just"/>
            <a:r>
              <a:rPr lang="ms-MY" dirty="0">
                <a:latin typeface="Tahoma" panose="020B0604030504040204" pitchFamily="34" charset="0"/>
                <a:ea typeface="Tahoma" panose="020B0604030504040204" pitchFamily="34" charset="0"/>
                <a:cs typeface="Tahoma" panose="020B0604030504040204" pitchFamily="34" charset="0"/>
              </a:rPr>
              <a:t>Dalam keadaan tertentu, sekiranya peraturan ini tidak dapat dipatuhi atas sebab-sebab kesuntukan masa sedangkan rahsia rasmi itu memerlukan tindakan segera maka pemula rahsia rasmi berkenaan hendaklah diberitahu dengan segera jumlah salinan tambahan dan pembahagian yang telah dibuat.</a:t>
            </a:r>
          </a:p>
        </p:txBody>
      </p:sp>
      <p:sp>
        <p:nvSpPr>
          <p:cNvPr id="24" name="Google Shape;24;p6"/>
          <p:cNvSpPr/>
          <p:nvPr/>
        </p:nvSpPr>
        <p:spPr>
          <a:xfrm>
            <a:off x="11004122" y="4704322"/>
            <a:ext cx="805132" cy="805132"/>
          </a:xfrm>
          <a:prstGeom prst="ellipse">
            <a:avLst/>
          </a:prstGeom>
          <a:solidFill>
            <a:srgbClr val="EC465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6" name="Google Shape;26;p6"/>
          <p:cNvSpPr/>
          <p:nvPr/>
        </p:nvSpPr>
        <p:spPr>
          <a:xfrm>
            <a:off x="6736832" y="4477936"/>
            <a:ext cx="1021703"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1" cap="none" dirty="0">
              <a:solidFill>
                <a:srgbClr val="EC465F"/>
              </a:solidFill>
              <a:latin typeface="Century Gothic"/>
              <a:ea typeface="Century Gothic"/>
              <a:cs typeface="Century Gothic"/>
              <a:sym typeface="Century Gothic"/>
            </a:endParaRPr>
          </a:p>
        </p:txBody>
      </p:sp>
      <p:sp>
        <p:nvSpPr>
          <p:cNvPr id="27" name="Google Shape;27;p6"/>
          <p:cNvSpPr/>
          <p:nvPr/>
        </p:nvSpPr>
        <p:spPr>
          <a:xfrm rot="10800000" flipH="1">
            <a:off x="2275510" y="4051818"/>
            <a:ext cx="2971675" cy="988428"/>
          </a:xfrm>
          <a:custGeom>
            <a:avLst/>
            <a:gdLst/>
            <a:ahLst/>
            <a:cxnLst/>
            <a:rect l="l" t="t" r="r" b="b"/>
            <a:pathLst>
              <a:path w="2971675" h="875802" extrusionOk="0">
                <a:moveTo>
                  <a:pt x="228548" y="875802"/>
                </a:moveTo>
                <a:cubicBezTo>
                  <a:pt x="-340795" y="502068"/>
                  <a:pt x="291809" y="-72948"/>
                  <a:pt x="631114" y="7643"/>
                </a:cubicBezTo>
                <a:lnTo>
                  <a:pt x="2971675" y="732029"/>
                </a:lnTo>
                <a:lnTo>
                  <a:pt x="228548" y="875802"/>
                </a:lnTo>
                <a:close/>
              </a:path>
            </a:pathLst>
          </a:custGeom>
          <a:gradFill>
            <a:gsLst>
              <a:gs pos="0">
                <a:schemeClr val="dk1"/>
              </a:gs>
              <a:gs pos="21000">
                <a:srgbClr val="000000">
                  <a:alpha val="56862"/>
                </a:srgbClr>
              </a:gs>
              <a:gs pos="41000">
                <a:srgbClr val="000000">
                  <a:alpha val="23921"/>
                </a:srgbClr>
              </a:gs>
              <a:gs pos="73000">
                <a:srgbClr val="C9C9C9">
                  <a:alpha val="9803"/>
                </a:srgbClr>
              </a:gs>
              <a:gs pos="88012">
                <a:srgbClr val="C9C9C9">
                  <a:alpha val="0"/>
                </a:srgbClr>
              </a:gs>
              <a:gs pos="100000">
                <a:srgbClr val="C9C9C9">
                  <a:alpha val="0"/>
                </a:srgbClr>
              </a:gs>
            </a:gsLst>
            <a:path path="circle">
              <a:fillToRect l="100000" b="100000"/>
            </a:path>
            <a:tileRect t="-100000" r="-10000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 name="Google Shape;28;p6"/>
          <p:cNvSpPr/>
          <p:nvPr/>
        </p:nvSpPr>
        <p:spPr>
          <a:xfrm>
            <a:off x="4526855" y="3180403"/>
            <a:ext cx="7233234" cy="1188000"/>
          </a:xfrm>
          <a:custGeom>
            <a:avLst/>
            <a:gdLst/>
            <a:ahLst/>
            <a:cxnLst/>
            <a:rect l="l" t="t" r="r" b="b"/>
            <a:pathLst>
              <a:path w="2829463" h="1188000" extrusionOk="0">
                <a:moveTo>
                  <a:pt x="603849" y="0"/>
                </a:moveTo>
                <a:lnTo>
                  <a:pt x="621100" y="1711"/>
                </a:lnTo>
                <a:lnTo>
                  <a:pt x="621100" y="0"/>
                </a:lnTo>
                <a:lnTo>
                  <a:pt x="2829463" y="0"/>
                </a:lnTo>
                <a:lnTo>
                  <a:pt x="2829463" y="1188000"/>
                </a:lnTo>
                <a:lnTo>
                  <a:pt x="621100" y="1188000"/>
                </a:lnTo>
                <a:lnTo>
                  <a:pt x="621100" y="1186289"/>
                </a:lnTo>
                <a:lnTo>
                  <a:pt x="603849" y="1188000"/>
                </a:lnTo>
                <a:cubicBezTo>
                  <a:pt x="270352" y="1188000"/>
                  <a:pt x="0" y="922057"/>
                  <a:pt x="0" y="594000"/>
                </a:cubicBezTo>
                <a:cubicBezTo>
                  <a:pt x="0" y="265943"/>
                  <a:pt x="270352" y="0"/>
                  <a:pt x="603849" y="0"/>
                </a:cubicBezTo>
                <a:close/>
              </a:path>
            </a:pathLst>
          </a:custGeom>
          <a:gradFill>
            <a:gsLst>
              <a:gs pos="0">
                <a:srgbClr val="FFFFFF"/>
              </a:gs>
              <a:gs pos="33000">
                <a:srgbClr val="FFFFFF"/>
              </a:gs>
              <a:gs pos="66000">
                <a:schemeClr val="lt1"/>
              </a:gs>
              <a:gs pos="98000">
                <a:srgbClr val="EFEFEF">
                  <a:alpha val="4705"/>
                </a:srgbClr>
              </a:gs>
              <a:gs pos="100000">
                <a:srgbClr val="EFEFEF">
                  <a:alpha val="4705"/>
                </a:srgbClr>
              </a:gs>
            </a:gsLst>
            <a:lin ang="0" scaled="0"/>
          </a:gradFill>
          <a:ln>
            <a:noFill/>
          </a:ln>
        </p:spPr>
        <p:txBody>
          <a:bodyPr spcFirstLastPara="1" wrap="square" lIns="91425" tIns="45700" rIns="91425" bIns="45700" anchor="ctr" anchorCtr="0">
            <a:noAutofit/>
          </a:bodyPr>
          <a:lstStyle/>
          <a:p>
            <a:pPr algn="just"/>
            <a:r>
              <a:rPr lang="ms-MY" dirty="0">
                <a:latin typeface="Tahoma" panose="020B0604030504040204" pitchFamily="34" charset="0"/>
                <a:ea typeface="Tahoma" panose="020B0604030504040204" pitchFamily="34" charset="0"/>
                <a:cs typeface="Tahoma" panose="020B0604030504040204" pitchFamily="34" charset="0"/>
              </a:rPr>
              <a:t>Satu senarai pembahagian yang baharu hendaklah dihantar kepada pemula.</a:t>
            </a:r>
          </a:p>
        </p:txBody>
      </p:sp>
      <p:sp>
        <p:nvSpPr>
          <p:cNvPr id="29" name="Google Shape;29;p6"/>
          <p:cNvSpPr/>
          <p:nvPr/>
        </p:nvSpPr>
        <p:spPr>
          <a:xfrm>
            <a:off x="3721723" y="3373106"/>
            <a:ext cx="805132" cy="805132"/>
          </a:xfrm>
          <a:prstGeom prst="ellipse">
            <a:avLst/>
          </a:prstGeom>
          <a:solidFill>
            <a:srgbClr val="60606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 name="Google Shape;31;p6"/>
          <p:cNvSpPr/>
          <p:nvPr/>
        </p:nvSpPr>
        <p:spPr>
          <a:xfrm>
            <a:off x="4676773" y="3318144"/>
            <a:ext cx="1021703"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1" cap="none" dirty="0">
              <a:solidFill>
                <a:srgbClr val="606060"/>
              </a:solidFill>
              <a:latin typeface="Century Gothic"/>
              <a:ea typeface="Century Gothic"/>
              <a:cs typeface="Century Gothic"/>
              <a:sym typeface="Century Gothic"/>
            </a:endParaRPr>
          </a:p>
        </p:txBody>
      </p:sp>
      <p:pic>
        <p:nvPicPr>
          <p:cNvPr id="33" name="Google Shape;33;p6"/>
          <p:cNvPicPr preferRelativeResize="0"/>
          <p:nvPr/>
        </p:nvPicPr>
        <p:blipFill rotWithShape="1">
          <a:blip r:embed="rId3">
            <a:alphaModFix/>
          </a:blip>
          <a:srcRect l="1958" t="-5297" r="67965" b="73195"/>
          <a:stretch/>
        </p:blipFill>
        <p:spPr>
          <a:xfrm>
            <a:off x="2577817" y="4572434"/>
            <a:ext cx="732127" cy="734535"/>
          </a:xfrm>
          <a:prstGeom prst="rect">
            <a:avLst/>
          </a:prstGeom>
          <a:noFill/>
          <a:ln>
            <a:noFill/>
          </a:ln>
          <a:effectLst>
            <a:reflection stA="52000" endA="300" endPos="35000" sy="-100000" algn="bl" rotWithShape="0"/>
          </a:effectLst>
        </p:spPr>
      </p:pic>
      <p:sp>
        <p:nvSpPr>
          <p:cNvPr id="35" name="Google Shape;35;p6"/>
          <p:cNvSpPr/>
          <p:nvPr/>
        </p:nvSpPr>
        <p:spPr>
          <a:xfrm flipH="1">
            <a:off x="3812888" y="1992735"/>
            <a:ext cx="8047807" cy="1187668"/>
          </a:xfrm>
          <a:custGeom>
            <a:avLst/>
            <a:gdLst/>
            <a:ahLst/>
            <a:cxnLst/>
            <a:rect l="l" t="t" r="r" b="b"/>
            <a:pathLst>
              <a:path w="2829463" h="1188000" extrusionOk="0">
                <a:moveTo>
                  <a:pt x="603849" y="0"/>
                </a:moveTo>
                <a:lnTo>
                  <a:pt x="621100" y="1711"/>
                </a:lnTo>
                <a:lnTo>
                  <a:pt x="621100" y="0"/>
                </a:lnTo>
                <a:lnTo>
                  <a:pt x="2829463" y="0"/>
                </a:lnTo>
                <a:lnTo>
                  <a:pt x="2829463" y="1188000"/>
                </a:lnTo>
                <a:lnTo>
                  <a:pt x="621100" y="1188000"/>
                </a:lnTo>
                <a:lnTo>
                  <a:pt x="621100" y="1186289"/>
                </a:lnTo>
                <a:lnTo>
                  <a:pt x="603849" y="1188000"/>
                </a:lnTo>
                <a:cubicBezTo>
                  <a:pt x="270352" y="1188000"/>
                  <a:pt x="0" y="922057"/>
                  <a:pt x="0" y="594000"/>
                </a:cubicBezTo>
                <a:cubicBezTo>
                  <a:pt x="0" y="265943"/>
                  <a:pt x="270352" y="0"/>
                  <a:pt x="603849" y="0"/>
                </a:cubicBezTo>
                <a:close/>
              </a:path>
            </a:pathLst>
          </a:custGeom>
          <a:gradFill>
            <a:gsLst>
              <a:gs pos="0">
                <a:srgbClr val="FFFFFF"/>
              </a:gs>
              <a:gs pos="33000">
                <a:srgbClr val="FFFFFF"/>
              </a:gs>
              <a:gs pos="66000">
                <a:schemeClr val="lt1"/>
              </a:gs>
              <a:gs pos="98000">
                <a:srgbClr val="F4F4F6">
                  <a:alpha val="20000"/>
                </a:srgbClr>
              </a:gs>
              <a:gs pos="100000">
                <a:srgbClr val="F4F4F6">
                  <a:alpha val="20000"/>
                </a:srgbClr>
              </a:gs>
            </a:gsLst>
            <a:lin ang="0" scaled="0"/>
          </a:gradFill>
          <a:ln>
            <a:noFill/>
          </a:ln>
        </p:spPr>
        <p:txBody>
          <a:bodyPr spcFirstLastPara="1" wrap="square" lIns="91425" tIns="45700" rIns="91425" bIns="45700" anchor="ctr" anchorCtr="0">
            <a:noAutofit/>
          </a:bodyPr>
          <a:lstStyle/>
          <a:p>
            <a:pPr algn="just"/>
            <a:r>
              <a:rPr lang="ms-MY" dirty="0">
                <a:latin typeface="Tahoma" panose="020B0604030504040204" pitchFamily="34" charset="0"/>
                <a:ea typeface="Tahoma" panose="020B0604030504040204" pitchFamily="34" charset="0"/>
                <a:cs typeface="Tahoma" panose="020B0604030504040204" pitchFamily="34" charset="0"/>
              </a:rPr>
              <a:t>Salinan tambahan rahsia rasmi untuk “</a:t>
            </a:r>
            <a:r>
              <a:rPr lang="ms-MY" b="1" dirty="0">
                <a:latin typeface="Tahoma" panose="020B0604030504040204" pitchFamily="34" charset="0"/>
                <a:ea typeface="Tahoma" panose="020B0604030504040204" pitchFamily="34" charset="0"/>
                <a:cs typeface="Tahoma" panose="020B0604030504040204" pitchFamily="34" charset="0"/>
              </a:rPr>
              <a:t>Rahsia Besar” </a:t>
            </a:r>
            <a:r>
              <a:rPr lang="ms-MY" dirty="0">
                <a:latin typeface="Tahoma" panose="020B0604030504040204" pitchFamily="34" charset="0"/>
                <a:ea typeface="Tahoma" panose="020B0604030504040204" pitchFamily="34" charset="0"/>
                <a:cs typeface="Tahoma" panose="020B0604030504040204" pitchFamily="34" charset="0"/>
              </a:rPr>
              <a:t>atau “</a:t>
            </a:r>
            <a:r>
              <a:rPr lang="ms-MY" b="1" dirty="0">
                <a:latin typeface="Tahoma" panose="020B0604030504040204" pitchFamily="34" charset="0"/>
                <a:ea typeface="Tahoma" panose="020B0604030504040204" pitchFamily="34" charset="0"/>
                <a:cs typeface="Tahoma" panose="020B0604030504040204" pitchFamily="34" charset="0"/>
              </a:rPr>
              <a:t>Rahsia</a:t>
            </a:r>
            <a:r>
              <a:rPr lang="ms-MY" b="1" i="1" dirty="0">
                <a:latin typeface="Tahoma" panose="020B0604030504040204" pitchFamily="34" charset="0"/>
                <a:ea typeface="Tahoma" panose="020B0604030504040204" pitchFamily="34" charset="0"/>
                <a:cs typeface="Tahoma" panose="020B0604030504040204" pitchFamily="34" charset="0"/>
              </a:rPr>
              <a:t>”</a:t>
            </a:r>
            <a:r>
              <a:rPr lang="ms-MY" dirty="0">
                <a:latin typeface="Tahoma" panose="020B0604030504040204" pitchFamily="34" charset="0"/>
                <a:ea typeface="Tahoma" panose="020B0604030504040204" pitchFamily="34" charset="0"/>
                <a:cs typeface="Tahoma" panose="020B0604030504040204" pitchFamily="34" charset="0"/>
              </a:rPr>
              <a:t> hanya boleh dibuat dengan kebenaran pemulanya sahaja. </a:t>
            </a:r>
          </a:p>
        </p:txBody>
      </p:sp>
      <p:sp>
        <p:nvSpPr>
          <p:cNvPr id="36" name="Google Shape;36;p6"/>
          <p:cNvSpPr/>
          <p:nvPr/>
        </p:nvSpPr>
        <p:spPr>
          <a:xfrm>
            <a:off x="11237265" y="2566027"/>
            <a:ext cx="805132" cy="805132"/>
          </a:xfrm>
          <a:prstGeom prst="ellipse">
            <a:avLst/>
          </a:prstGeom>
          <a:solidFill>
            <a:srgbClr val="F4B55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sp>
        <p:nvSpPr>
          <p:cNvPr id="38" name="Google Shape;38;p6"/>
          <p:cNvSpPr/>
          <p:nvPr/>
        </p:nvSpPr>
        <p:spPr>
          <a:xfrm>
            <a:off x="6630968" y="2102026"/>
            <a:ext cx="1021703"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1" cap="none" dirty="0">
              <a:solidFill>
                <a:srgbClr val="F4B551"/>
              </a:solidFill>
              <a:latin typeface="Century Gothic"/>
              <a:ea typeface="Century Gothic"/>
              <a:cs typeface="Century Gothic"/>
              <a:sym typeface="Century Gothic"/>
            </a:endParaRPr>
          </a:p>
        </p:txBody>
      </p:sp>
      <p:sp>
        <p:nvSpPr>
          <p:cNvPr id="39" name="Google Shape;39;p6"/>
          <p:cNvSpPr/>
          <p:nvPr/>
        </p:nvSpPr>
        <p:spPr>
          <a:xfrm rot="10800000" flipH="1">
            <a:off x="3330783" y="1789908"/>
            <a:ext cx="2971675" cy="988428"/>
          </a:xfrm>
          <a:custGeom>
            <a:avLst/>
            <a:gdLst/>
            <a:ahLst/>
            <a:cxnLst/>
            <a:rect l="l" t="t" r="r" b="b"/>
            <a:pathLst>
              <a:path w="2971675" h="875802" extrusionOk="0">
                <a:moveTo>
                  <a:pt x="228548" y="875802"/>
                </a:moveTo>
                <a:cubicBezTo>
                  <a:pt x="-340795" y="502068"/>
                  <a:pt x="291809" y="-72948"/>
                  <a:pt x="631114" y="7643"/>
                </a:cubicBezTo>
                <a:lnTo>
                  <a:pt x="2971675" y="732029"/>
                </a:lnTo>
                <a:lnTo>
                  <a:pt x="228548" y="875802"/>
                </a:lnTo>
                <a:close/>
              </a:path>
            </a:pathLst>
          </a:custGeom>
          <a:gradFill>
            <a:gsLst>
              <a:gs pos="0">
                <a:schemeClr val="dk1"/>
              </a:gs>
              <a:gs pos="21000">
                <a:srgbClr val="000000">
                  <a:alpha val="56862"/>
                </a:srgbClr>
              </a:gs>
              <a:gs pos="41000">
                <a:srgbClr val="000000">
                  <a:alpha val="23921"/>
                </a:srgbClr>
              </a:gs>
              <a:gs pos="73000">
                <a:srgbClr val="C9C9C9">
                  <a:alpha val="9803"/>
                </a:srgbClr>
              </a:gs>
              <a:gs pos="88012">
                <a:srgbClr val="C9C9C9">
                  <a:alpha val="0"/>
                </a:srgbClr>
              </a:gs>
              <a:gs pos="100000">
                <a:srgbClr val="C9C9C9">
                  <a:alpha val="0"/>
                </a:srgbClr>
              </a:gs>
            </a:gsLst>
            <a:path path="circle">
              <a:fillToRect l="100000" b="100000"/>
            </a:path>
            <a:tileRect t="-100000" r="-10000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0" name="Google Shape;40;p6"/>
          <p:cNvSpPr/>
          <p:nvPr/>
        </p:nvSpPr>
        <p:spPr>
          <a:xfrm>
            <a:off x="2025020" y="700507"/>
            <a:ext cx="3333757" cy="1188000"/>
          </a:xfrm>
          <a:custGeom>
            <a:avLst/>
            <a:gdLst/>
            <a:ahLst/>
            <a:cxnLst/>
            <a:rect l="l" t="t" r="r" b="b"/>
            <a:pathLst>
              <a:path w="2829463" h="1188000" extrusionOk="0">
                <a:moveTo>
                  <a:pt x="603849" y="0"/>
                </a:moveTo>
                <a:lnTo>
                  <a:pt x="621100" y="1711"/>
                </a:lnTo>
                <a:lnTo>
                  <a:pt x="621100" y="0"/>
                </a:lnTo>
                <a:lnTo>
                  <a:pt x="2829463" y="0"/>
                </a:lnTo>
                <a:lnTo>
                  <a:pt x="2829463" y="1188000"/>
                </a:lnTo>
                <a:lnTo>
                  <a:pt x="621100" y="1188000"/>
                </a:lnTo>
                <a:lnTo>
                  <a:pt x="621100" y="1186289"/>
                </a:lnTo>
                <a:lnTo>
                  <a:pt x="603849" y="1188000"/>
                </a:lnTo>
                <a:cubicBezTo>
                  <a:pt x="270352" y="1188000"/>
                  <a:pt x="0" y="922057"/>
                  <a:pt x="0" y="594000"/>
                </a:cubicBezTo>
                <a:cubicBezTo>
                  <a:pt x="0" y="265943"/>
                  <a:pt x="270352" y="0"/>
                  <a:pt x="603849" y="0"/>
                </a:cubicBezTo>
                <a:close/>
              </a:path>
            </a:pathLst>
          </a:custGeom>
          <a:gradFill>
            <a:gsLst>
              <a:gs pos="0">
                <a:srgbClr val="FFFFFF"/>
              </a:gs>
              <a:gs pos="33000">
                <a:srgbClr val="FFFFFF"/>
              </a:gs>
              <a:gs pos="66000">
                <a:schemeClr val="lt1"/>
              </a:gs>
              <a:gs pos="99000">
                <a:srgbClr val="F4F4F6">
                  <a:alpha val="18823"/>
                </a:srgbClr>
              </a:gs>
              <a:gs pos="100000">
                <a:srgbClr val="F4F4F6">
                  <a:alpha val="18823"/>
                </a:srgbClr>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1" name="Google Shape;41;p6"/>
          <p:cNvSpPr/>
          <p:nvPr/>
        </p:nvSpPr>
        <p:spPr>
          <a:xfrm>
            <a:off x="2340052" y="819437"/>
            <a:ext cx="805132" cy="805132"/>
          </a:xfrm>
          <a:prstGeom prst="ellipse">
            <a:avLst/>
          </a:prstGeom>
          <a:solidFill>
            <a:srgbClr val="4FADE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3" name="Google Shape;43;p6"/>
          <p:cNvSpPr/>
          <p:nvPr/>
        </p:nvSpPr>
        <p:spPr>
          <a:xfrm>
            <a:off x="3330783" y="671003"/>
            <a:ext cx="7313369" cy="668660"/>
          </a:xfrm>
          <a:prstGeom prst="rect">
            <a:avLst/>
          </a:prstGeom>
          <a:noFill/>
          <a:ln>
            <a:noFill/>
          </a:ln>
        </p:spPr>
        <p:txBody>
          <a:bodyPr spcFirstLastPara="1" wrap="square" lIns="91425" tIns="45700" rIns="91425" bIns="45700" anchor="t" anchorCtr="0">
            <a:noAutofit/>
          </a:bodyPr>
          <a:lstStyle/>
          <a:p>
            <a:pPr lvl="0"/>
            <a:r>
              <a:rPr lang="en-GB" sz="3600" b="1" dirty="0" err="1">
                <a:solidFill>
                  <a:srgbClr val="C00000"/>
                </a:solidFill>
                <a:latin typeface="Tahoma" panose="020B0604030504040204" pitchFamily="34" charset="0"/>
                <a:ea typeface="Tahoma" panose="020B0604030504040204" pitchFamily="34" charset="0"/>
                <a:cs typeface="Tahoma" panose="020B0604030504040204" pitchFamily="34" charset="0"/>
              </a:rPr>
              <a:t>Membuat</a:t>
            </a:r>
            <a:r>
              <a:rPr lang="fi-FI" sz="3600" b="1" dirty="0">
                <a:solidFill>
                  <a:srgbClr val="C00000"/>
                </a:solidFill>
                <a:latin typeface="Tahoma" panose="020B0604030504040204" pitchFamily="34" charset="0"/>
                <a:ea typeface="Tahoma" panose="020B0604030504040204" pitchFamily="34" charset="0"/>
                <a:cs typeface="Tahoma" panose="020B0604030504040204" pitchFamily="34" charset="0"/>
              </a:rPr>
              <a:t> salinan tambahan Rahsia Besar atau Rahsia</a:t>
            </a:r>
            <a:r>
              <a:rPr lang="en-US" sz="3600" b="1" dirty="0">
                <a:solidFill>
                  <a:srgbClr val="4FADE8"/>
                </a:solidFill>
                <a:latin typeface="Century Gothic"/>
                <a:ea typeface="Century Gothic"/>
                <a:cs typeface="Century Gothic"/>
                <a:sym typeface="Century Gothic"/>
              </a:rPr>
              <a:t> </a:t>
            </a:r>
            <a:endParaRPr sz="3600" b="1" cap="none" dirty="0">
              <a:solidFill>
                <a:srgbClr val="4FADE8"/>
              </a:solidFill>
              <a:latin typeface="Century Gothic"/>
              <a:ea typeface="Century Gothic"/>
              <a:cs typeface="Century Gothic"/>
              <a:sym typeface="Century Gothic"/>
            </a:endParaRPr>
          </a:p>
        </p:txBody>
      </p:sp>
      <p:pic>
        <p:nvPicPr>
          <p:cNvPr id="44" name="Google Shape;44;p6"/>
          <p:cNvPicPr preferRelativeResize="0"/>
          <p:nvPr/>
        </p:nvPicPr>
        <p:blipFill rotWithShape="1">
          <a:blip r:embed="rId3">
            <a:alphaModFix/>
          </a:blip>
          <a:srcRect t="31791" r="69923" b="36107"/>
          <a:stretch/>
        </p:blipFill>
        <p:spPr>
          <a:xfrm>
            <a:off x="10475269" y="854736"/>
            <a:ext cx="732127" cy="734535"/>
          </a:xfrm>
          <a:prstGeom prst="rect">
            <a:avLst/>
          </a:prstGeom>
          <a:noFill/>
          <a:ln>
            <a:noFill/>
          </a:ln>
          <a:effectLst>
            <a:reflection stA="52000" endA="300" endPos="35000" sy="-100000" algn="bl" rotWithShape="0"/>
          </a:effectLst>
        </p:spPr>
      </p:pic>
      <p:pic>
        <p:nvPicPr>
          <p:cNvPr id="45" name="Google Shape;45;p6"/>
          <p:cNvPicPr preferRelativeResize="0"/>
          <p:nvPr/>
        </p:nvPicPr>
        <p:blipFill rotWithShape="1">
          <a:blip r:embed="rId3">
            <a:alphaModFix/>
          </a:blip>
          <a:srcRect l="31751" t="66533" r="38172" b="7072"/>
          <a:stretch/>
        </p:blipFill>
        <p:spPr>
          <a:xfrm>
            <a:off x="3080762" y="2328102"/>
            <a:ext cx="732127" cy="603947"/>
          </a:xfrm>
          <a:prstGeom prst="rect">
            <a:avLst/>
          </a:prstGeom>
          <a:noFill/>
          <a:ln>
            <a:noFill/>
          </a:ln>
          <a:effectLst>
            <a:reflection stA="52000" endA="300" endPos="35000" sy="-100000" algn="bl" rotWithShape="0"/>
          </a:effectLst>
        </p:spPr>
      </p:pic>
      <p:sp>
        <p:nvSpPr>
          <p:cNvPr id="46" name="Google Shape;46;p6"/>
          <p:cNvSpPr/>
          <p:nvPr/>
        </p:nvSpPr>
        <p:spPr>
          <a:xfrm>
            <a:off x="7634388" y="2042842"/>
            <a:ext cx="1032655" cy="1107996"/>
          </a:xfrm>
          <a:prstGeom prst="rect">
            <a:avLst/>
          </a:prstGeom>
          <a:noFill/>
          <a:ln>
            <a:noFill/>
          </a:ln>
          <a:effectLst>
            <a:outerShdw dist="38100" algn="l" rotWithShape="0">
              <a:srgbClr val="000000">
                <a:alpha val="40000"/>
              </a:srgbClr>
            </a:outerShdw>
          </a:effectLst>
        </p:spPr>
        <p:txBody>
          <a:bodyPr spcFirstLastPara="1" wrap="square" lIns="91425" tIns="45700" rIns="91425" bIns="45700" anchor="t" anchorCtr="0">
            <a:noAutofit/>
          </a:bodyPr>
          <a:lstStyle/>
          <a:p>
            <a:pPr marL="0" marR="0" lvl="0" indent="0" algn="ctr" rtl="0">
              <a:spcBef>
                <a:spcPts val="0"/>
              </a:spcBef>
              <a:spcAft>
                <a:spcPts val="0"/>
              </a:spcAft>
              <a:buNone/>
            </a:pPr>
            <a:endParaRPr dirty="0"/>
          </a:p>
        </p:txBody>
      </p:sp>
      <p:sp>
        <p:nvSpPr>
          <p:cNvPr id="47" name="Google Shape;47;p6"/>
          <p:cNvSpPr/>
          <p:nvPr/>
        </p:nvSpPr>
        <p:spPr>
          <a:xfrm>
            <a:off x="3621117" y="3215923"/>
            <a:ext cx="1032655" cy="1107996"/>
          </a:xfrm>
          <a:prstGeom prst="rect">
            <a:avLst/>
          </a:prstGeom>
          <a:noFill/>
          <a:ln>
            <a:noFill/>
          </a:ln>
          <a:effectLst>
            <a:outerShdw dist="38100" algn="l" rotWithShape="0">
              <a:srgbClr val="000000">
                <a:alpha val="40000"/>
              </a:srgbClr>
            </a:outerShdw>
          </a:effectLst>
        </p:spPr>
        <p:txBody>
          <a:bodyPr spcFirstLastPara="1" wrap="square" lIns="91425" tIns="45700" rIns="91425" bIns="45700" anchor="t" anchorCtr="0">
            <a:noAutofit/>
          </a:bodyPr>
          <a:lstStyle/>
          <a:p>
            <a:pPr marL="0" marR="0" lvl="0" indent="0" algn="ctr" rtl="0">
              <a:spcBef>
                <a:spcPts val="0"/>
              </a:spcBef>
              <a:spcAft>
                <a:spcPts val="0"/>
              </a:spcAft>
              <a:buNone/>
            </a:pPr>
            <a:endParaRPr dirty="0"/>
          </a:p>
        </p:txBody>
      </p:sp>
      <p:sp>
        <p:nvSpPr>
          <p:cNvPr id="48" name="Google Shape;48;p6"/>
          <p:cNvSpPr/>
          <p:nvPr/>
        </p:nvSpPr>
        <p:spPr>
          <a:xfrm>
            <a:off x="7692804" y="4421211"/>
            <a:ext cx="1032655" cy="1107996"/>
          </a:xfrm>
          <a:prstGeom prst="rect">
            <a:avLst/>
          </a:prstGeom>
          <a:noFill/>
          <a:ln>
            <a:noFill/>
          </a:ln>
          <a:effectLst>
            <a:outerShdw dist="38100" algn="l" rotWithShape="0">
              <a:srgbClr val="000000">
                <a:alpha val="40000"/>
              </a:srgbClr>
            </a:outerShdw>
          </a:effectLst>
        </p:spPr>
        <p:txBody>
          <a:bodyPr spcFirstLastPara="1" wrap="square" lIns="91425" tIns="45700" rIns="91425" bIns="45700" anchor="t" anchorCtr="0">
            <a:noAutofit/>
          </a:bodyPr>
          <a:lstStyle/>
          <a:p>
            <a:pPr marL="0" marR="0" lvl="0" indent="0" algn="ctr" rtl="0">
              <a:spcBef>
                <a:spcPts val="0"/>
              </a:spcBef>
              <a:spcAft>
                <a:spcPts val="0"/>
              </a:spcAft>
              <a:buNone/>
            </a:pPr>
            <a:endParaRPr dirty="0"/>
          </a:p>
        </p:txBody>
      </p:sp>
      <p:sp>
        <p:nvSpPr>
          <p:cNvPr id="50" name="TextBox 49">
            <a:extLst>
              <a:ext uri="{FF2B5EF4-FFF2-40B4-BE49-F238E27FC236}">
                <a16:creationId xmlns="" xmlns:a16="http://schemas.microsoft.com/office/drawing/2014/main" id="{42D6A29A-26EE-4DA2-AD0D-B6082C683366}"/>
              </a:ext>
            </a:extLst>
          </p:cNvPr>
          <p:cNvSpPr txBox="1"/>
          <p:nvPr/>
        </p:nvSpPr>
        <p:spPr>
          <a:xfrm>
            <a:off x="2025020" y="5901248"/>
            <a:ext cx="6954415" cy="430887"/>
          </a:xfrm>
          <a:prstGeom prst="rect">
            <a:avLst/>
          </a:prstGeom>
          <a:noFill/>
        </p:spPr>
        <p:txBody>
          <a:bodyPr wrap="square">
            <a:spAutoFit/>
          </a:bodyPr>
          <a:lstStyle/>
          <a:p>
            <a:pPr>
              <a:defRPr/>
            </a:pPr>
            <a:r>
              <a:rPr lang="en-US" sz="1100" spc="280" dirty="0"/>
              <a:t>PEJABAT KETUA PEGAWAI KESELAMATAN KERAJAAN MALAYSIA</a:t>
            </a:r>
          </a:p>
          <a:p>
            <a:pPr>
              <a:defRPr/>
            </a:pPr>
            <a:r>
              <a:rPr lang="en-US" sz="1100" spc="280" dirty="0"/>
              <a:t>JABATAN PERDANA MENTERI</a:t>
            </a:r>
          </a:p>
        </p:txBody>
      </p:sp>
      <p:pic>
        <p:nvPicPr>
          <p:cNvPr id="51" name="Picture 50">
            <a:extLst>
              <a:ext uri="{FF2B5EF4-FFF2-40B4-BE49-F238E27FC236}">
                <a16:creationId xmlns="" xmlns:a16="http://schemas.microsoft.com/office/drawing/2014/main" id="{BB01B14A-2E91-415C-871F-A57AA265C48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0156" y="5595607"/>
            <a:ext cx="1300637" cy="1042168"/>
          </a:xfrm>
          <a:prstGeom prst="rect">
            <a:avLst/>
          </a:prstGeom>
        </p:spPr>
      </p:pic>
    </p:spTree>
    <p:extLst>
      <p:ext uri="{BB962C8B-B14F-4D97-AF65-F5344CB8AC3E}">
        <p14:creationId xmlns:p14="http://schemas.microsoft.com/office/powerpoint/2010/main" val="1273906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500"/>
                                        <p:tgtEl>
                                          <p:spTgt spid="40"/>
                                        </p:tgtEl>
                                      </p:cBhvr>
                                    </p:animEffect>
                                  </p:childTnLst>
                                </p:cTn>
                              </p:par>
                              <p:par>
                                <p:cTn id="8" presetID="10" presetClass="entr" presetSubtype="0" fill="hold" nodeType="withEffect">
                                  <p:stCondLst>
                                    <p:cond delay="0"/>
                                  </p:stCondLst>
                                  <p:childTnLst>
                                    <p:set>
                                      <p:cBhvr>
                                        <p:cTn id="9" dur="1" fill="hold">
                                          <p:stCondLst>
                                            <p:cond delay="0"/>
                                          </p:stCondLst>
                                        </p:cTn>
                                        <p:tgtEl>
                                          <p:spTgt spid="39"/>
                                        </p:tgtEl>
                                        <p:attrNameLst>
                                          <p:attrName>style.visibility</p:attrName>
                                        </p:attrNameLst>
                                      </p:cBhvr>
                                      <p:to>
                                        <p:strVal val="visible"/>
                                      </p:to>
                                    </p:set>
                                    <p:animEffect transition="in" filter="fade">
                                      <p:cBhvr>
                                        <p:cTn id="10" dur="750"/>
                                        <p:tgtEl>
                                          <p:spTgt spid="39"/>
                                        </p:tgtEl>
                                      </p:cBhvr>
                                    </p:animEffect>
                                  </p:childTnLst>
                                </p:cTn>
                              </p:par>
                            </p:childTnLst>
                          </p:cTn>
                        </p:par>
                        <p:par>
                          <p:cTn id="11" fill="hold">
                            <p:stCondLst>
                              <p:cond delay="750"/>
                            </p:stCondLst>
                            <p:childTnLst>
                              <p:par>
                                <p:cTn id="12" presetID="10" presetClass="entr" presetSubtype="0" fill="hold" nodeType="afterEffect">
                                  <p:stCondLst>
                                    <p:cond delay="0"/>
                                  </p:stCondLst>
                                  <p:childTnLst>
                                    <p:set>
                                      <p:cBhvr>
                                        <p:cTn id="13" dur="1" fill="hold">
                                          <p:stCondLst>
                                            <p:cond delay="0"/>
                                          </p:stCondLst>
                                        </p:cTn>
                                        <p:tgtEl>
                                          <p:spTgt spid="41"/>
                                        </p:tgtEl>
                                        <p:attrNameLst>
                                          <p:attrName>style.visibility</p:attrName>
                                        </p:attrNameLst>
                                      </p:cBhvr>
                                      <p:to>
                                        <p:strVal val="visible"/>
                                      </p:to>
                                    </p:set>
                                    <p:animEffect transition="in" filter="fade">
                                      <p:cBhvr>
                                        <p:cTn id="14" dur="500"/>
                                        <p:tgtEl>
                                          <p:spTgt spid="41"/>
                                        </p:tgtEl>
                                      </p:cBhvr>
                                    </p:animEffect>
                                  </p:childTnLst>
                                </p:cTn>
                              </p:par>
                              <p:par>
                                <p:cTn id="15" presetID="2" presetClass="entr" presetSubtype="2" fill="hold" nodeType="withEffect">
                                  <p:stCondLst>
                                    <p:cond delay="0"/>
                                  </p:stCondLst>
                                  <p:childTnLst>
                                    <p:set>
                                      <p:cBhvr>
                                        <p:cTn id="16" dur="1" fill="hold">
                                          <p:stCondLst>
                                            <p:cond delay="0"/>
                                          </p:stCondLst>
                                        </p:cTn>
                                        <p:tgtEl>
                                          <p:spTgt spid="43"/>
                                        </p:tgtEl>
                                        <p:attrNameLst>
                                          <p:attrName>style.visibility</p:attrName>
                                        </p:attrNameLst>
                                      </p:cBhvr>
                                      <p:to>
                                        <p:strVal val="visible"/>
                                      </p:to>
                                    </p:set>
                                    <p:anim calcmode="lin" valueType="num">
                                      <p:cBhvr additive="base">
                                        <p:cTn id="17" dur="500"/>
                                        <p:tgtEl>
                                          <p:spTgt spid="43"/>
                                        </p:tgtEl>
                                        <p:attrNameLst>
                                          <p:attrName>ppt_x</p:attrName>
                                        </p:attrNameLst>
                                      </p:cBhvr>
                                      <p:tavLst>
                                        <p:tav tm="0">
                                          <p:val>
                                            <p:strVal val="#ppt_x+1"/>
                                          </p:val>
                                        </p:tav>
                                        <p:tav tm="100000">
                                          <p:val>
                                            <p:strVal val="#ppt_x"/>
                                          </p:val>
                                        </p:tav>
                                      </p:tavLst>
                                    </p:anim>
                                  </p:childTnLst>
                                </p:cTn>
                              </p:par>
                              <p:par>
                                <p:cTn id="18" presetID="2" presetClass="entr" presetSubtype="8" fill="hold" nodeType="withEffect">
                                  <p:stCondLst>
                                    <p:cond delay="0"/>
                                  </p:stCondLst>
                                  <p:childTnLst>
                                    <p:set>
                                      <p:cBhvr>
                                        <p:cTn id="19" dur="1" fill="hold">
                                          <p:stCondLst>
                                            <p:cond delay="0"/>
                                          </p:stCondLst>
                                        </p:cTn>
                                        <p:tgtEl>
                                          <p:spTgt spid="44"/>
                                        </p:tgtEl>
                                        <p:attrNameLst>
                                          <p:attrName>style.visibility</p:attrName>
                                        </p:attrNameLst>
                                      </p:cBhvr>
                                      <p:to>
                                        <p:strVal val="visible"/>
                                      </p:to>
                                    </p:set>
                                    <p:anim calcmode="lin" valueType="num">
                                      <p:cBhvr additive="base">
                                        <p:cTn id="20" dur="500"/>
                                        <p:tgtEl>
                                          <p:spTgt spid="44"/>
                                        </p:tgtEl>
                                        <p:attrNameLst>
                                          <p:attrName>ppt_x</p:attrName>
                                        </p:attrNameLst>
                                      </p:cBhvr>
                                      <p:tavLst>
                                        <p:tav tm="0">
                                          <p:val>
                                            <p:strVal val="#ppt_x-1"/>
                                          </p:val>
                                        </p:tav>
                                        <p:tav tm="100000">
                                          <p:val>
                                            <p:strVal val="#ppt_x"/>
                                          </p:val>
                                        </p:tav>
                                      </p:tavLst>
                                    </p:anim>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5"/>
                                        </p:tgtEl>
                                        <p:attrNameLst>
                                          <p:attrName>style.visibility</p:attrName>
                                        </p:attrNameLst>
                                      </p:cBhvr>
                                      <p:to>
                                        <p:strVal val="visible"/>
                                      </p:to>
                                    </p:set>
                                    <p:animEffect transition="in" filter="fade">
                                      <p:cBhvr>
                                        <p:cTn id="25" dur="500"/>
                                        <p:tgtEl>
                                          <p:spTgt spid="35"/>
                                        </p:tgtEl>
                                      </p:cBhvr>
                                    </p:animEffect>
                                  </p:childTnLst>
                                </p:cTn>
                              </p:par>
                            </p:childTnLst>
                          </p:cTn>
                        </p:par>
                        <p:par>
                          <p:cTn id="26" fill="hold">
                            <p:stCondLst>
                              <p:cond delay="500"/>
                            </p:stCondLst>
                            <p:childTnLst>
                              <p:par>
                                <p:cTn id="27" presetID="10" presetClass="entr" presetSubtype="0" fill="hold" nodeType="afterEffect">
                                  <p:stCondLst>
                                    <p:cond delay="0"/>
                                  </p:stCondLst>
                                  <p:childTnLst>
                                    <p:set>
                                      <p:cBhvr>
                                        <p:cTn id="28" dur="1" fill="hold">
                                          <p:stCondLst>
                                            <p:cond delay="0"/>
                                          </p:stCondLst>
                                        </p:cTn>
                                        <p:tgtEl>
                                          <p:spTgt spid="36"/>
                                        </p:tgtEl>
                                        <p:attrNameLst>
                                          <p:attrName>style.visibility</p:attrName>
                                        </p:attrNameLst>
                                      </p:cBhvr>
                                      <p:to>
                                        <p:strVal val="visible"/>
                                      </p:to>
                                    </p:set>
                                    <p:animEffect transition="in" filter="fade">
                                      <p:cBhvr>
                                        <p:cTn id="29" dur="500"/>
                                        <p:tgtEl>
                                          <p:spTgt spid="36"/>
                                        </p:tgtEl>
                                      </p:cBhvr>
                                    </p:animEffect>
                                  </p:childTnLst>
                                </p:cTn>
                              </p:par>
                              <p:par>
                                <p:cTn id="30" presetID="2" presetClass="entr" presetSubtype="2" fill="hold" nodeType="withEffect">
                                  <p:stCondLst>
                                    <p:cond delay="0"/>
                                  </p:stCondLst>
                                  <p:childTnLst>
                                    <p:set>
                                      <p:cBhvr>
                                        <p:cTn id="31" dur="1" fill="hold">
                                          <p:stCondLst>
                                            <p:cond delay="0"/>
                                          </p:stCondLst>
                                        </p:cTn>
                                        <p:tgtEl>
                                          <p:spTgt spid="46"/>
                                        </p:tgtEl>
                                        <p:attrNameLst>
                                          <p:attrName>style.visibility</p:attrName>
                                        </p:attrNameLst>
                                      </p:cBhvr>
                                      <p:to>
                                        <p:strVal val="visible"/>
                                      </p:to>
                                    </p:set>
                                    <p:anim calcmode="lin" valueType="num">
                                      <p:cBhvr additive="base">
                                        <p:cTn id="32" dur="500"/>
                                        <p:tgtEl>
                                          <p:spTgt spid="46"/>
                                        </p:tgtEl>
                                        <p:attrNameLst>
                                          <p:attrName>ppt_x</p:attrName>
                                        </p:attrNameLst>
                                      </p:cBhvr>
                                      <p:tavLst>
                                        <p:tav tm="0">
                                          <p:val>
                                            <p:strVal val="#ppt_x+1"/>
                                          </p:val>
                                        </p:tav>
                                        <p:tav tm="100000">
                                          <p:val>
                                            <p:strVal val="#ppt_x"/>
                                          </p:val>
                                        </p:tav>
                                      </p:tavLst>
                                    </p:anim>
                                  </p:childTnLst>
                                </p:cTn>
                              </p:par>
                              <p:par>
                                <p:cTn id="33" presetID="2" presetClass="entr" presetSubtype="8" fill="hold" nodeType="withEffect">
                                  <p:stCondLst>
                                    <p:cond delay="0"/>
                                  </p:stCondLst>
                                  <p:childTnLst>
                                    <p:set>
                                      <p:cBhvr>
                                        <p:cTn id="34" dur="1" fill="hold">
                                          <p:stCondLst>
                                            <p:cond delay="0"/>
                                          </p:stCondLst>
                                        </p:cTn>
                                        <p:tgtEl>
                                          <p:spTgt spid="38"/>
                                        </p:tgtEl>
                                        <p:attrNameLst>
                                          <p:attrName>style.visibility</p:attrName>
                                        </p:attrNameLst>
                                      </p:cBhvr>
                                      <p:to>
                                        <p:strVal val="visible"/>
                                      </p:to>
                                    </p:set>
                                    <p:anim calcmode="lin" valueType="num">
                                      <p:cBhvr additive="base">
                                        <p:cTn id="35" dur="500"/>
                                        <p:tgtEl>
                                          <p:spTgt spid="38"/>
                                        </p:tgtEl>
                                        <p:attrNameLst>
                                          <p:attrName>ppt_x</p:attrName>
                                        </p:attrNameLst>
                                      </p:cBhvr>
                                      <p:tavLst>
                                        <p:tav tm="0">
                                          <p:val>
                                            <p:strVal val="#ppt_x-1"/>
                                          </p:val>
                                        </p:tav>
                                        <p:tav tm="100000">
                                          <p:val>
                                            <p:strVal val="#ppt_x"/>
                                          </p:val>
                                        </p:tav>
                                      </p:tavLst>
                                    </p:anim>
                                  </p:childTnLst>
                                </p:cTn>
                              </p:par>
                              <p:par>
                                <p:cTn id="36" presetID="2" presetClass="entr" presetSubtype="8" fill="hold" nodeType="withEffect">
                                  <p:stCondLst>
                                    <p:cond delay="0"/>
                                  </p:stCondLst>
                                  <p:childTnLst>
                                    <p:set>
                                      <p:cBhvr>
                                        <p:cTn id="37" dur="1" fill="hold">
                                          <p:stCondLst>
                                            <p:cond delay="0"/>
                                          </p:stCondLst>
                                        </p:cTn>
                                        <p:tgtEl>
                                          <p:spTgt spid="45"/>
                                        </p:tgtEl>
                                        <p:attrNameLst>
                                          <p:attrName>style.visibility</p:attrName>
                                        </p:attrNameLst>
                                      </p:cBhvr>
                                      <p:to>
                                        <p:strVal val="visible"/>
                                      </p:to>
                                    </p:set>
                                    <p:anim calcmode="lin" valueType="num">
                                      <p:cBhvr additive="base">
                                        <p:cTn id="38" dur="500"/>
                                        <p:tgtEl>
                                          <p:spTgt spid="45"/>
                                        </p:tgtEl>
                                        <p:attrNameLst>
                                          <p:attrName>ppt_x</p:attrName>
                                        </p:attrNameLst>
                                      </p:cBhvr>
                                      <p:tavLst>
                                        <p:tav tm="0">
                                          <p:val>
                                            <p:strVal val="#ppt_x-1"/>
                                          </p:val>
                                        </p:tav>
                                        <p:tav tm="100000">
                                          <p:val>
                                            <p:strVal val="#ppt_x"/>
                                          </p:val>
                                        </p:tav>
                                      </p:tavLst>
                                    </p:anim>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28"/>
                                        </p:tgtEl>
                                        <p:attrNameLst>
                                          <p:attrName>style.visibility</p:attrName>
                                        </p:attrNameLst>
                                      </p:cBhvr>
                                      <p:to>
                                        <p:strVal val="visible"/>
                                      </p:to>
                                    </p:set>
                                    <p:animEffect transition="in" filter="fade">
                                      <p:cBhvr>
                                        <p:cTn id="43" dur="500"/>
                                        <p:tgtEl>
                                          <p:spTgt spid="28"/>
                                        </p:tgtEl>
                                      </p:cBhvr>
                                    </p:animEffect>
                                  </p:childTnLst>
                                </p:cTn>
                              </p:par>
                              <p:par>
                                <p:cTn id="44" presetID="10" presetClass="entr" presetSubtype="0" fill="hold" nodeType="withEffect">
                                  <p:stCondLst>
                                    <p:cond delay="0"/>
                                  </p:stCondLst>
                                  <p:childTnLst>
                                    <p:set>
                                      <p:cBhvr>
                                        <p:cTn id="45" dur="1" fill="hold">
                                          <p:stCondLst>
                                            <p:cond delay="0"/>
                                          </p:stCondLst>
                                        </p:cTn>
                                        <p:tgtEl>
                                          <p:spTgt spid="27"/>
                                        </p:tgtEl>
                                        <p:attrNameLst>
                                          <p:attrName>style.visibility</p:attrName>
                                        </p:attrNameLst>
                                      </p:cBhvr>
                                      <p:to>
                                        <p:strVal val="visible"/>
                                      </p:to>
                                    </p:set>
                                    <p:animEffect transition="in" filter="fade">
                                      <p:cBhvr>
                                        <p:cTn id="46" dur="750"/>
                                        <p:tgtEl>
                                          <p:spTgt spid="27"/>
                                        </p:tgtEl>
                                      </p:cBhvr>
                                    </p:animEffect>
                                  </p:childTnLst>
                                </p:cTn>
                              </p:par>
                            </p:childTnLst>
                          </p:cTn>
                        </p:par>
                        <p:par>
                          <p:cTn id="47" fill="hold">
                            <p:stCondLst>
                              <p:cond delay="750"/>
                            </p:stCondLst>
                            <p:childTnLst>
                              <p:par>
                                <p:cTn id="48" presetID="10" presetClass="entr" presetSubtype="0" fill="hold" nodeType="afterEffect">
                                  <p:stCondLst>
                                    <p:cond delay="0"/>
                                  </p:stCondLst>
                                  <p:childTnLst>
                                    <p:set>
                                      <p:cBhvr>
                                        <p:cTn id="49" dur="1" fill="hold">
                                          <p:stCondLst>
                                            <p:cond delay="0"/>
                                          </p:stCondLst>
                                        </p:cTn>
                                        <p:tgtEl>
                                          <p:spTgt spid="29"/>
                                        </p:tgtEl>
                                        <p:attrNameLst>
                                          <p:attrName>style.visibility</p:attrName>
                                        </p:attrNameLst>
                                      </p:cBhvr>
                                      <p:to>
                                        <p:strVal val="visible"/>
                                      </p:to>
                                    </p:set>
                                    <p:animEffect transition="in" filter="fade">
                                      <p:cBhvr>
                                        <p:cTn id="50" dur="500"/>
                                        <p:tgtEl>
                                          <p:spTgt spid="29"/>
                                        </p:tgtEl>
                                      </p:cBhvr>
                                    </p:animEffect>
                                  </p:childTnLst>
                                </p:cTn>
                              </p:par>
                              <p:par>
                                <p:cTn id="51" presetID="2" presetClass="entr" presetSubtype="8" fill="hold" nodeType="withEffect">
                                  <p:stCondLst>
                                    <p:cond delay="0"/>
                                  </p:stCondLst>
                                  <p:childTnLst>
                                    <p:set>
                                      <p:cBhvr>
                                        <p:cTn id="52" dur="1" fill="hold">
                                          <p:stCondLst>
                                            <p:cond delay="0"/>
                                          </p:stCondLst>
                                        </p:cTn>
                                        <p:tgtEl>
                                          <p:spTgt spid="47"/>
                                        </p:tgtEl>
                                        <p:attrNameLst>
                                          <p:attrName>style.visibility</p:attrName>
                                        </p:attrNameLst>
                                      </p:cBhvr>
                                      <p:to>
                                        <p:strVal val="visible"/>
                                      </p:to>
                                    </p:set>
                                    <p:anim calcmode="lin" valueType="num">
                                      <p:cBhvr additive="base">
                                        <p:cTn id="53" dur="500"/>
                                        <p:tgtEl>
                                          <p:spTgt spid="47"/>
                                        </p:tgtEl>
                                        <p:attrNameLst>
                                          <p:attrName>ppt_x</p:attrName>
                                        </p:attrNameLst>
                                      </p:cBhvr>
                                      <p:tavLst>
                                        <p:tav tm="0">
                                          <p:val>
                                            <p:strVal val="#ppt_x-1"/>
                                          </p:val>
                                        </p:tav>
                                        <p:tav tm="100000">
                                          <p:val>
                                            <p:strVal val="#ppt_x"/>
                                          </p:val>
                                        </p:tav>
                                      </p:tavLst>
                                    </p:anim>
                                  </p:childTnLst>
                                </p:cTn>
                              </p:par>
                              <p:par>
                                <p:cTn id="54" presetID="2" presetClass="entr" presetSubtype="2" fill="hold" nodeType="withEffect">
                                  <p:stCondLst>
                                    <p:cond delay="0"/>
                                  </p:stCondLst>
                                  <p:childTnLst>
                                    <p:set>
                                      <p:cBhvr>
                                        <p:cTn id="55" dur="1" fill="hold">
                                          <p:stCondLst>
                                            <p:cond delay="0"/>
                                          </p:stCondLst>
                                        </p:cTn>
                                        <p:tgtEl>
                                          <p:spTgt spid="31"/>
                                        </p:tgtEl>
                                        <p:attrNameLst>
                                          <p:attrName>style.visibility</p:attrName>
                                        </p:attrNameLst>
                                      </p:cBhvr>
                                      <p:to>
                                        <p:strVal val="visible"/>
                                      </p:to>
                                    </p:set>
                                    <p:anim calcmode="lin" valueType="num">
                                      <p:cBhvr additive="base">
                                        <p:cTn id="56" dur="500"/>
                                        <p:tgtEl>
                                          <p:spTgt spid="31"/>
                                        </p:tgtEl>
                                        <p:attrNameLst>
                                          <p:attrName>ppt_x</p:attrName>
                                        </p:attrNameLst>
                                      </p:cBhvr>
                                      <p:tavLst>
                                        <p:tav tm="0">
                                          <p:val>
                                            <p:strVal val="#ppt_x+1"/>
                                          </p:val>
                                        </p:tav>
                                        <p:tav tm="100000">
                                          <p:val>
                                            <p:strVal val="#ppt_x"/>
                                          </p:val>
                                        </p:tav>
                                      </p:tavLst>
                                    </p:anim>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500"/>
                                        <p:tgtEl>
                                          <p:spTgt spid="23"/>
                                        </p:tgtEl>
                                      </p:cBhvr>
                                    </p:animEffect>
                                  </p:childTnLst>
                                </p:cTn>
                              </p:par>
                              <p:par>
                                <p:cTn id="62" presetID="10" presetClass="entr" presetSubtype="0" fill="hold"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750"/>
                                        <p:tgtEl>
                                          <p:spTgt spid="22"/>
                                        </p:tgtEl>
                                      </p:cBhvr>
                                    </p:animEffect>
                                  </p:childTnLst>
                                </p:cTn>
                              </p:par>
                            </p:childTnLst>
                          </p:cTn>
                        </p:par>
                        <p:par>
                          <p:cTn id="65" fill="hold">
                            <p:stCondLst>
                              <p:cond delay="750"/>
                            </p:stCondLst>
                            <p:childTnLst>
                              <p:par>
                                <p:cTn id="66" presetID="10" presetClass="entr" presetSubtype="0" fill="hold" nodeType="afterEffect">
                                  <p:stCondLst>
                                    <p:cond delay="0"/>
                                  </p:stCondLst>
                                  <p:childTnLst>
                                    <p:set>
                                      <p:cBhvr>
                                        <p:cTn id="67" dur="1" fill="hold">
                                          <p:stCondLst>
                                            <p:cond delay="0"/>
                                          </p:stCondLst>
                                        </p:cTn>
                                        <p:tgtEl>
                                          <p:spTgt spid="24"/>
                                        </p:tgtEl>
                                        <p:attrNameLst>
                                          <p:attrName>style.visibility</p:attrName>
                                        </p:attrNameLst>
                                      </p:cBhvr>
                                      <p:to>
                                        <p:strVal val="visible"/>
                                      </p:to>
                                    </p:set>
                                    <p:animEffect transition="in" filter="fade">
                                      <p:cBhvr>
                                        <p:cTn id="68" dur="500"/>
                                        <p:tgtEl>
                                          <p:spTgt spid="24"/>
                                        </p:tgtEl>
                                      </p:cBhvr>
                                    </p:animEffect>
                                  </p:childTnLst>
                                </p:cTn>
                              </p:par>
                              <p:par>
                                <p:cTn id="69" presetID="2" presetClass="entr" presetSubtype="2" fill="hold" nodeType="withEffect">
                                  <p:stCondLst>
                                    <p:cond delay="0"/>
                                  </p:stCondLst>
                                  <p:childTnLst>
                                    <p:set>
                                      <p:cBhvr>
                                        <p:cTn id="70" dur="1" fill="hold">
                                          <p:stCondLst>
                                            <p:cond delay="0"/>
                                          </p:stCondLst>
                                        </p:cTn>
                                        <p:tgtEl>
                                          <p:spTgt spid="48"/>
                                        </p:tgtEl>
                                        <p:attrNameLst>
                                          <p:attrName>style.visibility</p:attrName>
                                        </p:attrNameLst>
                                      </p:cBhvr>
                                      <p:to>
                                        <p:strVal val="visible"/>
                                      </p:to>
                                    </p:set>
                                    <p:anim calcmode="lin" valueType="num">
                                      <p:cBhvr additive="base">
                                        <p:cTn id="71" dur="500"/>
                                        <p:tgtEl>
                                          <p:spTgt spid="48"/>
                                        </p:tgtEl>
                                        <p:attrNameLst>
                                          <p:attrName>ppt_x</p:attrName>
                                        </p:attrNameLst>
                                      </p:cBhvr>
                                      <p:tavLst>
                                        <p:tav tm="0">
                                          <p:val>
                                            <p:strVal val="#ppt_x+1"/>
                                          </p:val>
                                        </p:tav>
                                        <p:tav tm="100000">
                                          <p:val>
                                            <p:strVal val="#ppt_x"/>
                                          </p:val>
                                        </p:tav>
                                      </p:tavLst>
                                    </p:anim>
                                  </p:childTnLst>
                                </p:cTn>
                              </p:par>
                              <p:par>
                                <p:cTn id="72" presetID="2" presetClass="entr" presetSubtype="8" fill="hold" nodeType="withEffect">
                                  <p:stCondLst>
                                    <p:cond delay="0"/>
                                  </p:stCondLst>
                                  <p:childTnLst>
                                    <p:set>
                                      <p:cBhvr>
                                        <p:cTn id="73" dur="1" fill="hold">
                                          <p:stCondLst>
                                            <p:cond delay="0"/>
                                          </p:stCondLst>
                                        </p:cTn>
                                        <p:tgtEl>
                                          <p:spTgt spid="26"/>
                                        </p:tgtEl>
                                        <p:attrNameLst>
                                          <p:attrName>style.visibility</p:attrName>
                                        </p:attrNameLst>
                                      </p:cBhvr>
                                      <p:to>
                                        <p:strVal val="visible"/>
                                      </p:to>
                                    </p:set>
                                    <p:anim calcmode="lin" valueType="num">
                                      <p:cBhvr additive="base">
                                        <p:cTn id="74" dur="500"/>
                                        <p:tgtEl>
                                          <p:spTgt spid="26"/>
                                        </p:tgtEl>
                                        <p:attrNameLst>
                                          <p:attrName>ppt_x</p:attrName>
                                        </p:attrNameLst>
                                      </p:cBhvr>
                                      <p:tavLst>
                                        <p:tav tm="0">
                                          <p:val>
                                            <p:strVal val="#ppt_x-1"/>
                                          </p:val>
                                        </p:tav>
                                        <p:tav tm="100000">
                                          <p:val>
                                            <p:strVal val="#ppt_x"/>
                                          </p:val>
                                        </p:tav>
                                      </p:tavLst>
                                    </p:anim>
                                  </p:childTnLst>
                                </p:cTn>
                              </p:par>
                              <p:par>
                                <p:cTn id="75" presetID="2" presetClass="entr" presetSubtype="8" fill="hold" nodeType="withEffect">
                                  <p:stCondLst>
                                    <p:cond delay="0"/>
                                  </p:stCondLst>
                                  <p:childTnLst>
                                    <p:set>
                                      <p:cBhvr>
                                        <p:cTn id="76" dur="1" fill="hold">
                                          <p:stCondLst>
                                            <p:cond delay="0"/>
                                          </p:stCondLst>
                                        </p:cTn>
                                        <p:tgtEl>
                                          <p:spTgt spid="33"/>
                                        </p:tgtEl>
                                        <p:attrNameLst>
                                          <p:attrName>style.visibility</p:attrName>
                                        </p:attrNameLst>
                                      </p:cBhvr>
                                      <p:to>
                                        <p:strVal val="visible"/>
                                      </p:to>
                                    </p:set>
                                    <p:anim calcmode="lin" valueType="num">
                                      <p:cBhvr additive="base">
                                        <p:cTn id="77" dur="500"/>
                                        <p:tgtEl>
                                          <p:spTgt spid="33"/>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6"/>
        <p:cNvGrpSpPr/>
        <p:nvPr/>
      </p:nvGrpSpPr>
      <p:grpSpPr>
        <a:xfrm>
          <a:off x="0" y="0"/>
          <a:ext cx="0" cy="0"/>
          <a:chOff x="0" y="0"/>
          <a:chExt cx="0" cy="0"/>
        </a:xfrm>
      </p:grpSpPr>
      <p:sp>
        <p:nvSpPr>
          <p:cNvPr id="17" name="Google Shape;17;p3"/>
          <p:cNvSpPr/>
          <p:nvPr/>
        </p:nvSpPr>
        <p:spPr>
          <a:xfrm>
            <a:off x="10875236" y="784688"/>
            <a:ext cx="482596" cy="482596"/>
          </a:xfrm>
          <a:prstGeom prst="ellipse">
            <a:avLst/>
          </a:prstGeom>
          <a:solidFill>
            <a:srgbClr val="A7A6A8"/>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8" name="Google Shape;18;p3"/>
          <p:cNvSpPr/>
          <p:nvPr/>
        </p:nvSpPr>
        <p:spPr>
          <a:xfrm>
            <a:off x="9470914" y="1084005"/>
            <a:ext cx="987432" cy="1659917"/>
          </a:xfrm>
          <a:prstGeom prst="roundRect">
            <a:avLst>
              <a:gd name="adj" fmla="val 14129"/>
            </a:avLst>
          </a:prstGeom>
          <a:solidFill>
            <a:srgbClr val="185359"/>
          </a:solidFill>
          <a:ln>
            <a:noFill/>
          </a:ln>
          <a:effectLst>
            <a:outerShdw blurRad="101600" dist="118426" dir="8890792" rotWithShape="0">
              <a:srgbClr val="000000">
                <a:alpha val="23137"/>
              </a:srgbClr>
            </a:outerShdw>
          </a:effectLst>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9" name="Google Shape;19;p3"/>
          <p:cNvSpPr/>
          <p:nvPr/>
        </p:nvSpPr>
        <p:spPr>
          <a:xfrm>
            <a:off x="903582" y="1368843"/>
            <a:ext cx="9433114" cy="1056287"/>
          </a:xfrm>
          <a:prstGeom prst="rect">
            <a:avLst/>
          </a:prstGeom>
          <a:gradFill>
            <a:gsLst>
              <a:gs pos="0">
                <a:srgbClr val="F8FCFF"/>
              </a:gs>
              <a:gs pos="69000">
                <a:srgbClr val="F8FCFF"/>
              </a:gs>
              <a:gs pos="99000">
                <a:srgbClr val="B8BCC0"/>
              </a:gs>
              <a:gs pos="100000">
                <a:srgbClr val="B8BCC0"/>
              </a:gs>
            </a:gsLst>
            <a:lin ang="17400000" scaled="0"/>
          </a:gradFill>
          <a:ln>
            <a:noFill/>
          </a:ln>
          <a:effectLst>
            <a:outerShdw blurRad="101600" dist="118426" dir="2118751" rotWithShape="0">
              <a:srgbClr val="000000">
                <a:alpha val="23137"/>
              </a:srgbClr>
            </a:outerShdw>
          </a:effectLst>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0" name="Google Shape;20;p3"/>
          <p:cNvSpPr/>
          <p:nvPr/>
        </p:nvSpPr>
        <p:spPr>
          <a:xfrm rot="10800000" flipH="1">
            <a:off x="9566597" y="1891528"/>
            <a:ext cx="1495228" cy="835212"/>
          </a:xfrm>
          <a:custGeom>
            <a:avLst/>
            <a:gdLst/>
            <a:ahLst/>
            <a:cxnLst/>
            <a:rect l="l" t="t" r="r" b="b"/>
            <a:pathLst>
              <a:path w="21600" h="21600" extrusionOk="0">
                <a:moveTo>
                  <a:pt x="0" y="0"/>
                </a:moveTo>
                <a:lnTo>
                  <a:pt x="11778" y="0"/>
                </a:lnTo>
                <a:lnTo>
                  <a:pt x="21600" y="21600"/>
                </a:lnTo>
                <a:lnTo>
                  <a:pt x="9980" y="21479"/>
                </a:lnTo>
                <a:lnTo>
                  <a:pt x="0" y="0"/>
                </a:lnTo>
                <a:close/>
              </a:path>
            </a:pathLst>
          </a:custGeom>
          <a:gradFill>
            <a:gsLst>
              <a:gs pos="0">
                <a:srgbClr val="206269"/>
              </a:gs>
              <a:gs pos="2987">
                <a:srgbClr val="206269"/>
              </a:gs>
              <a:gs pos="17836">
                <a:srgbClr val="2C848D"/>
              </a:gs>
              <a:gs pos="100000">
                <a:srgbClr val="2C848D"/>
              </a:gs>
            </a:gsLst>
            <a:lin ang="5400000"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1" name="Google Shape;21;p3"/>
          <p:cNvSpPr/>
          <p:nvPr/>
        </p:nvSpPr>
        <p:spPr>
          <a:xfrm>
            <a:off x="9594653" y="1084568"/>
            <a:ext cx="1495464" cy="829396"/>
          </a:xfrm>
          <a:custGeom>
            <a:avLst/>
            <a:gdLst/>
            <a:ahLst/>
            <a:cxnLst/>
            <a:rect l="l" t="t" r="r" b="b"/>
            <a:pathLst>
              <a:path w="21600" h="21600" extrusionOk="0">
                <a:moveTo>
                  <a:pt x="0" y="0"/>
                </a:moveTo>
                <a:lnTo>
                  <a:pt x="11776" y="0"/>
                </a:lnTo>
                <a:lnTo>
                  <a:pt x="21600" y="21529"/>
                </a:lnTo>
                <a:lnTo>
                  <a:pt x="9951" y="21600"/>
                </a:lnTo>
                <a:lnTo>
                  <a:pt x="0" y="0"/>
                </a:lnTo>
                <a:close/>
              </a:path>
            </a:pathLst>
          </a:custGeom>
          <a:gradFill>
            <a:gsLst>
              <a:gs pos="0">
                <a:srgbClr val="5FCFCF"/>
              </a:gs>
              <a:gs pos="6895">
                <a:srgbClr val="5FCFCF"/>
              </a:gs>
              <a:gs pos="15323">
                <a:srgbClr val="00AAB8"/>
              </a:gs>
              <a:gs pos="100000">
                <a:srgbClr val="00AAB8"/>
              </a:gs>
            </a:gsLst>
            <a:lin ang="5400000"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3" name="Google Shape;23;p3"/>
          <p:cNvSpPr txBox="1"/>
          <p:nvPr/>
        </p:nvSpPr>
        <p:spPr>
          <a:xfrm>
            <a:off x="683039" y="1252847"/>
            <a:ext cx="9150073" cy="1342683"/>
          </a:xfrm>
          <a:prstGeom prst="rect">
            <a:avLst/>
          </a:prstGeom>
          <a:noFill/>
          <a:ln>
            <a:noFill/>
          </a:ln>
        </p:spPr>
        <p:txBody>
          <a:bodyPr spcFirstLastPara="1" wrap="square" lIns="45700" tIns="45700" rIns="45700" bIns="45700" anchor="t" anchorCtr="0">
            <a:noAutofit/>
          </a:bodyPr>
          <a:lstStyle/>
          <a:p>
            <a:pPr lvl="0" algn="just"/>
            <a:r>
              <a:rPr lang="en-GB" sz="2400" dirty="0" err="1">
                <a:latin typeface="Tahoma" panose="020B0604030504040204" pitchFamily="34" charset="0"/>
                <a:ea typeface="Tahoma" panose="020B0604030504040204" pitchFamily="34" charset="0"/>
                <a:cs typeface="Tahoma" panose="020B0604030504040204" pitchFamily="34" charset="0"/>
              </a:rPr>
              <a:t>Dokumen</a:t>
            </a:r>
            <a:r>
              <a:rPr lang="fi-FI" sz="2400" dirty="0">
                <a:latin typeface="Tahoma" panose="020B0604030504040204" pitchFamily="34" charset="0"/>
                <a:ea typeface="Tahoma" panose="020B0604030504040204" pitchFamily="34" charset="0"/>
                <a:cs typeface="Tahoma" panose="020B0604030504040204" pitchFamily="34" charset="0"/>
              </a:rPr>
              <a:t>-dokumen diakaunkan hendaklah diberikan nombor siri mengikut bilangan salinan dan tidak boleh dibinasakan tanpa kebenaran pemula. </a:t>
            </a:r>
          </a:p>
          <a:p>
            <a:pPr lvl="1" algn="just"/>
            <a:endParaRPr lang="en-MY" sz="2800" dirty="0">
              <a:latin typeface="Tahoma" panose="020B0604030504040204" pitchFamily="34" charset="0"/>
              <a:ea typeface="Tahoma" panose="020B0604030504040204" pitchFamily="34" charset="0"/>
              <a:cs typeface="Tahoma" panose="020B0604030504040204" pitchFamily="34" charset="0"/>
            </a:endParaRPr>
          </a:p>
        </p:txBody>
      </p:sp>
      <p:sp>
        <p:nvSpPr>
          <p:cNvPr id="26" name="Google Shape;26;p3"/>
          <p:cNvSpPr/>
          <p:nvPr/>
        </p:nvSpPr>
        <p:spPr>
          <a:xfrm>
            <a:off x="9426348" y="2838373"/>
            <a:ext cx="987431" cy="1659917"/>
          </a:xfrm>
          <a:prstGeom prst="roundRect">
            <a:avLst>
              <a:gd name="adj" fmla="val 14129"/>
            </a:avLst>
          </a:prstGeom>
          <a:solidFill>
            <a:srgbClr val="794C0C"/>
          </a:solidFill>
          <a:ln>
            <a:noFill/>
          </a:ln>
          <a:effectLst>
            <a:outerShdw blurRad="101600" dist="118426" dir="8890792" rotWithShape="0">
              <a:srgbClr val="000000">
                <a:alpha val="23137"/>
              </a:srgbClr>
            </a:outerShdw>
          </a:effectLst>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7" name="Google Shape;27;p3"/>
          <p:cNvSpPr/>
          <p:nvPr/>
        </p:nvSpPr>
        <p:spPr>
          <a:xfrm>
            <a:off x="903582" y="3159956"/>
            <a:ext cx="8823086" cy="1056287"/>
          </a:xfrm>
          <a:prstGeom prst="rect">
            <a:avLst/>
          </a:prstGeom>
          <a:gradFill>
            <a:gsLst>
              <a:gs pos="0">
                <a:srgbClr val="F8FCFF"/>
              </a:gs>
              <a:gs pos="69000">
                <a:srgbClr val="F8FCFF"/>
              </a:gs>
              <a:gs pos="99000">
                <a:srgbClr val="B8BCC0"/>
              </a:gs>
              <a:gs pos="100000">
                <a:srgbClr val="B8BCC0"/>
              </a:gs>
            </a:gsLst>
            <a:lin ang="17400000" scaled="0"/>
          </a:gradFill>
          <a:ln>
            <a:noFill/>
          </a:ln>
          <a:effectLst>
            <a:outerShdw blurRad="101600" dist="118426" dir="2118751" rotWithShape="0">
              <a:srgbClr val="000000">
                <a:alpha val="23137"/>
              </a:srgbClr>
            </a:outerShdw>
          </a:effectLst>
        </p:spPr>
        <p:txBody>
          <a:bodyPr spcFirstLastPara="1" wrap="square" lIns="45700" tIns="45700" rIns="45700" bIns="45700" anchor="ctr" anchorCtr="0">
            <a:noAutofit/>
          </a:bodyPr>
          <a:lstStyle/>
          <a:p>
            <a:pPr lvl="0" algn="just"/>
            <a:r>
              <a:rPr lang="fi-FI" sz="2400" dirty="0">
                <a:latin typeface="Tahoma" panose="020B0604030504040204" pitchFamily="34" charset="0"/>
                <a:ea typeface="Tahoma" panose="020B0604030504040204" pitchFamily="34" charset="0"/>
                <a:cs typeface="Tahoma" panose="020B0604030504040204" pitchFamily="34" charset="0"/>
              </a:rPr>
              <a:t>Pemula dikehendaki menyelenggarakan senarai pembahagian dokumen tersebut dan membuat semakan sekurang-kurangnya setahun sekali untuk menentukan dokumen tersebut masih di dalam simpanan pemegang. </a:t>
            </a:r>
          </a:p>
        </p:txBody>
      </p:sp>
      <p:sp>
        <p:nvSpPr>
          <p:cNvPr id="28" name="Google Shape;28;p3"/>
          <p:cNvSpPr/>
          <p:nvPr/>
        </p:nvSpPr>
        <p:spPr>
          <a:xfrm rot="10800000" flipH="1">
            <a:off x="9553459" y="3623874"/>
            <a:ext cx="1495228" cy="835212"/>
          </a:xfrm>
          <a:custGeom>
            <a:avLst/>
            <a:gdLst/>
            <a:ahLst/>
            <a:cxnLst/>
            <a:rect l="l" t="t" r="r" b="b"/>
            <a:pathLst>
              <a:path w="21600" h="21600" extrusionOk="0">
                <a:moveTo>
                  <a:pt x="0" y="0"/>
                </a:moveTo>
                <a:lnTo>
                  <a:pt x="11778" y="0"/>
                </a:lnTo>
                <a:lnTo>
                  <a:pt x="21600" y="21600"/>
                </a:lnTo>
                <a:lnTo>
                  <a:pt x="9980" y="21479"/>
                </a:lnTo>
                <a:lnTo>
                  <a:pt x="0" y="0"/>
                </a:lnTo>
                <a:close/>
              </a:path>
            </a:pathLst>
          </a:custGeom>
          <a:gradFill>
            <a:gsLst>
              <a:gs pos="0">
                <a:srgbClr val="7B4910"/>
              </a:gs>
              <a:gs pos="2987">
                <a:srgbClr val="7B4910"/>
              </a:gs>
              <a:gs pos="17836">
                <a:srgbClr val="B96F18"/>
              </a:gs>
              <a:gs pos="100000">
                <a:srgbClr val="B96F18"/>
              </a:gs>
            </a:gsLst>
            <a:lin ang="5400000"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9" name="Google Shape;29;p3"/>
          <p:cNvSpPr/>
          <p:nvPr/>
        </p:nvSpPr>
        <p:spPr>
          <a:xfrm>
            <a:off x="9566361" y="2821191"/>
            <a:ext cx="1495464" cy="829396"/>
          </a:xfrm>
          <a:custGeom>
            <a:avLst/>
            <a:gdLst/>
            <a:ahLst/>
            <a:cxnLst/>
            <a:rect l="l" t="t" r="r" b="b"/>
            <a:pathLst>
              <a:path w="21600" h="21600" extrusionOk="0">
                <a:moveTo>
                  <a:pt x="0" y="0"/>
                </a:moveTo>
                <a:lnTo>
                  <a:pt x="11776" y="0"/>
                </a:lnTo>
                <a:lnTo>
                  <a:pt x="21600" y="21529"/>
                </a:lnTo>
                <a:lnTo>
                  <a:pt x="9951" y="21600"/>
                </a:lnTo>
                <a:lnTo>
                  <a:pt x="0" y="0"/>
                </a:lnTo>
                <a:close/>
              </a:path>
            </a:pathLst>
          </a:custGeom>
          <a:gradFill>
            <a:gsLst>
              <a:gs pos="0">
                <a:srgbClr val="F9CD3E"/>
              </a:gs>
              <a:gs pos="7016">
                <a:srgbClr val="F9CD3E"/>
              </a:gs>
              <a:gs pos="15323">
                <a:srgbClr val="FDA943"/>
              </a:gs>
              <a:gs pos="100000">
                <a:srgbClr val="FDA943"/>
              </a:gs>
            </a:gsLst>
            <a:lin ang="5400000"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34" name="Google Shape;34;p3"/>
          <p:cNvSpPr/>
          <p:nvPr/>
        </p:nvSpPr>
        <p:spPr>
          <a:xfrm>
            <a:off x="9452594" y="4592741"/>
            <a:ext cx="987431" cy="1659917"/>
          </a:xfrm>
          <a:prstGeom prst="roundRect">
            <a:avLst>
              <a:gd name="adj" fmla="val 14129"/>
            </a:avLst>
          </a:prstGeom>
          <a:solidFill>
            <a:srgbClr val="7C2C21"/>
          </a:solidFill>
          <a:ln>
            <a:noFill/>
          </a:ln>
          <a:effectLst>
            <a:outerShdw blurRad="101600" dist="118426" dir="8890792" rotWithShape="0">
              <a:srgbClr val="000000">
                <a:alpha val="23137"/>
              </a:srgbClr>
            </a:outerShdw>
          </a:effectLst>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35" name="Google Shape;35;p3"/>
          <p:cNvSpPr/>
          <p:nvPr/>
        </p:nvSpPr>
        <p:spPr>
          <a:xfrm>
            <a:off x="903582" y="4861598"/>
            <a:ext cx="8823086" cy="1056287"/>
          </a:xfrm>
          <a:prstGeom prst="rect">
            <a:avLst/>
          </a:prstGeom>
          <a:gradFill>
            <a:gsLst>
              <a:gs pos="0">
                <a:srgbClr val="F8FCFF"/>
              </a:gs>
              <a:gs pos="69000">
                <a:srgbClr val="F8FCFF"/>
              </a:gs>
              <a:gs pos="99000">
                <a:srgbClr val="B8BCC0"/>
              </a:gs>
              <a:gs pos="100000">
                <a:srgbClr val="B8BCC0"/>
              </a:gs>
            </a:gsLst>
            <a:lin ang="17400000" scaled="0"/>
          </a:gradFill>
          <a:ln>
            <a:noFill/>
          </a:ln>
          <a:effectLst>
            <a:outerShdw blurRad="101600" dist="118426" dir="2118751" rotWithShape="0">
              <a:srgbClr val="000000">
                <a:alpha val="23137"/>
              </a:srgbClr>
            </a:outerShdw>
          </a:effectLst>
        </p:spPr>
        <p:txBody>
          <a:bodyPr spcFirstLastPara="1" wrap="square" lIns="45700" tIns="45700" rIns="45700" bIns="45700" anchor="ctr" anchorCtr="0">
            <a:noAutofit/>
          </a:bodyPr>
          <a:lstStyle/>
          <a:p>
            <a:pPr lvl="0" algn="just"/>
            <a:r>
              <a:rPr lang="fi-FI" sz="2400" dirty="0">
                <a:latin typeface="Tahoma" panose="020B0604030504040204" pitchFamily="34" charset="0"/>
                <a:ea typeface="Tahoma" panose="020B0604030504040204" pitchFamily="34" charset="0"/>
                <a:cs typeface="Tahoma" panose="020B0604030504040204" pitchFamily="34" charset="0"/>
              </a:rPr>
              <a:t>Apabila pemegangnya bertukar atau meninggalkan perkhidmatan, beliau hendaklah menyerahkan dokumen tersebut kepada penggantinya. </a:t>
            </a:r>
          </a:p>
        </p:txBody>
      </p:sp>
      <p:sp>
        <p:nvSpPr>
          <p:cNvPr id="36" name="Google Shape;36;p3"/>
          <p:cNvSpPr/>
          <p:nvPr/>
        </p:nvSpPr>
        <p:spPr>
          <a:xfrm rot="10800000" flipH="1">
            <a:off x="9513055" y="5399321"/>
            <a:ext cx="1495228" cy="835212"/>
          </a:xfrm>
          <a:custGeom>
            <a:avLst/>
            <a:gdLst/>
            <a:ahLst/>
            <a:cxnLst/>
            <a:rect l="l" t="t" r="r" b="b"/>
            <a:pathLst>
              <a:path w="21600" h="21600" extrusionOk="0">
                <a:moveTo>
                  <a:pt x="0" y="0"/>
                </a:moveTo>
                <a:lnTo>
                  <a:pt x="11778" y="0"/>
                </a:lnTo>
                <a:lnTo>
                  <a:pt x="21600" y="21600"/>
                </a:lnTo>
                <a:lnTo>
                  <a:pt x="9980" y="21479"/>
                </a:lnTo>
                <a:lnTo>
                  <a:pt x="0" y="0"/>
                </a:lnTo>
                <a:close/>
              </a:path>
            </a:pathLst>
          </a:custGeom>
          <a:gradFill>
            <a:gsLst>
              <a:gs pos="0">
                <a:srgbClr val="80291C"/>
              </a:gs>
              <a:gs pos="2987">
                <a:srgbClr val="80291C"/>
              </a:gs>
              <a:gs pos="17836">
                <a:srgbClr val="B33C24"/>
              </a:gs>
              <a:gs pos="100000">
                <a:srgbClr val="B33C24"/>
              </a:gs>
            </a:gsLst>
            <a:lin ang="5400000"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37" name="Google Shape;37;p3"/>
          <p:cNvSpPr/>
          <p:nvPr/>
        </p:nvSpPr>
        <p:spPr>
          <a:xfrm>
            <a:off x="9513055" y="4611055"/>
            <a:ext cx="1495464" cy="829396"/>
          </a:xfrm>
          <a:custGeom>
            <a:avLst/>
            <a:gdLst/>
            <a:ahLst/>
            <a:cxnLst/>
            <a:rect l="l" t="t" r="r" b="b"/>
            <a:pathLst>
              <a:path w="21600" h="21600" extrusionOk="0">
                <a:moveTo>
                  <a:pt x="0" y="0"/>
                </a:moveTo>
                <a:lnTo>
                  <a:pt x="11776" y="0"/>
                </a:lnTo>
                <a:lnTo>
                  <a:pt x="21600" y="21529"/>
                </a:lnTo>
                <a:lnTo>
                  <a:pt x="9951" y="21600"/>
                </a:lnTo>
                <a:lnTo>
                  <a:pt x="0" y="0"/>
                </a:lnTo>
                <a:close/>
              </a:path>
            </a:pathLst>
          </a:custGeom>
          <a:gradFill>
            <a:gsLst>
              <a:gs pos="0">
                <a:srgbClr val="FF556C"/>
              </a:gs>
              <a:gs pos="6895">
                <a:srgbClr val="FF556C"/>
              </a:gs>
              <a:gs pos="17635">
                <a:srgbClr val="FF3A32"/>
              </a:gs>
              <a:gs pos="100000">
                <a:srgbClr val="FF3A32"/>
              </a:gs>
            </a:gsLst>
            <a:lin ang="5400000"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pic>
        <p:nvPicPr>
          <p:cNvPr id="45" name="Google Shape;45;p3" descr="Picture1.png"/>
          <p:cNvPicPr preferRelativeResize="0"/>
          <p:nvPr/>
        </p:nvPicPr>
        <p:blipFill rotWithShape="1">
          <a:blip r:embed="rId3">
            <a:alphaModFix amt="71516"/>
          </a:blip>
          <a:srcRect/>
          <a:stretch/>
        </p:blipFill>
        <p:spPr>
          <a:xfrm flipH="1">
            <a:off x="836014" y="600889"/>
            <a:ext cx="179169" cy="6293660"/>
          </a:xfrm>
          <a:prstGeom prst="rect">
            <a:avLst/>
          </a:prstGeom>
          <a:noFill/>
          <a:ln>
            <a:noFill/>
          </a:ln>
        </p:spPr>
      </p:pic>
      <p:sp>
        <p:nvSpPr>
          <p:cNvPr id="48" name="Google Shape;48;p3"/>
          <p:cNvSpPr/>
          <p:nvPr/>
        </p:nvSpPr>
        <p:spPr>
          <a:xfrm>
            <a:off x="10940592" y="355568"/>
            <a:ext cx="834480" cy="434341"/>
          </a:xfrm>
          <a:custGeom>
            <a:avLst/>
            <a:gdLst/>
            <a:ahLst/>
            <a:cxnLst/>
            <a:rect l="l" t="t" r="r" b="b"/>
            <a:pathLst>
              <a:path w="20986" h="20722" extrusionOk="0">
                <a:moveTo>
                  <a:pt x="10578" y="1"/>
                </a:moveTo>
                <a:cubicBezTo>
                  <a:pt x="9874" y="-20"/>
                  <a:pt x="9157" y="218"/>
                  <a:pt x="8464" y="745"/>
                </a:cubicBezTo>
                <a:cubicBezTo>
                  <a:pt x="6243" y="2431"/>
                  <a:pt x="4928" y="6572"/>
                  <a:pt x="5038" y="10863"/>
                </a:cubicBezTo>
                <a:cubicBezTo>
                  <a:pt x="5041" y="10972"/>
                  <a:pt x="5010" y="11074"/>
                  <a:pt x="4959" y="11124"/>
                </a:cubicBezTo>
                <a:cubicBezTo>
                  <a:pt x="1769" y="14201"/>
                  <a:pt x="-247" y="17027"/>
                  <a:pt x="24" y="18312"/>
                </a:cubicBezTo>
                <a:cubicBezTo>
                  <a:pt x="415" y="20165"/>
                  <a:pt x="5419" y="18109"/>
                  <a:pt x="11201" y="13717"/>
                </a:cubicBezTo>
                <a:cubicBezTo>
                  <a:pt x="16983" y="9325"/>
                  <a:pt x="21353" y="4260"/>
                  <a:pt x="20962" y="2407"/>
                </a:cubicBezTo>
                <a:cubicBezTo>
                  <a:pt x="20691" y="1122"/>
                  <a:pt x="18203" y="1719"/>
                  <a:pt x="14776" y="3669"/>
                </a:cubicBezTo>
                <a:cubicBezTo>
                  <a:pt x="14721" y="3700"/>
                  <a:pt x="14661" y="3665"/>
                  <a:pt x="14623" y="3583"/>
                </a:cubicBezTo>
                <a:cubicBezTo>
                  <a:pt x="13605" y="1349"/>
                  <a:pt x="12125" y="48"/>
                  <a:pt x="10578" y="1"/>
                </a:cubicBezTo>
                <a:close/>
                <a:moveTo>
                  <a:pt x="16712" y="4606"/>
                </a:moveTo>
                <a:cubicBezTo>
                  <a:pt x="17082" y="4644"/>
                  <a:pt x="17316" y="4814"/>
                  <a:pt x="17382" y="5127"/>
                </a:cubicBezTo>
                <a:cubicBezTo>
                  <a:pt x="17663" y="6457"/>
                  <a:pt x="14806" y="9877"/>
                  <a:pt x="11001" y="12767"/>
                </a:cubicBezTo>
                <a:cubicBezTo>
                  <a:pt x="7197" y="15656"/>
                  <a:pt x="3885" y="16921"/>
                  <a:pt x="3604" y="15592"/>
                </a:cubicBezTo>
                <a:cubicBezTo>
                  <a:pt x="3472" y="14965"/>
                  <a:pt x="4037" y="13873"/>
                  <a:pt x="5070" y="12592"/>
                </a:cubicBezTo>
                <a:cubicBezTo>
                  <a:pt x="5108" y="12544"/>
                  <a:pt x="5160" y="12586"/>
                  <a:pt x="5170" y="12671"/>
                </a:cubicBezTo>
                <a:cubicBezTo>
                  <a:pt x="5233" y="13188"/>
                  <a:pt x="5318" y="13702"/>
                  <a:pt x="5425" y="14209"/>
                </a:cubicBezTo>
                <a:cubicBezTo>
                  <a:pt x="5491" y="14521"/>
                  <a:pt x="5563" y="14823"/>
                  <a:pt x="5643" y="15115"/>
                </a:cubicBezTo>
                <a:cubicBezTo>
                  <a:pt x="5669" y="15213"/>
                  <a:pt x="5728" y="15266"/>
                  <a:pt x="5785" y="15245"/>
                </a:cubicBezTo>
                <a:cubicBezTo>
                  <a:pt x="7141" y="14753"/>
                  <a:pt x="8983" y="13676"/>
                  <a:pt x="10888" y="12230"/>
                </a:cubicBezTo>
                <a:cubicBezTo>
                  <a:pt x="12711" y="10845"/>
                  <a:pt x="14371" y="9297"/>
                  <a:pt x="15561" y="7873"/>
                </a:cubicBezTo>
                <a:cubicBezTo>
                  <a:pt x="15601" y="7825"/>
                  <a:pt x="15639" y="7779"/>
                  <a:pt x="15677" y="7733"/>
                </a:cubicBezTo>
                <a:cubicBezTo>
                  <a:pt x="15726" y="7672"/>
                  <a:pt x="15749" y="7557"/>
                  <a:pt x="15732" y="7450"/>
                </a:cubicBezTo>
                <a:cubicBezTo>
                  <a:pt x="15683" y="7135"/>
                  <a:pt x="15627" y="6820"/>
                  <a:pt x="15561" y="6510"/>
                </a:cubicBezTo>
                <a:cubicBezTo>
                  <a:pt x="15454" y="6002"/>
                  <a:pt x="15329" y="5520"/>
                  <a:pt x="15186" y="5064"/>
                </a:cubicBezTo>
                <a:cubicBezTo>
                  <a:pt x="15162" y="4988"/>
                  <a:pt x="15184" y="4892"/>
                  <a:pt x="15229" y="4876"/>
                </a:cubicBezTo>
                <a:cubicBezTo>
                  <a:pt x="15836" y="4664"/>
                  <a:pt x="16342" y="4568"/>
                  <a:pt x="16712" y="4606"/>
                </a:cubicBezTo>
                <a:close/>
                <a:moveTo>
                  <a:pt x="15869" y="10396"/>
                </a:moveTo>
                <a:cubicBezTo>
                  <a:pt x="14493" y="11701"/>
                  <a:pt x="12945" y="13016"/>
                  <a:pt x="11315" y="14254"/>
                </a:cubicBezTo>
                <a:cubicBezTo>
                  <a:pt x="9676" y="15499"/>
                  <a:pt x="8075" y="16574"/>
                  <a:pt x="6614" y="17425"/>
                </a:cubicBezTo>
                <a:cubicBezTo>
                  <a:pt x="6573" y="17449"/>
                  <a:pt x="6559" y="17548"/>
                  <a:pt x="6589" y="17606"/>
                </a:cubicBezTo>
                <a:cubicBezTo>
                  <a:pt x="8086" y="20507"/>
                  <a:pt x="10412" y="21580"/>
                  <a:pt x="12522" y="19977"/>
                </a:cubicBezTo>
                <a:cubicBezTo>
                  <a:pt x="14632" y="18375"/>
                  <a:pt x="15924" y="14552"/>
                  <a:pt x="15953" y="10494"/>
                </a:cubicBezTo>
                <a:cubicBezTo>
                  <a:pt x="15954" y="10413"/>
                  <a:pt x="15908" y="10359"/>
                  <a:pt x="15869" y="10396"/>
                </a:cubicBezTo>
                <a:close/>
              </a:path>
            </a:pathLst>
          </a:custGeom>
          <a:solidFill>
            <a:srgbClr val="FFCF16"/>
          </a:solidFill>
          <a:ln>
            <a:noFill/>
          </a:ln>
          <a:effectLst>
            <a:outerShdw blurRad="101600" dist="77493" dir="8890792" rotWithShape="0">
              <a:srgbClr val="000000">
                <a:alpha val="41960"/>
              </a:srgbClr>
            </a:outerShdw>
          </a:effectLst>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pic>
        <p:nvPicPr>
          <p:cNvPr id="49" name="Picture 48">
            <a:extLst>
              <a:ext uri="{FF2B5EF4-FFF2-40B4-BE49-F238E27FC236}">
                <a16:creationId xmlns="" xmlns:a16="http://schemas.microsoft.com/office/drawing/2014/main" id="{FAB5DC70-67FB-4E41-BC8C-25C2CA51A1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03582" y="5842997"/>
            <a:ext cx="835393" cy="669380"/>
          </a:xfrm>
          <a:prstGeom prst="rect">
            <a:avLst/>
          </a:prstGeom>
        </p:spPr>
      </p:pic>
      <p:sp>
        <p:nvSpPr>
          <p:cNvPr id="50" name="TextBox 49">
            <a:extLst>
              <a:ext uri="{FF2B5EF4-FFF2-40B4-BE49-F238E27FC236}">
                <a16:creationId xmlns="" xmlns:a16="http://schemas.microsoft.com/office/drawing/2014/main" id="{3FDF99BF-8CBF-42C0-80C3-AE85DCE5EBA9}"/>
              </a:ext>
            </a:extLst>
          </p:cNvPr>
          <p:cNvSpPr txBox="1"/>
          <p:nvPr/>
        </p:nvSpPr>
        <p:spPr>
          <a:xfrm>
            <a:off x="2044213" y="5977632"/>
            <a:ext cx="6106049" cy="400110"/>
          </a:xfrm>
          <a:prstGeom prst="rect">
            <a:avLst/>
          </a:prstGeom>
          <a:noFill/>
        </p:spPr>
        <p:txBody>
          <a:bodyPr wrap="square">
            <a:spAutoFit/>
          </a:bodyPr>
          <a:lstStyle/>
          <a:p>
            <a:pPr>
              <a:defRPr/>
            </a:pPr>
            <a:r>
              <a:rPr lang="en-US" sz="1000" spc="280" dirty="0"/>
              <a:t>PEJABAT KETUA PEGAWAI KESELAMATAN KERAJAAN MALAYSIA</a:t>
            </a:r>
          </a:p>
          <a:p>
            <a:pPr>
              <a:defRPr/>
            </a:pPr>
            <a:r>
              <a:rPr lang="en-US" sz="1000" spc="280" dirty="0"/>
              <a:t>JABATAN PERDANA MENTERI</a:t>
            </a:r>
          </a:p>
        </p:txBody>
      </p:sp>
      <p:sp>
        <p:nvSpPr>
          <p:cNvPr id="24" name="Title 1">
            <a:extLst>
              <a:ext uri="{FF2B5EF4-FFF2-40B4-BE49-F238E27FC236}">
                <a16:creationId xmlns="" xmlns:a16="http://schemas.microsoft.com/office/drawing/2014/main" id="{C768F5CE-3EE6-4C50-BDC9-85D45021E1CE}"/>
              </a:ext>
            </a:extLst>
          </p:cNvPr>
          <p:cNvSpPr txBox="1">
            <a:spLocks/>
          </p:cNvSpPr>
          <p:nvPr/>
        </p:nvSpPr>
        <p:spPr>
          <a:xfrm>
            <a:off x="903582" y="281169"/>
            <a:ext cx="10871140" cy="953307"/>
          </a:xfrm>
          <a:prstGeom prst="rect">
            <a:avLst/>
          </a:prstGeom>
        </p:spPr>
        <p:txBody>
          <a:bodyP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sz="3600" b="1" dirty="0" err="1">
                <a:solidFill>
                  <a:srgbClr val="C00000"/>
                </a:solidFill>
                <a:latin typeface="Tahoma" panose="020B0604030504040204" pitchFamily="34" charset="0"/>
                <a:ea typeface="Tahoma" panose="020B0604030504040204" pitchFamily="34" charset="0"/>
                <a:cs typeface="Tahoma" panose="020B0604030504040204" pitchFamily="34" charset="0"/>
              </a:rPr>
              <a:t>Dokumen</a:t>
            </a:r>
            <a:r>
              <a:rPr lang="en-GB" sz="3600" b="1" dirty="0">
                <a:solidFill>
                  <a:srgbClr val="C00000"/>
                </a:solidFill>
                <a:latin typeface="Tahoma" panose="020B0604030504040204" pitchFamily="34" charset="0"/>
                <a:ea typeface="Tahoma" panose="020B0604030504040204" pitchFamily="34" charset="0"/>
                <a:cs typeface="Tahoma" panose="020B0604030504040204" pitchFamily="34" charset="0"/>
              </a:rPr>
              <a:t> </a:t>
            </a:r>
            <a:r>
              <a:rPr lang="en-GB" sz="3600" b="1" dirty="0" err="1">
                <a:solidFill>
                  <a:srgbClr val="C00000"/>
                </a:solidFill>
                <a:latin typeface="Tahoma" panose="020B0604030504040204" pitchFamily="34" charset="0"/>
                <a:ea typeface="Tahoma" panose="020B0604030504040204" pitchFamily="34" charset="0"/>
                <a:cs typeface="Tahoma" panose="020B0604030504040204" pitchFamily="34" charset="0"/>
              </a:rPr>
              <a:t>Diakaunkan</a:t>
            </a:r>
            <a:endParaRPr lang="en-MY" sz="3600" b="1"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4191194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p:tgtEl>
                                          <p:spTgt spid="17"/>
                                        </p:tgtEl>
                                        <p:attrNameLst>
                                          <p:attrName>ppt_w</p:attrName>
                                        </p:attrNameLst>
                                      </p:cBhvr>
                                      <p:tavLst>
                                        <p:tav tm="0">
                                          <p:val>
                                            <p:strVal val="0"/>
                                          </p:val>
                                        </p:tav>
                                        <p:tav tm="100000">
                                          <p:val>
                                            <p:strVal val="#ppt_w"/>
                                          </p:val>
                                        </p:tav>
                                      </p:tavLst>
                                    </p:anim>
                                    <p:anim calcmode="lin" valueType="num">
                                      <p:cBhvr additive="base">
                                        <p:cTn id="8" dur="500"/>
                                        <p:tgtEl>
                                          <p:spTgt spid="17"/>
                                        </p:tgtEl>
                                        <p:attrNameLst>
                                          <p:attrName>ppt_h</p:attrName>
                                        </p:attrNameLst>
                                      </p:cBhvr>
                                      <p:tavLst>
                                        <p:tav tm="0">
                                          <p:val>
                                            <p:strVal val="0"/>
                                          </p:val>
                                        </p:tav>
                                        <p:tav tm="100000">
                                          <p:val>
                                            <p:strVal val="#ppt_h"/>
                                          </p:val>
                                        </p:tav>
                                      </p:tavLst>
                                    </p:anim>
                                  </p:childTnLst>
                                </p:cTn>
                              </p:par>
                            </p:childTnLst>
                          </p:cTn>
                        </p:par>
                        <p:par>
                          <p:cTn id="9" fill="hold">
                            <p:stCondLst>
                              <p:cond delay="500"/>
                            </p:stCondLst>
                            <p:childTnLst>
                              <p:par>
                                <p:cTn id="10" presetID="23" presetClass="entr" presetSubtype="16" fill="hold" nodeType="afterEffect">
                                  <p:stCondLst>
                                    <p:cond delay="0"/>
                                  </p:stCondLst>
                                  <p:childTnLst>
                                    <p:set>
                                      <p:cBhvr>
                                        <p:cTn id="11" dur="1" fill="hold">
                                          <p:stCondLst>
                                            <p:cond delay="0"/>
                                          </p:stCondLst>
                                        </p:cTn>
                                        <p:tgtEl>
                                          <p:spTgt spid="48"/>
                                        </p:tgtEl>
                                        <p:attrNameLst>
                                          <p:attrName>style.visibility</p:attrName>
                                        </p:attrNameLst>
                                      </p:cBhvr>
                                      <p:to>
                                        <p:strVal val="visible"/>
                                      </p:to>
                                    </p:set>
                                    <p:anim calcmode="lin" valueType="num">
                                      <p:cBhvr additive="base">
                                        <p:cTn id="12" dur="500"/>
                                        <p:tgtEl>
                                          <p:spTgt spid="48"/>
                                        </p:tgtEl>
                                        <p:attrNameLst>
                                          <p:attrName>ppt_w</p:attrName>
                                        </p:attrNameLst>
                                      </p:cBhvr>
                                      <p:tavLst>
                                        <p:tav tm="0">
                                          <p:val>
                                            <p:strVal val="0"/>
                                          </p:val>
                                        </p:tav>
                                        <p:tav tm="100000">
                                          <p:val>
                                            <p:strVal val="#ppt_w"/>
                                          </p:val>
                                        </p:tav>
                                      </p:tavLst>
                                    </p:anim>
                                    <p:anim calcmode="lin" valueType="num">
                                      <p:cBhvr additive="base">
                                        <p:cTn id="13" dur="500"/>
                                        <p:tgtEl>
                                          <p:spTgt spid="48"/>
                                        </p:tgtEl>
                                        <p:attrNameLst>
                                          <p:attrName>ppt_h</p:attrName>
                                        </p:attrNameLst>
                                      </p:cBhvr>
                                      <p:tavLst>
                                        <p:tav tm="0">
                                          <p:val>
                                            <p:strVal val="0"/>
                                          </p:val>
                                        </p:tav>
                                        <p:tav tm="100000">
                                          <p:val>
                                            <p:strVal val="#ppt_h"/>
                                          </p:val>
                                        </p:tav>
                                      </p:tavLst>
                                    </p:anim>
                                  </p:childTnLst>
                                </p:cTn>
                              </p:par>
                            </p:childTnLst>
                          </p:cTn>
                        </p:par>
                        <p:par>
                          <p:cTn id="14" fill="hold">
                            <p:stCondLst>
                              <p:cond delay="1000"/>
                            </p:stCondLst>
                            <p:childTnLst>
                              <p:par>
                                <p:cTn id="15" presetID="23" presetClass="entr" presetSubtype="16" fill="hold" nodeType="afterEffect">
                                  <p:stCondLst>
                                    <p:cond delay="0"/>
                                  </p:stCondLst>
                                  <p:childTnLst>
                                    <p:set>
                                      <p:cBhvr>
                                        <p:cTn id="16" dur="1" fill="hold">
                                          <p:stCondLst>
                                            <p:cond delay="0"/>
                                          </p:stCondLst>
                                        </p:cTn>
                                        <p:tgtEl>
                                          <p:spTgt spid="45"/>
                                        </p:tgtEl>
                                        <p:attrNameLst>
                                          <p:attrName>style.visibility</p:attrName>
                                        </p:attrNameLst>
                                      </p:cBhvr>
                                      <p:to>
                                        <p:strVal val="visible"/>
                                      </p:to>
                                    </p:set>
                                    <p:anim calcmode="lin" valueType="num">
                                      <p:cBhvr additive="base">
                                        <p:cTn id="17" dur="500"/>
                                        <p:tgtEl>
                                          <p:spTgt spid="45"/>
                                        </p:tgtEl>
                                        <p:attrNameLst>
                                          <p:attrName>ppt_w</p:attrName>
                                        </p:attrNameLst>
                                      </p:cBhvr>
                                      <p:tavLst>
                                        <p:tav tm="0">
                                          <p:val>
                                            <p:strVal val="0"/>
                                          </p:val>
                                        </p:tav>
                                        <p:tav tm="100000">
                                          <p:val>
                                            <p:strVal val="#ppt_w"/>
                                          </p:val>
                                        </p:tav>
                                      </p:tavLst>
                                    </p:anim>
                                    <p:anim calcmode="lin" valueType="num">
                                      <p:cBhvr additive="base">
                                        <p:cTn id="18" dur="500"/>
                                        <p:tgtEl>
                                          <p:spTgt spid="45"/>
                                        </p:tgtEl>
                                        <p:attrNameLst>
                                          <p:attrName>ppt_h</p:attrName>
                                        </p:attrNameLst>
                                      </p:cBhvr>
                                      <p:tavLst>
                                        <p:tav tm="0">
                                          <p:val>
                                            <p:strVal val="0"/>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500"/>
                                        <p:tgtEl>
                                          <p:spTgt spid="19"/>
                                        </p:tgtEl>
                                      </p:cBhvr>
                                    </p:animEffect>
                                  </p:childTnLst>
                                </p:cTn>
                              </p:par>
                            </p:childTnLst>
                          </p:cTn>
                        </p:par>
                        <p:par>
                          <p:cTn id="24" fill="hold">
                            <p:stCondLst>
                              <p:cond delay="500"/>
                            </p:stCondLst>
                            <p:childTnLst>
                              <p:par>
                                <p:cTn id="25" presetID="10" presetClass="entr" presetSubtype="0" fill="hold" nodeType="after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500"/>
                                        <p:tgtEl>
                                          <p:spTgt spid="18"/>
                                        </p:tgtEl>
                                      </p:cBhvr>
                                    </p:animEffect>
                                  </p:childTnLst>
                                </p:cTn>
                              </p:par>
                            </p:childTnLst>
                          </p:cTn>
                        </p:par>
                        <p:par>
                          <p:cTn id="28" fill="hold">
                            <p:stCondLst>
                              <p:cond delay="1000"/>
                            </p:stCondLst>
                            <p:childTnLst>
                              <p:par>
                                <p:cTn id="29" presetID="10" presetClass="entr" presetSubtype="0" fill="hold" nodeType="after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500"/>
                                        <p:tgtEl>
                                          <p:spTgt spid="21"/>
                                        </p:tgtEl>
                                      </p:cBhvr>
                                    </p:animEffect>
                                  </p:childTnLst>
                                </p:cTn>
                              </p:par>
                            </p:childTnLst>
                          </p:cTn>
                        </p:par>
                        <p:par>
                          <p:cTn id="32" fill="hold">
                            <p:stCondLst>
                              <p:cond delay="1500"/>
                            </p:stCondLst>
                            <p:childTnLst>
                              <p:par>
                                <p:cTn id="33" presetID="10" presetClass="entr" presetSubtype="0" fill="hold" nodeType="after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fade">
                                      <p:cBhvr>
                                        <p:cTn id="35" dur="500"/>
                                        <p:tgtEl>
                                          <p:spTgt spid="20"/>
                                        </p:tgtEl>
                                      </p:cBhvr>
                                    </p:animEffect>
                                  </p:childTnLst>
                                </p:cTn>
                              </p:par>
                            </p:childTnLst>
                          </p:cTn>
                        </p:par>
                        <p:par>
                          <p:cTn id="36" fill="hold">
                            <p:stCondLst>
                              <p:cond delay="2000"/>
                            </p:stCondLst>
                            <p:childTnLst>
                              <p:par>
                                <p:cTn id="37" presetID="10" presetClass="entr" presetSubtype="0" fill="hold" nodeType="afterEffect">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fade">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27"/>
                                        </p:tgtEl>
                                        <p:attrNameLst>
                                          <p:attrName>style.visibility</p:attrName>
                                        </p:attrNameLst>
                                      </p:cBhvr>
                                      <p:to>
                                        <p:strVal val="visible"/>
                                      </p:to>
                                    </p:set>
                                    <p:animEffect transition="in" filter="fade">
                                      <p:cBhvr>
                                        <p:cTn id="44" dur="500"/>
                                        <p:tgtEl>
                                          <p:spTgt spid="27"/>
                                        </p:tgtEl>
                                      </p:cBhvr>
                                    </p:animEffect>
                                  </p:childTnLst>
                                </p:cTn>
                              </p:par>
                            </p:childTnLst>
                          </p:cTn>
                        </p:par>
                        <p:par>
                          <p:cTn id="45" fill="hold">
                            <p:stCondLst>
                              <p:cond delay="500"/>
                            </p:stCondLst>
                            <p:childTnLst>
                              <p:par>
                                <p:cTn id="46" presetID="10" presetClass="entr" presetSubtype="0" fill="hold" nodeType="afterEffect">
                                  <p:stCondLst>
                                    <p:cond delay="0"/>
                                  </p:stCondLst>
                                  <p:childTnLst>
                                    <p:set>
                                      <p:cBhvr>
                                        <p:cTn id="47" dur="1" fill="hold">
                                          <p:stCondLst>
                                            <p:cond delay="0"/>
                                          </p:stCondLst>
                                        </p:cTn>
                                        <p:tgtEl>
                                          <p:spTgt spid="26"/>
                                        </p:tgtEl>
                                        <p:attrNameLst>
                                          <p:attrName>style.visibility</p:attrName>
                                        </p:attrNameLst>
                                      </p:cBhvr>
                                      <p:to>
                                        <p:strVal val="visible"/>
                                      </p:to>
                                    </p:set>
                                    <p:animEffect transition="in" filter="fade">
                                      <p:cBhvr>
                                        <p:cTn id="48" dur="500"/>
                                        <p:tgtEl>
                                          <p:spTgt spid="26"/>
                                        </p:tgtEl>
                                      </p:cBhvr>
                                    </p:animEffect>
                                  </p:childTnLst>
                                </p:cTn>
                              </p:par>
                            </p:childTnLst>
                          </p:cTn>
                        </p:par>
                        <p:par>
                          <p:cTn id="49" fill="hold">
                            <p:stCondLst>
                              <p:cond delay="1000"/>
                            </p:stCondLst>
                            <p:childTnLst>
                              <p:par>
                                <p:cTn id="50" presetID="10" presetClass="entr" presetSubtype="0" fill="hold" nodeType="afterEffect">
                                  <p:stCondLst>
                                    <p:cond delay="0"/>
                                  </p:stCondLst>
                                  <p:childTnLst>
                                    <p:set>
                                      <p:cBhvr>
                                        <p:cTn id="51" dur="1" fill="hold">
                                          <p:stCondLst>
                                            <p:cond delay="0"/>
                                          </p:stCondLst>
                                        </p:cTn>
                                        <p:tgtEl>
                                          <p:spTgt spid="29"/>
                                        </p:tgtEl>
                                        <p:attrNameLst>
                                          <p:attrName>style.visibility</p:attrName>
                                        </p:attrNameLst>
                                      </p:cBhvr>
                                      <p:to>
                                        <p:strVal val="visible"/>
                                      </p:to>
                                    </p:set>
                                    <p:animEffect transition="in" filter="fade">
                                      <p:cBhvr>
                                        <p:cTn id="52" dur="500"/>
                                        <p:tgtEl>
                                          <p:spTgt spid="29"/>
                                        </p:tgtEl>
                                      </p:cBhvr>
                                    </p:animEffect>
                                  </p:childTnLst>
                                </p:cTn>
                              </p:par>
                            </p:childTnLst>
                          </p:cTn>
                        </p:par>
                        <p:par>
                          <p:cTn id="53" fill="hold">
                            <p:stCondLst>
                              <p:cond delay="1500"/>
                            </p:stCondLst>
                            <p:childTnLst>
                              <p:par>
                                <p:cTn id="54" presetID="10" presetClass="entr" presetSubtype="0" fill="hold" nodeType="afterEffect">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6" dur="500"/>
                                        <p:tgtEl>
                                          <p:spTgt spid="28"/>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35"/>
                                        </p:tgtEl>
                                        <p:attrNameLst>
                                          <p:attrName>style.visibility</p:attrName>
                                        </p:attrNameLst>
                                      </p:cBhvr>
                                      <p:to>
                                        <p:strVal val="visible"/>
                                      </p:to>
                                    </p:set>
                                    <p:animEffect transition="in" filter="fade">
                                      <p:cBhvr>
                                        <p:cTn id="61" dur="500"/>
                                        <p:tgtEl>
                                          <p:spTgt spid="35"/>
                                        </p:tgtEl>
                                      </p:cBhvr>
                                    </p:animEffect>
                                  </p:childTnLst>
                                </p:cTn>
                              </p:par>
                            </p:childTnLst>
                          </p:cTn>
                        </p:par>
                        <p:par>
                          <p:cTn id="62" fill="hold">
                            <p:stCondLst>
                              <p:cond delay="500"/>
                            </p:stCondLst>
                            <p:childTnLst>
                              <p:par>
                                <p:cTn id="63" presetID="10" presetClass="entr" presetSubtype="0" fill="hold" nodeType="afterEffect">
                                  <p:stCondLst>
                                    <p:cond delay="0"/>
                                  </p:stCondLst>
                                  <p:childTnLst>
                                    <p:set>
                                      <p:cBhvr>
                                        <p:cTn id="64" dur="1" fill="hold">
                                          <p:stCondLst>
                                            <p:cond delay="0"/>
                                          </p:stCondLst>
                                        </p:cTn>
                                        <p:tgtEl>
                                          <p:spTgt spid="34"/>
                                        </p:tgtEl>
                                        <p:attrNameLst>
                                          <p:attrName>style.visibility</p:attrName>
                                        </p:attrNameLst>
                                      </p:cBhvr>
                                      <p:to>
                                        <p:strVal val="visible"/>
                                      </p:to>
                                    </p:set>
                                    <p:animEffect transition="in" filter="fade">
                                      <p:cBhvr>
                                        <p:cTn id="65" dur="500"/>
                                        <p:tgtEl>
                                          <p:spTgt spid="34"/>
                                        </p:tgtEl>
                                      </p:cBhvr>
                                    </p:animEffect>
                                  </p:childTnLst>
                                </p:cTn>
                              </p:par>
                            </p:childTnLst>
                          </p:cTn>
                        </p:par>
                        <p:par>
                          <p:cTn id="66" fill="hold">
                            <p:stCondLst>
                              <p:cond delay="1000"/>
                            </p:stCondLst>
                            <p:childTnLst>
                              <p:par>
                                <p:cTn id="67" presetID="10" presetClass="entr" presetSubtype="0" fill="hold" nodeType="afterEffect">
                                  <p:stCondLst>
                                    <p:cond delay="0"/>
                                  </p:stCondLst>
                                  <p:childTnLst>
                                    <p:set>
                                      <p:cBhvr>
                                        <p:cTn id="68" dur="1" fill="hold">
                                          <p:stCondLst>
                                            <p:cond delay="0"/>
                                          </p:stCondLst>
                                        </p:cTn>
                                        <p:tgtEl>
                                          <p:spTgt spid="37"/>
                                        </p:tgtEl>
                                        <p:attrNameLst>
                                          <p:attrName>style.visibility</p:attrName>
                                        </p:attrNameLst>
                                      </p:cBhvr>
                                      <p:to>
                                        <p:strVal val="visible"/>
                                      </p:to>
                                    </p:set>
                                    <p:animEffect transition="in" filter="fade">
                                      <p:cBhvr>
                                        <p:cTn id="69" dur="500"/>
                                        <p:tgtEl>
                                          <p:spTgt spid="37"/>
                                        </p:tgtEl>
                                      </p:cBhvr>
                                    </p:animEffect>
                                  </p:childTnLst>
                                </p:cTn>
                              </p:par>
                            </p:childTnLst>
                          </p:cTn>
                        </p:par>
                        <p:par>
                          <p:cTn id="70" fill="hold">
                            <p:stCondLst>
                              <p:cond delay="1500"/>
                            </p:stCondLst>
                            <p:childTnLst>
                              <p:par>
                                <p:cTn id="71" presetID="10" presetClass="entr" presetSubtype="0" fill="hold" nodeType="afterEffect">
                                  <p:stCondLst>
                                    <p:cond delay="0"/>
                                  </p:stCondLst>
                                  <p:childTnLst>
                                    <p:set>
                                      <p:cBhvr>
                                        <p:cTn id="72" dur="1" fill="hold">
                                          <p:stCondLst>
                                            <p:cond delay="0"/>
                                          </p:stCondLst>
                                        </p:cTn>
                                        <p:tgtEl>
                                          <p:spTgt spid="36"/>
                                        </p:tgtEl>
                                        <p:attrNameLst>
                                          <p:attrName>style.visibility</p:attrName>
                                        </p:attrNameLst>
                                      </p:cBhvr>
                                      <p:to>
                                        <p:strVal val="visible"/>
                                      </p:to>
                                    </p:set>
                                    <p:animEffect transition="in" filter="fade">
                                      <p:cBhvr>
                                        <p:cTn id="73"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6"/>
        <p:cNvGrpSpPr/>
        <p:nvPr/>
      </p:nvGrpSpPr>
      <p:grpSpPr>
        <a:xfrm>
          <a:off x="0" y="0"/>
          <a:ext cx="0" cy="0"/>
          <a:chOff x="0" y="0"/>
          <a:chExt cx="0" cy="0"/>
        </a:xfrm>
      </p:grpSpPr>
      <p:sp>
        <p:nvSpPr>
          <p:cNvPr id="17" name="Google Shape;17;p3"/>
          <p:cNvSpPr/>
          <p:nvPr/>
        </p:nvSpPr>
        <p:spPr>
          <a:xfrm>
            <a:off x="10875236" y="784688"/>
            <a:ext cx="482596" cy="482596"/>
          </a:xfrm>
          <a:prstGeom prst="ellipse">
            <a:avLst/>
          </a:prstGeom>
          <a:solidFill>
            <a:srgbClr val="A7A6A8"/>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8" name="Google Shape;18;p3"/>
          <p:cNvSpPr/>
          <p:nvPr/>
        </p:nvSpPr>
        <p:spPr>
          <a:xfrm>
            <a:off x="7990043" y="2125338"/>
            <a:ext cx="987432" cy="1659917"/>
          </a:xfrm>
          <a:prstGeom prst="roundRect">
            <a:avLst>
              <a:gd name="adj" fmla="val 14129"/>
            </a:avLst>
          </a:prstGeom>
          <a:solidFill>
            <a:srgbClr val="185359"/>
          </a:solidFill>
          <a:ln>
            <a:noFill/>
          </a:ln>
          <a:effectLst>
            <a:outerShdw blurRad="101600" dist="118426" dir="8890792" rotWithShape="0">
              <a:srgbClr val="000000">
                <a:alpha val="23137"/>
              </a:srgbClr>
            </a:outerShdw>
          </a:effectLst>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9" name="Google Shape;19;p3"/>
          <p:cNvSpPr/>
          <p:nvPr/>
        </p:nvSpPr>
        <p:spPr>
          <a:xfrm>
            <a:off x="1779538" y="2467938"/>
            <a:ext cx="6241956" cy="1056287"/>
          </a:xfrm>
          <a:prstGeom prst="rect">
            <a:avLst/>
          </a:prstGeom>
          <a:gradFill>
            <a:gsLst>
              <a:gs pos="0">
                <a:srgbClr val="F8FCFF"/>
              </a:gs>
              <a:gs pos="69000">
                <a:srgbClr val="F8FCFF"/>
              </a:gs>
              <a:gs pos="99000">
                <a:srgbClr val="B8BCC0"/>
              </a:gs>
              <a:gs pos="100000">
                <a:srgbClr val="B8BCC0"/>
              </a:gs>
            </a:gsLst>
            <a:lin ang="17400000" scaled="0"/>
          </a:gradFill>
          <a:ln>
            <a:noFill/>
          </a:ln>
          <a:effectLst>
            <a:outerShdw blurRad="101600" dist="118426" dir="2118751" rotWithShape="0">
              <a:srgbClr val="000000">
                <a:alpha val="23137"/>
              </a:srgbClr>
            </a:outerShdw>
          </a:effectLst>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0" name="Google Shape;20;p3"/>
          <p:cNvSpPr/>
          <p:nvPr/>
        </p:nvSpPr>
        <p:spPr>
          <a:xfrm rot="10800000" flipH="1">
            <a:off x="8052945" y="2972275"/>
            <a:ext cx="1495228" cy="835212"/>
          </a:xfrm>
          <a:custGeom>
            <a:avLst/>
            <a:gdLst/>
            <a:ahLst/>
            <a:cxnLst/>
            <a:rect l="l" t="t" r="r" b="b"/>
            <a:pathLst>
              <a:path w="21600" h="21600" extrusionOk="0">
                <a:moveTo>
                  <a:pt x="0" y="0"/>
                </a:moveTo>
                <a:lnTo>
                  <a:pt x="11778" y="0"/>
                </a:lnTo>
                <a:lnTo>
                  <a:pt x="21600" y="21600"/>
                </a:lnTo>
                <a:lnTo>
                  <a:pt x="9980" y="21479"/>
                </a:lnTo>
                <a:lnTo>
                  <a:pt x="0" y="0"/>
                </a:lnTo>
                <a:close/>
              </a:path>
            </a:pathLst>
          </a:custGeom>
          <a:gradFill>
            <a:gsLst>
              <a:gs pos="0">
                <a:srgbClr val="206269"/>
              </a:gs>
              <a:gs pos="2987">
                <a:srgbClr val="206269"/>
              </a:gs>
              <a:gs pos="17836">
                <a:srgbClr val="2C848D"/>
              </a:gs>
              <a:gs pos="100000">
                <a:srgbClr val="2C848D"/>
              </a:gs>
            </a:gsLst>
            <a:lin ang="5400000"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1" name="Google Shape;21;p3"/>
          <p:cNvSpPr/>
          <p:nvPr/>
        </p:nvSpPr>
        <p:spPr>
          <a:xfrm>
            <a:off x="8070327" y="2134109"/>
            <a:ext cx="1495464" cy="829396"/>
          </a:xfrm>
          <a:custGeom>
            <a:avLst/>
            <a:gdLst/>
            <a:ahLst/>
            <a:cxnLst/>
            <a:rect l="l" t="t" r="r" b="b"/>
            <a:pathLst>
              <a:path w="21600" h="21600" extrusionOk="0">
                <a:moveTo>
                  <a:pt x="0" y="0"/>
                </a:moveTo>
                <a:lnTo>
                  <a:pt x="11776" y="0"/>
                </a:lnTo>
                <a:lnTo>
                  <a:pt x="21600" y="21529"/>
                </a:lnTo>
                <a:lnTo>
                  <a:pt x="9951" y="21600"/>
                </a:lnTo>
                <a:lnTo>
                  <a:pt x="0" y="0"/>
                </a:lnTo>
                <a:close/>
              </a:path>
            </a:pathLst>
          </a:custGeom>
          <a:gradFill>
            <a:gsLst>
              <a:gs pos="0">
                <a:srgbClr val="5FCFCF"/>
              </a:gs>
              <a:gs pos="6895">
                <a:srgbClr val="5FCFCF"/>
              </a:gs>
              <a:gs pos="15323">
                <a:srgbClr val="00AAB8"/>
              </a:gs>
              <a:gs pos="100000">
                <a:srgbClr val="00AAB8"/>
              </a:gs>
            </a:gsLst>
            <a:lin ang="5400000"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3" name="Google Shape;23;p3"/>
          <p:cNvSpPr txBox="1"/>
          <p:nvPr/>
        </p:nvSpPr>
        <p:spPr>
          <a:xfrm>
            <a:off x="1670830" y="2387871"/>
            <a:ext cx="6241956" cy="1056288"/>
          </a:xfrm>
          <a:prstGeom prst="rect">
            <a:avLst/>
          </a:prstGeom>
          <a:noFill/>
          <a:ln>
            <a:noFill/>
          </a:ln>
        </p:spPr>
        <p:txBody>
          <a:bodyPr spcFirstLastPara="1" wrap="square" lIns="45700" tIns="45700" rIns="45700" bIns="45700" anchor="t" anchorCtr="0">
            <a:noAutofit/>
          </a:bodyPr>
          <a:lstStyle/>
          <a:p>
            <a:pPr lvl="0" algn="just"/>
            <a:r>
              <a:rPr lang="fi-FI" sz="2400" dirty="0">
                <a:latin typeface="Tahoma" panose="020B0604030504040204" pitchFamily="34" charset="0"/>
                <a:ea typeface="Tahoma" panose="020B0604030504040204" pitchFamily="34" charset="0"/>
                <a:cs typeface="Tahoma" panose="020B0604030504040204" pitchFamily="34" charset="0"/>
              </a:rPr>
              <a:t>Resit akuan terima hendaklah dikeluarkan dan penyerahan ini dicatatkan ke dalam sijil penyerahan dan pengambilan tugas. </a:t>
            </a:r>
          </a:p>
          <a:p>
            <a:pPr lvl="1" algn="just"/>
            <a:endParaRPr lang="en-MY" sz="2400" dirty="0">
              <a:latin typeface="Tahoma" panose="020B0604030504040204" pitchFamily="34" charset="0"/>
              <a:ea typeface="Tahoma" panose="020B0604030504040204" pitchFamily="34" charset="0"/>
              <a:cs typeface="Tahoma" panose="020B0604030504040204" pitchFamily="34" charset="0"/>
            </a:endParaRPr>
          </a:p>
        </p:txBody>
      </p:sp>
      <p:sp>
        <p:nvSpPr>
          <p:cNvPr id="26" name="Google Shape;26;p3"/>
          <p:cNvSpPr/>
          <p:nvPr/>
        </p:nvSpPr>
        <p:spPr>
          <a:xfrm>
            <a:off x="9587260" y="3930066"/>
            <a:ext cx="987431" cy="1659917"/>
          </a:xfrm>
          <a:prstGeom prst="roundRect">
            <a:avLst>
              <a:gd name="adj" fmla="val 14129"/>
            </a:avLst>
          </a:prstGeom>
          <a:solidFill>
            <a:srgbClr val="794C0C"/>
          </a:solidFill>
          <a:ln>
            <a:noFill/>
          </a:ln>
          <a:effectLst>
            <a:outerShdw blurRad="101600" dist="118426" dir="8890792" rotWithShape="0">
              <a:srgbClr val="000000">
                <a:alpha val="23137"/>
              </a:srgbClr>
            </a:outerShdw>
          </a:effectLst>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7" name="Google Shape;27;p3"/>
          <p:cNvSpPr/>
          <p:nvPr/>
        </p:nvSpPr>
        <p:spPr>
          <a:xfrm>
            <a:off x="1758830" y="4121344"/>
            <a:ext cx="7808811" cy="1056287"/>
          </a:xfrm>
          <a:prstGeom prst="rect">
            <a:avLst/>
          </a:prstGeom>
          <a:gradFill>
            <a:gsLst>
              <a:gs pos="0">
                <a:srgbClr val="F8FCFF"/>
              </a:gs>
              <a:gs pos="69000">
                <a:srgbClr val="F8FCFF"/>
              </a:gs>
              <a:gs pos="99000">
                <a:srgbClr val="B8BCC0"/>
              </a:gs>
              <a:gs pos="100000">
                <a:srgbClr val="B8BCC0"/>
              </a:gs>
            </a:gsLst>
            <a:lin ang="17400000" scaled="0"/>
          </a:gradFill>
          <a:ln>
            <a:noFill/>
          </a:ln>
          <a:effectLst>
            <a:outerShdw blurRad="101600" dist="118426" dir="2118751" rotWithShape="0">
              <a:srgbClr val="000000">
                <a:alpha val="23137"/>
              </a:srgbClr>
            </a:outerShdw>
          </a:effectLst>
        </p:spPr>
        <p:txBody>
          <a:bodyPr spcFirstLastPara="1" wrap="square" lIns="45700" tIns="45700" rIns="45700" bIns="45700" anchor="ctr" anchorCtr="0">
            <a:noAutofit/>
          </a:bodyPr>
          <a:lstStyle/>
          <a:p>
            <a:pPr lvl="0" algn="just"/>
            <a:r>
              <a:rPr lang="fi-FI" sz="2400" dirty="0">
                <a:latin typeface="Tahoma" panose="020B0604030504040204" pitchFamily="34" charset="0"/>
                <a:ea typeface="Tahoma" panose="020B0604030504040204" pitchFamily="34" charset="0"/>
                <a:cs typeface="Tahoma" panose="020B0604030504040204" pitchFamily="34" charset="0"/>
              </a:rPr>
              <a:t>Dokumen-dokumen diakaunkan hendaklah di tandakan dengan huruf besar </a:t>
            </a:r>
            <a:r>
              <a:rPr lang="fi-FI" sz="2400" i="1" dirty="0">
                <a:latin typeface="Tahoma" panose="020B0604030504040204" pitchFamily="34" charset="0"/>
                <a:ea typeface="Tahoma" panose="020B0604030504040204" pitchFamily="34" charset="0"/>
                <a:cs typeface="Tahoma" panose="020B0604030504040204" pitchFamily="34" charset="0"/>
              </a:rPr>
              <a:t>Dokumen Diakaunkan</a:t>
            </a:r>
            <a:r>
              <a:rPr lang="fi-FI" sz="2400" dirty="0">
                <a:latin typeface="Tahoma" panose="020B0604030504040204" pitchFamily="34" charset="0"/>
                <a:ea typeface="Tahoma" panose="020B0604030504040204" pitchFamily="34" charset="0"/>
                <a:cs typeface="Tahoma" panose="020B0604030504040204" pitchFamily="34" charset="0"/>
              </a:rPr>
              <a:t> pada tiap-tiap muka dan jika kekal terjilid ditandakan hanya pada sebelah luar kulit, muka surat pertama dan akhir sahaja.</a:t>
            </a:r>
            <a:endParaRPr lang="en-MY" sz="2400" dirty="0">
              <a:latin typeface="Tahoma" panose="020B0604030504040204" pitchFamily="34" charset="0"/>
              <a:ea typeface="Tahoma" panose="020B0604030504040204" pitchFamily="34" charset="0"/>
              <a:cs typeface="Tahoma" panose="020B0604030504040204" pitchFamily="34" charset="0"/>
            </a:endParaRPr>
          </a:p>
        </p:txBody>
      </p:sp>
      <p:sp>
        <p:nvSpPr>
          <p:cNvPr id="28" name="Google Shape;28;p3"/>
          <p:cNvSpPr/>
          <p:nvPr/>
        </p:nvSpPr>
        <p:spPr>
          <a:xfrm rot="10800000" flipH="1">
            <a:off x="9787721" y="4760025"/>
            <a:ext cx="1495228" cy="835212"/>
          </a:xfrm>
          <a:custGeom>
            <a:avLst/>
            <a:gdLst/>
            <a:ahLst/>
            <a:cxnLst/>
            <a:rect l="l" t="t" r="r" b="b"/>
            <a:pathLst>
              <a:path w="21600" h="21600" extrusionOk="0">
                <a:moveTo>
                  <a:pt x="0" y="0"/>
                </a:moveTo>
                <a:lnTo>
                  <a:pt x="11778" y="0"/>
                </a:lnTo>
                <a:lnTo>
                  <a:pt x="21600" y="21600"/>
                </a:lnTo>
                <a:lnTo>
                  <a:pt x="9980" y="21479"/>
                </a:lnTo>
                <a:lnTo>
                  <a:pt x="0" y="0"/>
                </a:lnTo>
                <a:close/>
              </a:path>
            </a:pathLst>
          </a:custGeom>
          <a:gradFill>
            <a:gsLst>
              <a:gs pos="0">
                <a:srgbClr val="7B4910"/>
              </a:gs>
              <a:gs pos="2987">
                <a:srgbClr val="7B4910"/>
              </a:gs>
              <a:gs pos="17836">
                <a:srgbClr val="B96F18"/>
              </a:gs>
              <a:gs pos="100000">
                <a:srgbClr val="B96F18"/>
              </a:gs>
            </a:gsLst>
            <a:lin ang="5400000"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9" name="Google Shape;29;p3"/>
          <p:cNvSpPr/>
          <p:nvPr/>
        </p:nvSpPr>
        <p:spPr>
          <a:xfrm>
            <a:off x="9826959" y="3936815"/>
            <a:ext cx="1495464" cy="829396"/>
          </a:xfrm>
          <a:custGeom>
            <a:avLst/>
            <a:gdLst/>
            <a:ahLst/>
            <a:cxnLst/>
            <a:rect l="l" t="t" r="r" b="b"/>
            <a:pathLst>
              <a:path w="21600" h="21600" extrusionOk="0">
                <a:moveTo>
                  <a:pt x="0" y="0"/>
                </a:moveTo>
                <a:lnTo>
                  <a:pt x="11776" y="0"/>
                </a:lnTo>
                <a:lnTo>
                  <a:pt x="21600" y="21529"/>
                </a:lnTo>
                <a:lnTo>
                  <a:pt x="9951" y="21600"/>
                </a:lnTo>
                <a:lnTo>
                  <a:pt x="0" y="0"/>
                </a:lnTo>
                <a:close/>
              </a:path>
            </a:pathLst>
          </a:custGeom>
          <a:gradFill>
            <a:gsLst>
              <a:gs pos="0">
                <a:srgbClr val="F9CD3E"/>
              </a:gs>
              <a:gs pos="7016">
                <a:srgbClr val="F9CD3E"/>
              </a:gs>
              <a:gs pos="15323">
                <a:srgbClr val="FDA943"/>
              </a:gs>
              <a:gs pos="100000">
                <a:srgbClr val="FDA943"/>
              </a:gs>
            </a:gsLst>
            <a:lin ang="5400000"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pic>
        <p:nvPicPr>
          <p:cNvPr id="45" name="Google Shape;45;p3" descr="Picture1.png"/>
          <p:cNvPicPr preferRelativeResize="0"/>
          <p:nvPr/>
        </p:nvPicPr>
        <p:blipFill rotWithShape="1">
          <a:blip r:embed="rId3">
            <a:alphaModFix amt="71516"/>
          </a:blip>
          <a:srcRect/>
          <a:stretch/>
        </p:blipFill>
        <p:spPr>
          <a:xfrm flipH="1">
            <a:off x="1649579" y="496189"/>
            <a:ext cx="179169" cy="6293660"/>
          </a:xfrm>
          <a:prstGeom prst="rect">
            <a:avLst/>
          </a:prstGeom>
          <a:noFill/>
          <a:ln>
            <a:noFill/>
          </a:ln>
        </p:spPr>
      </p:pic>
      <p:sp>
        <p:nvSpPr>
          <p:cNvPr id="48" name="Google Shape;48;p3"/>
          <p:cNvSpPr/>
          <p:nvPr/>
        </p:nvSpPr>
        <p:spPr>
          <a:xfrm>
            <a:off x="10940592" y="355568"/>
            <a:ext cx="834480" cy="434341"/>
          </a:xfrm>
          <a:custGeom>
            <a:avLst/>
            <a:gdLst/>
            <a:ahLst/>
            <a:cxnLst/>
            <a:rect l="l" t="t" r="r" b="b"/>
            <a:pathLst>
              <a:path w="20986" h="20722" extrusionOk="0">
                <a:moveTo>
                  <a:pt x="10578" y="1"/>
                </a:moveTo>
                <a:cubicBezTo>
                  <a:pt x="9874" y="-20"/>
                  <a:pt x="9157" y="218"/>
                  <a:pt x="8464" y="745"/>
                </a:cubicBezTo>
                <a:cubicBezTo>
                  <a:pt x="6243" y="2431"/>
                  <a:pt x="4928" y="6572"/>
                  <a:pt x="5038" y="10863"/>
                </a:cubicBezTo>
                <a:cubicBezTo>
                  <a:pt x="5041" y="10972"/>
                  <a:pt x="5010" y="11074"/>
                  <a:pt x="4959" y="11124"/>
                </a:cubicBezTo>
                <a:cubicBezTo>
                  <a:pt x="1769" y="14201"/>
                  <a:pt x="-247" y="17027"/>
                  <a:pt x="24" y="18312"/>
                </a:cubicBezTo>
                <a:cubicBezTo>
                  <a:pt x="415" y="20165"/>
                  <a:pt x="5419" y="18109"/>
                  <a:pt x="11201" y="13717"/>
                </a:cubicBezTo>
                <a:cubicBezTo>
                  <a:pt x="16983" y="9325"/>
                  <a:pt x="21353" y="4260"/>
                  <a:pt x="20962" y="2407"/>
                </a:cubicBezTo>
                <a:cubicBezTo>
                  <a:pt x="20691" y="1122"/>
                  <a:pt x="18203" y="1719"/>
                  <a:pt x="14776" y="3669"/>
                </a:cubicBezTo>
                <a:cubicBezTo>
                  <a:pt x="14721" y="3700"/>
                  <a:pt x="14661" y="3665"/>
                  <a:pt x="14623" y="3583"/>
                </a:cubicBezTo>
                <a:cubicBezTo>
                  <a:pt x="13605" y="1349"/>
                  <a:pt x="12125" y="48"/>
                  <a:pt x="10578" y="1"/>
                </a:cubicBezTo>
                <a:close/>
                <a:moveTo>
                  <a:pt x="16712" y="4606"/>
                </a:moveTo>
                <a:cubicBezTo>
                  <a:pt x="17082" y="4644"/>
                  <a:pt x="17316" y="4814"/>
                  <a:pt x="17382" y="5127"/>
                </a:cubicBezTo>
                <a:cubicBezTo>
                  <a:pt x="17663" y="6457"/>
                  <a:pt x="14806" y="9877"/>
                  <a:pt x="11001" y="12767"/>
                </a:cubicBezTo>
                <a:cubicBezTo>
                  <a:pt x="7197" y="15656"/>
                  <a:pt x="3885" y="16921"/>
                  <a:pt x="3604" y="15592"/>
                </a:cubicBezTo>
                <a:cubicBezTo>
                  <a:pt x="3472" y="14965"/>
                  <a:pt x="4037" y="13873"/>
                  <a:pt x="5070" y="12592"/>
                </a:cubicBezTo>
                <a:cubicBezTo>
                  <a:pt x="5108" y="12544"/>
                  <a:pt x="5160" y="12586"/>
                  <a:pt x="5170" y="12671"/>
                </a:cubicBezTo>
                <a:cubicBezTo>
                  <a:pt x="5233" y="13188"/>
                  <a:pt x="5318" y="13702"/>
                  <a:pt x="5425" y="14209"/>
                </a:cubicBezTo>
                <a:cubicBezTo>
                  <a:pt x="5491" y="14521"/>
                  <a:pt x="5563" y="14823"/>
                  <a:pt x="5643" y="15115"/>
                </a:cubicBezTo>
                <a:cubicBezTo>
                  <a:pt x="5669" y="15213"/>
                  <a:pt x="5728" y="15266"/>
                  <a:pt x="5785" y="15245"/>
                </a:cubicBezTo>
                <a:cubicBezTo>
                  <a:pt x="7141" y="14753"/>
                  <a:pt x="8983" y="13676"/>
                  <a:pt x="10888" y="12230"/>
                </a:cubicBezTo>
                <a:cubicBezTo>
                  <a:pt x="12711" y="10845"/>
                  <a:pt x="14371" y="9297"/>
                  <a:pt x="15561" y="7873"/>
                </a:cubicBezTo>
                <a:cubicBezTo>
                  <a:pt x="15601" y="7825"/>
                  <a:pt x="15639" y="7779"/>
                  <a:pt x="15677" y="7733"/>
                </a:cubicBezTo>
                <a:cubicBezTo>
                  <a:pt x="15726" y="7672"/>
                  <a:pt x="15749" y="7557"/>
                  <a:pt x="15732" y="7450"/>
                </a:cubicBezTo>
                <a:cubicBezTo>
                  <a:pt x="15683" y="7135"/>
                  <a:pt x="15627" y="6820"/>
                  <a:pt x="15561" y="6510"/>
                </a:cubicBezTo>
                <a:cubicBezTo>
                  <a:pt x="15454" y="6002"/>
                  <a:pt x="15329" y="5520"/>
                  <a:pt x="15186" y="5064"/>
                </a:cubicBezTo>
                <a:cubicBezTo>
                  <a:pt x="15162" y="4988"/>
                  <a:pt x="15184" y="4892"/>
                  <a:pt x="15229" y="4876"/>
                </a:cubicBezTo>
                <a:cubicBezTo>
                  <a:pt x="15836" y="4664"/>
                  <a:pt x="16342" y="4568"/>
                  <a:pt x="16712" y="4606"/>
                </a:cubicBezTo>
                <a:close/>
                <a:moveTo>
                  <a:pt x="15869" y="10396"/>
                </a:moveTo>
                <a:cubicBezTo>
                  <a:pt x="14493" y="11701"/>
                  <a:pt x="12945" y="13016"/>
                  <a:pt x="11315" y="14254"/>
                </a:cubicBezTo>
                <a:cubicBezTo>
                  <a:pt x="9676" y="15499"/>
                  <a:pt x="8075" y="16574"/>
                  <a:pt x="6614" y="17425"/>
                </a:cubicBezTo>
                <a:cubicBezTo>
                  <a:pt x="6573" y="17449"/>
                  <a:pt x="6559" y="17548"/>
                  <a:pt x="6589" y="17606"/>
                </a:cubicBezTo>
                <a:cubicBezTo>
                  <a:pt x="8086" y="20507"/>
                  <a:pt x="10412" y="21580"/>
                  <a:pt x="12522" y="19977"/>
                </a:cubicBezTo>
                <a:cubicBezTo>
                  <a:pt x="14632" y="18375"/>
                  <a:pt x="15924" y="14552"/>
                  <a:pt x="15953" y="10494"/>
                </a:cubicBezTo>
                <a:cubicBezTo>
                  <a:pt x="15954" y="10413"/>
                  <a:pt x="15908" y="10359"/>
                  <a:pt x="15869" y="10396"/>
                </a:cubicBezTo>
                <a:close/>
              </a:path>
            </a:pathLst>
          </a:custGeom>
          <a:solidFill>
            <a:srgbClr val="FFCF16"/>
          </a:solidFill>
          <a:ln>
            <a:noFill/>
          </a:ln>
          <a:effectLst>
            <a:outerShdw blurRad="101600" dist="77493" dir="8890792" rotWithShape="0">
              <a:srgbClr val="000000">
                <a:alpha val="41960"/>
              </a:srgbClr>
            </a:outerShdw>
          </a:effectLst>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pic>
        <p:nvPicPr>
          <p:cNvPr id="49" name="Picture 48">
            <a:extLst>
              <a:ext uri="{FF2B5EF4-FFF2-40B4-BE49-F238E27FC236}">
                <a16:creationId xmlns="" xmlns:a16="http://schemas.microsoft.com/office/drawing/2014/main" id="{FAB5DC70-67FB-4E41-BC8C-25C2CA51A1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03582" y="5842997"/>
            <a:ext cx="835393" cy="669380"/>
          </a:xfrm>
          <a:prstGeom prst="rect">
            <a:avLst/>
          </a:prstGeom>
        </p:spPr>
      </p:pic>
      <p:sp>
        <p:nvSpPr>
          <p:cNvPr id="50" name="TextBox 49">
            <a:extLst>
              <a:ext uri="{FF2B5EF4-FFF2-40B4-BE49-F238E27FC236}">
                <a16:creationId xmlns="" xmlns:a16="http://schemas.microsoft.com/office/drawing/2014/main" id="{3FDF99BF-8CBF-42C0-80C3-AE85DCE5EBA9}"/>
              </a:ext>
            </a:extLst>
          </p:cNvPr>
          <p:cNvSpPr txBox="1"/>
          <p:nvPr/>
        </p:nvSpPr>
        <p:spPr>
          <a:xfrm>
            <a:off x="2044213" y="5977632"/>
            <a:ext cx="6106049" cy="400110"/>
          </a:xfrm>
          <a:prstGeom prst="rect">
            <a:avLst/>
          </a:prstGeom>
          <a:noFill/>
        </p:spPr>
        <p:txBody>
          <a:bodyPr wrap="square">
            <a:spAutoFit/>
          </a:bodyPr>
          <a:lstStyle/>
          <a:p>
            <a:pPr>
              <a:defRPr/>
            </a:pPr>
            <a:r>
              <a:rPr lang="en-US" sz="1000" spc="280" dirty="0"/>
              <a:t>PEJABAT KETUA PEGAWAI KESELAMATAN KERAJAAN MALAYSIA</a:t>
            </a:r>
          </a:p>
          <a:p>
            <a:pPr>
              <a:defRPr/>
            </a:pPr>
            <a:r>
              <a:rPr lang="en-US" sz="1000" spc="280" dirty="0"/>
              <a:t>JABATAN PERDANA MENTERI</a:t>
            </a:r>
          </a:p>
        </p:txBody>
      </p:sp>
      <p:sp>
        <p:nvSpPr>
          <p:cNvPr id="22" name="Title 1">
            <a:extLst>
              <a:ext uri="{FF2B5EF4-FFF2-40B4-BE49-F238E27FC236}">
                <a16:creationId xmlns="" xmlns:a16="http://schemas.microsoft.com/office/drawing/2014/main" id="{C768F5CE-3EE6-4C50-BDC9-85D45021E1CE}"/>
              </a:ext>
            </a:extLst>
          </p:cNvPr>
          <p:cNvSpPr txBox="1">
            <a:spLocks/>
          </p:cNvSpPr>
          <p:nvPr/>
        </p:nvSpPr>
        <p:spPr>
          <a:xfrm>
            <a:off x="903582" y="281169"/>
            <a:ext cx="10871140" cy="953307"/>
          </a:xfrm>
          <a:prstGeom prst="rect">
            <a:avLst/>
          </a:prstGeom>
        </p:spPr>
        <p:txBody>
          <a:bodyP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r"/>
            <a:r>
              <a:rPr lang="en-US" sz="2800" b="1" dirty="0" err="1">
                <a:latin typeface="Tahoma" panose="020B0604030504040204" pitchFamily="34" charset="0"/>
                <a:ea typeface="Tahoma" panose="020B0604030504040204" pitchFamily="34" charset="0"/>
                <a:cs typeface="Tahoma" panose="020B0604030504040204" pitchFamily="34" charset="0"/>
              </a:rPr>
              <a:t>sambungan</a:t>
            </a:r>
            <a:endParaRPr lang="en-MY" sz="2800" b="1"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235289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p:tgtEl>
                                          <p:spTgt spid="17"/>
                                        </p:tgtEl>
                                        <p:attrNameLst>
                                          <p:attrName>ppt_w</p:attrName>
                                        </p:attrNameLst>
                                      </p:cBhvr>
                                      <p:tavLst>
                                        <p:tav tm="0">
                                          <p:val>
                                            <p:strVal val="0"/>
                                          </p:val>
                                        </p:tav>
                                        <p:tav tm="100000">
                                          <p:val>
                                            <p:strVal val="#ppt_w"/>
                                          </p:val>
                                        </p:tav>
                                      </p:tavLst>
                                    </p:anim>
                                    <p:anim calcmode="lin" valueType="num">
                                      <p:cBhvr additive="base">
                                        <p:cTn id="8" dur="500"/>
                                        <p:tgtEl>
                                          <p:spTgt spid="17"/>
                                        </p:tgtEl>
                                        <p:attrNameLst>
                                          <p:attrName>ppt_h</p:attrName>
                                        </p:attrNameLst>
                                      </p:cBhvr>
                                      <p:tavLst>
                                        <p:tav tm="0">
                                          <p:val>
                                            <p:strVal val="0"/>
                                          </p:val>
                                        </p:tav>
                                        <p:tav tm="100000">
                                          <p:val>
                                            <p:strVal val="#ppt_h"/>
                                          </p:val>
                                        </p:tav>
                                      </p:tavLst>
                                    </p:anim>
                                  </p:childTnLst>
                                </p:cTn>
                              </p:par>
                            </p:childTnLst>
                          </p:cTn>
                        </p:par>
                        <p:par>
                          <p:cTn id="9" fill="hold">
                            <p:stCondLst>
                              <p:cond delay="500"/>
                            </p:stCondLst>
                            <p:childTnLst>
                              <p:par>
                                <p:cTn id="10" presetID="23" presetClass="entr" presetSubtype="16" fill="hold" nodeType="afterEffect">
                                  <p:stCondLst>
                                    <p:cond delay="0"/>
                                  </p:stCondLst>
                                  <p:childTnLst>
                                    <p:set>
                                      <p:cBhvr>
                                        <p:cTn id="11" dur="1" fill="hold">
                                          <p:stCondLst>
                                            <p:cond delay="0"/>
                                          </p:stCondLst>
                                        </p:cTn>
                                        <p:tgtEl>
                                          <p:spTgt spid="48"/>
                                        </p:tgtEl>
                                        <p:attrNameLst>
                                          <p:attrName>style.visibility</p:attrName>
                                        </p:attrNameLst>
                                      </p:cBhvr>
                                      <p:to>
                                        <p:strVal val="visible"/>
                                      </p:to>
                                    </p:set>
                                    <p:anim calcmode="lin" valueType="num">
                                      <p:cBhvr additive="base">
                                        <p:cTn id="12" dur="500"/>
                                        <p:tgtEl>
                                          <p:spTgt spid="48"/>
                                        </p:tgtEl>
                                        <p:attrNameLst>
                                          <p:attrName>ppt_w</p:attrName>
                                        </p:attrNameLst>
                                      </p:cBhvr>
                                      <p:tavLst>
                                        <p:tav tm="0">
                                          <p:val>
                                            <p:strVal val="0"/>
                                          </p:val>
                                        </p:tav>
                                        <p:tav tm="100000">
                                          <p:val>
                                            <p:strVal val="#ppt_w"/>
                                          </p:val>
                                        </p:tav>
                                      </p:tavLst>
                                    </p:anim>
                                    <p:anim calcmode="lin" valueType="num">
                                      <p:cBhvr additive="base">
                                        <p:cTn id="13" dur="500"/>
                                        <p:tgtEl>
                                          <p:spTgt spid="48"/>
                                        </p:tgtEl>
                                        <p:attrNameLst>
                                          <p:attrName>ppt_h</p:attrName>
                                        </p:attrNameLst>
                                      </p:cBhvr>
                                      <p:tavLst>
                                        <p:tav tm="0">
                                          <p:val>
                                            <p:strVal val="0"/>
                                          </p:val>
                                        </p:tav>
                                        <p:tav tm="100000">
                                          <p:val>
                                            <p:strVal val="#ppt_h"/>
                                          </p:val>
                                        </p:tav>
                                      </p:tavLst>
                                    </p:anim>
                                  </p:childTnLst>
                                </p:cTn>
                              </p:par>
                            </p:childTnLst>
                          </p:cTn>
                        </p:par>
                        <p:par>
                          <p:cTn id="14" fill="hold">
                            <p:stCondLst>
                              <p:cond delay="1000"/>
                            </p:stCondLst>
                            <p:childTnLst>
                              <p:par>
                                <p:cTn id="15" presetID="23" presetClass="entr" presetSubtype="16" fill="hold" nodeType="afterEffect">
                                  <p:stCondLst>
                                    <p:cond delay="0"/>
                                  </p:stCondLst>
                                  <p:childTnLst>
                                    <p:set>
                                      <p:cBhvr>
                                        <p:cTn id="16" dur="1" fill="hold">
                                          <p:stCondLst>
                                            <p:cond delay="0"/>
                                          </p:stCondLst>
                                        </p:cTn>
                                        <p:tgtEl>
                                          <p:spTgt spid="45"/>
                                        </p:tgtEl>
                                        <p:attrNameLst>
                                          <p:attrName>style.visibility</p:attrName>
                                        </p:attrNameLst>
                                      </p:cBhvr>
                                      <p:to>
                                        <p:strVal val="visible"/>
                                      </p:to>
                                    </p:set>
                                    <p:anim calcmode="lin" valueType="num">
                                      <p:cBhvr additive="base">
                                        <p:cTn id="17" dur="500"/>
                                        <p:tgtEl>
                                          <p:spTgt spid="45"/>
                                        </p:tgtEl>
                                        <p:attrNameLst>
                                          <p:attrName>ppt_w</p:attrName>
                                        </p:attrNameLst>
                                      </p:cBhvr>
                                      <p:tavLst>
                                        <p:tav tm="0">
                                          <p:val>
                                            <p:strVal val="0"/>
                                          </p:val>
                                        </p:tav>
                                        <p:tav tm="100000">
                                          <p:val>
                                            <p:strVal val="#ppt_w"/>
                                          </p:val>
                                        </p:tav>
                                      </p:tavLst>
                                    </p:anim>
                                    <p:anim calcmode="lin" valueType="num">
                                      <p:cBhvr additive="base">
                                        <p:cTn id="18" dur="500"/>
                                        <p:tgtEl>
                                          <p:spTgt spid="45"/>
                                        </p:tgtEl>
                                        <p:attrNameLst>
                                          <p:attrName>ppt_h</p:attrName>
                                        </p:attrNameLst>
                                      </p:cBhvr>
                                      <p:tavLst>
                                        <p:tav tm="0">
                                          <p:val>
                                            <p:strVal val="0"/>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500"/>
                                        <p:tgtEl>
                                          <p:spTgt spid="19"/>
                                        </p:tgtEl>
                                      </p:cBhvr>
                                    </p:animEffect>
                                  </p:childTnLst>
                                </p:cTn>
                              </p:par>
                            </p:childTnLst>
                          </p:cTn>
                        </p:par>
                        <p:par>
                          <p:cTn id="24" fill="hold">
                            <p:stCondLst>
                              <p:cond delay="500"/>
                            </p:stCondLst>
                            <p:childTnLst>
                              <p:par>
                                <p:cTn id="25" presetID="10" presetClass="entr" presetSubtype="0" fill="hold" nodeType="after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500"/>
                                        <p:tgtEl>
                                          <p:spTgt spid="18"/>
                                        </p:tgtEl>
                                      </p:cBhvr>
                                    </p:animEffect>
                                  </p:childTnLst>
                                </p:cTn>
                              </p:par>
                            </p:childTnLst>
                          </p:cTn>
                        </p:par>
                        <p:par>
                          <p:cTn id="28" fill="hold">
                            <p:stCondLst>
                              <p:cond delay="1000"/>
                            </p:stCondLst>
                            <p:childTnLst>
                              <p:par>
                                <p:cTn id="29" presetID="10" presetClass="entr" presetSubtype="0" fill="hold" nodeType="after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500"/>
                                        <p:tgtEl>
                                          <p:spTgt spid="21"/>
                                        </p:tgtEl>
                                      </p:cBhvr>
                                    </p:animEffect>
                                  </p:childTnLst>
                                </p:cTn>
                              </p:par>
                            </p:childTnLst>
                          </p:cTn>
                        </p:par>
                        <p:par>
                          <p:cTn id="32" fill="hold">
                            <p:stCondLst>
                              <p:cond delay="1500"/>
                            </p:stCondLst>
                            <p:childTnLst>
                              <p:par>
                                <p:cTn id="33" presetID="10" presetClass="entr" presetSubtype="0" fill="hold" nodeType="after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fade">
                                      <p:cBhvr>
                                        <p:cTn id="35" dur="500"/>
                                        <p:tgtEl>
                                          <p:spTgt spid="20"/>
                                        </p:tgtEl>
                                      </p:cBhvr>
                                    </p:animEffect>
                                  </p:childTnLst>
                                </p:cTn>
                              </p:par>
                            </p:childTnLst>
                          </p:cTn>
                        </p:par>
                        <p:par>
                          <p:cTn id="36" fill="hold">
                            <p:stCondLst>
                              <p:cond delay="2000"/>
                            </p:stCondLst>
                            <p:childTnLst>
                              <p:par>
                                <p:cTn id="37" presetID="10" presetClass="entr" presetSubtype="0" fill="hold" nodeType="afterEffect">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fade">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27"/>
                                        </p:tgtEl>
                                        <p:attrNameLst>
                                          <p:attrName>style.visibility</p:attrName>
                                        </p:attrNameLst>
                                      </p:cBhvr>
                                      <p:to>
                                        <p:strVal val="visible"/>
                                      </p:to>
                                    </p:set>
                                    <p:animEffect transition="in" filter="fade">
                                      <p:cBhvr>
                                        <p:cTn id="44" dur="500"/>
                                        <p:tgtEl>
                                          <p:spTgt spid="27"/>
                                        </p:tgtEl>
                                      </p:cBhvr>
                                    </p:animEffect>
                                  </p:childTnLst>
                                </p:cTn>
                              </p:par>
                            </p:childTnLst>
                          </p:cTn>
                        </p:par>
                        <p:par>
                          <p:cTn id="45" fill="hold">
                            <p:stCondLst>
                              <p:cond delay="500"/>
                            </p:stCondLst>
                            <p:childTnLst>
                              <p:par>
                                <p:cTn id="46" presetID="10" presetClass="entr" presetSubtype="0" fill="hold" nodeType="afterEffect">
                                  <p:stCondLst>
                                    <p:cond delay="0"/>
                                  </p:stCondLst>
                                  <p:childTnLst>
                                    <p:set>
                                      <p:cBhvr>
                                        <p:cTn id="47" dur="1" fill="hold">
                                          <p:stCondLst>
                                            <p:cond delay="0"/>
                                          </p:stCondLst>
                                        </p:cTn>
                                        <p:tgtEl>
                                          <p:spTgt spid="26"/>
                                        </p:tgtEl>
                                        <p:attrNameLst>
                                          <p:attrName>style.visibility</p:attrName>
                                        </p:attrNameLst>
                                      </p:cBhvr>
                                      <p:to>
                                        <p:strVal val="visible"/>
                                      </p:to>
                                    </p:set>
                                    <p:animEffect transition="in" filter="fade">
                                      <p:cBhvr>
                                        <p:cTn id="48" dur="500"/>
                                        <p:tgtEl>
                                          <p:spTgt spid="26"/>
                                        </p:tgtEl>
                                      </p:cBhvr>
                                    </p:animEffect>
                                  </p:childTnLst>
                                </p:cTn>
                              </p:par>
                            </p:childTnLst>
                          </p:cTn>
                        </p:par>
                        <p:par>
                          <p:cTn id="49" fill="hold">
                            <p:stCondLst>
                              <p:cond delay="1000"/>
                            </p:stCondLst>
                            <p:childTnLst>
                              <p:par>
                                <p:cTn id="50" presetID="10" presetClass="entr" presetSubtype="0" fill="hold" nodeType="afterEffect">
                                  <p:stCondLst>
                                    <p:cond delay="0"/>
                                  </p:stCondLst>
                                  <p:childTnLst>
                                    <p:set>
                                      <p:cBhvr>
                                        <p:cTn id="51" dur="1" fill="hold">
                                          <p:stCondLst>
                                            <p:cond delay="0"/>
                                          </p:stCondLst>
                                        </p:cTn>
                                        <p:tgtEl>
                                          <p:spTgt spid="29"/>
                                        </p:tgtEl>
                                        <p:attrNameLst>
                                          <p:attrName>style.visibility</p:attrName>
                                        </p:attrNameLst>
                                      </p:cBhvr>
                                      <p:to>
                                        <p:strVal val="visible"/>
                                      </p:to>
                                    </p:set>
                                    <p:animEffect transition="in" filter="fade">
                                      <p:cBhvr>
                                        <p:cTn id="52" dur="500"/>
                                        <p:tgtEl>
                                          <p:spTgt spid="29"/>
                                        </p:tgtEl>
                                      </p:cBhvr>
                                    </p:animEffect>
                                  </p:childTnLst>
                                </p:cTn>
                              </p:par>
                            </p:childTnLst>
                          </p:cTn>
                        </p:par>
                        <p:par>
                          <p:cTn id="53" fill="hold">
                            <p:stCondLst>
                              <p:cond delay="1500"/>
                            </p:stCondLst>
                            <p:childTnLst>
                              <p:par>
                                <p:cTn id="54" presetID="10" presetClass="entr" presetSubtype="0" fill="hold" nodeType="afterEffect">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6"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6"/>
        <p:cNvGrpSpPr/>
        <p:nvPr/>
      </p:nvGrpSpPr>
      <p:grpSpPr>
        <a:xfrm>
          <a:off x="0" y="0"/>
          <a:ext cx="0" cy="0"/>
          <a:chOff x="0" y="0"/>
          <a:chExt cx="0" cy="0"/>
        </a:xfrm>
      </p:grpSpPr>
      <p:sp>
        <p:nvSpPr>
          <p:cNvPr id="17" name="Google Shape;17;p3"/>
          <p:cNvSpPr/>
          <p:nvPr/>
        </p:nvSpPr>
        <p:spPr>
          <a:xfrm>
            <a:off x="6082635" y="373419"/>
            <a:ext cx="5898005" cy="2601742"/>
          </a:xfrm>
          <a:custGeom>
            <a:avLst/>
            <a:gdLst/>
            <a:ahLst/>
            <a:cxnLst/>
            <a:rect l="l" t="t" r="r" b="b"/>
            <a:pathLst>
              <a:path w="21600" h="21600" extrusionOk="0">
                <a:moveTo>
                  <a:pt x="4356" y="0"/>
                </a:moveTo>
                <a:cubicBezTo>
                  <a:pt x="3291" y="8"/>
                  <a:pt x="2260" y="763"/>
                  <a:pt x="1458" y="2133"/>
                </a:cubicBezTo>
                <a:cubicBezTo>
                  <a:pt x="665" y="3488"/>
                  <a:pt x="162" y="5349"/>
                  <a:pt x="44" y="7365"/>
                </a:cubicBezTo>
                <a:lnTo>
                  <a:pt x="0" y="21600"/>
                </a:lnTo>
                <a:cubicBezTo>
                  <a:pt x="53" y="20232"/>
                  <a:pt x="233" y="18915"/>
                  <a:pt x="523" y="17697"/>
                </a:cubicBezTo>
                <a:cubicBezTo>
                  <a:pt x="870" y="16238"/>
                  <a:pt x="1385" y="14877"/>
                  <a:pt x="2129" y="13970"/>
                </a:cubicBezTo>
                <a:cubicBezTo>
                  <a:pt x="2671" y="13309"/>
                  <a:pt x="3303" y="12957"/>
                  <a:pt x="3947" y="12956"/>
                </a:cubicBezTo>
                <a:lnTo>
                  <a:pt x="18106" y="13027"/>
                </a:lnTo>
                <a:lnTo>
                  <a:pt x="21600" y="6528"/>
                </a:lnTo>
                <a:lnTo>
                  <a:pt x="18170" y="94"/>
                </a:lnTo>
                <a:lnTo>
                  <a:pt x="4356" y="0"/>
                </a:lnTo>
                <a:close/>
              </a:path>
            </a:pathLst>
          </a:custGeom>
          <a:gradFill>
            <a:gsLst>
              <a:gs pos="0">
                <a:srgbClr val="00ABAC"/>
              </a:gs>
              <a:gs pos="8905">
                <a:srgbClr val="02F6F5"/>
              </a:gs>
              <a:gs pos="16280">
                <a:srgbClr val="1F9193"/>
              </a:gs>
              <a:gs pos="40626">
                <a:srgbClr val="00ABAC"/>
              </a:gs>
              <a:gs pos="100000">
                <a:srgbClr val="00ABAC"/>
              </a:gs>
            </a:gsLst>
            <a:lin ang="0" scaled="0"/>
          </a:gradFill>
          <a:ln>
            <a:noFill/>
          </a:ln>
          <a:effectLst>
            <a:outerShdw blurRad="76200" dist="104176" dir="5994329" rotWithShape="0">
              <a:srgbClr val="000000">
                <a:alpha val="35294"/>
              </a:srgbClr>
            </a:outerShdw>
          </a:effectLst>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8" name="Google Shape;18;p3"/>
          <p:cNvSpPr/>
          <p:nvPr/>
        </p:nvSpPr>
        <p:spPr>
          <a:xfrm>
            <a:off x="6035412" y="2071195"/>
            <a:ext cx="5945228" cy="2430682"/>
          </a:xfrm>
          <a:custGeom>
            <a:avLst/>
            <a:gdLst/>
            <a:ahLst/>
            <a:cxnLst/>
            <a:rect l="l" t="t" r="r" b="b"/>
            <a:pathLst>
              <a:path w="21600" h="21600" extrusionOk="0">
                <a:moveTo>
                  <a:pt x="3973" y="0"/>
                </a:moveTo>
                <a:cubicBezTo>
                  <a:pt x="3002" y="8"/>
                  <a:pt x="2061" y="763"/>
                  <a:pt x="1330" y="2133"/>
                </a:cubicBezTo>
                <a:cubicBezTo>
                  <a:pt x="607" y="3488"/>
                  <a:pt x="148" y="5349"/>
                  <a:pt x="40" y="7365"/>
                </a:cubicBezTo>
                <a:lnTo>
                  <a:pt x="0" y="21600"/>
                </a:lnTo>
                <a:cubicBezTo>
                  <a:pt x="49" y="20232"/>
                  <a:pt x="213" y="18915"/>
                  <a:pt x="477" y="17697"/>
                </a:cubicBezTo>
                <a:cubicBezTo>
                  <a:pt x="794" y="16238"/>
                  <a:pt x="1263" y="14877"/>
                  <a:pt x="1942" y="13970"/>
                </a:cubicBezTo>
                <a:cubicBezTo>
                  <a:pt x="2437" y="13309"/>
                  <a:pt x="3013" y="12957"/>
                  <a:pt x="3600" y="12956"/>
                </a:cubicBezTo>
                <a:lnTo>
                  <a:pt x="18561" y="13025"/>
                </a:lnTo>
                <a:lnTo>
                  <a:pt x="21600" y="6647"/>
                </a:lnTo>
                <a:lnTo>
                  <a:pt x="18468" y="166"/>
                </a:lnTo>
                <a:lnTo>
                  <a:pt x="3973" y="0"/>
                </a:lnTo>
                <a:close/>
              </a:path>
            </a:pathLst>
          </a:custGeom>
          <a:gradFill>
            <a:gsLst>
              <a:gs pos="0">
                <a:srgbClr val="0096F7"/>
              </a:gs>
              <a:gs pos="7970">
                <a:srgbClr val="00D1FF"/>
              </a:gs>
              <a:gs pos="16201">
                <a:srgbClr val="197EBA"/>
              </a:gs>
              <a:gs pos="41300">
                <a:srgbClr val="0096F7"/>
              </a:gs>
              <a:gs pos="100000">
                <a:srgbClr val="0096F7"/>
              </a:gs>
            </a:gsLst>
            <a:lin ang="0" scaled="0"/>
          </a:gradFill>
          <a:ln>
            <a:noFill/>
          </a:ln>
          <a:effectLst>
            <a:outerShdw blurRad="76200" dist="104176" dir="5994329" rotWithShape="0">
              <a:srgbClr val="000000">
                <a:alpha val="35294"/>
              </a:srgbClr>
            </a:outerShdw>
          </a:effectLst>
        </p:spPr>
        <p:txBody>
          <a:bodyPr spcFirstLastPara="1" wrap="square" lIns="45700" tIns="45700" rIns="45700" bIns="45700" anchor="t" anchorCtr="0">
            <a:noAutofit/>
          </a:bodyPr>
          <a:lstStyle/>
          <a:p>
            <a:pPr marL="285750" lvl="0" indent="-285750" algn="just">
              <a:spcBef>
                <a:spcPct val="20000"/>
              </a:spcBef>
              <a:spcAft>
                <a:spcPts val="600"/>
              </a:spcAft>
              <a:buClr>
                <a:srgbClr val="30ACEC">
                  <a:lumMod val="75000"/>
                </a:srgbClr>
              </a:buClr>
              <a:buSzPct val="145000"/>
              <a:buFont typeface="Arial"/>
              <a:buChar char="•"/>
            </a:pPr>
            <a:r>
              <a:rPr lang="fi-FI" dirty="0">
                <a:solidFill>
                  <a:prstClr val="black"/>
                </a:solidFill>
                <a:latin typeface="Tahoma" panose="020B0604030504040204" pitchFamily="34" charset="0"/>
                <a:ea typeface="Tahoma" panose="020B0604030504040204" pitchFamily="34" charset="0"/>
                <a:cs typeface="Tahoma" panose="020B0604030504040204" pitchFamily="34" charset="0"/>
              </a:rPr>
              <a:t>Rahsia rasmi yang dikelaskan sebagai ”</a:t>
            </a:r>
            <a:r>
              <a:rPr lang="fi-FI" b="1" dirty="0">
                <a:solidFill>
                  <a:prstClr val="black"/>
                </a:solidFill>
                <a:latin typeface="Tahoma" panose="020B0604030504040204" pitchFamily="34" charset="0"/>
                <a:ea typeface="Tahoma" panose="020B0604030504040204" pitchFamily="34" charset="0"/>
                <a:cs typeface="Tahoma" panose="020B0604030504040204" pitchFamily="34" charset="0"/>
              </a:rPr>
              <a:t>Rahsia”</a:t>
            </a:r>
            <a:r>
              <a:rPr lang="fi-FI" dirty="0">
                <a:solidFill>
                  <a:prstClr val="black"/>
                </a:solidFill>
                <a:latin typeface="Tahoma" panose="020B0604030504040204" pitchFamily="34" charset="0"/>
                <a:ea typeface="Tahoma" panose="020B0604030504040204" pitchFamily="34" charset="0"/>
                <a:cs typeface="Tahoma" panose="020B0604030504040204" pitchFamily="34" charset="0"/>
              </a:rPr>
              <a:t> hendaklah disimpan sama seperti ”</a:t>
            </a:r>
            <a:r>
              <a:rPr lang="fi-FI" b="1" dirty="0">
                <a:solidFill>
                  <a:prstClr val="black"/>
                </a:solidFill>
                <a:latin typeface="Tahoma" panose="020B0604030504040204" pitchFamily="34" charset="0"/>
                <a:ea typeface="Tahoma" panose="020B0604030504040204" pitchFamily="34" charset="0"/>
                <a:cs typeface="Tahoma" panose="020B0604030504040204" pitchFamily="34" charset="0"/>
              </a:rPr>
              <a:t>Rahsia Besar” </a:t>
            </a:r>
            <a:r>
              <a:rPr lang="fi-FI" dirty="0">
                <a:solidFill>
                  <a:prstClr val="black"/>
                </a:solidFill>
                <a:latin typeface="Tahoma" panose="020B0604030504040204" pitchFamily="34" charset="0"/>
                <a:ea typeface="Tahoma" panose="020B0604030504040204" pitchFamily="34" charset="0"/>
                <a:cs typeface="Tahoma" panose="020B0604030504040204" pitchFamily="34" charset="0"/>
              </a:rPr>
              <a:t>atau dalam kabinet keluli atau almari keluli yang dipasang dengan palang besi berkunci; </a:t>
            </a:r>
            <a:endParaRPr lang="en-MY" dirty="0">
              <a:solidFill>
                <a:prstClr val="black"/>
              </a:solidFill>
              <a:latin typeface="Tahoma" panose="020B0604030504040204" pitchFamily="34" charset="0"/>
              <a:ea typeface="Tahoma" panose="020B0604030504040204" pitchFamily="34" charset="0"/>
              <a:cs typeface="Tahoma" panose="020B0604030504040204" pitchFamily="34" charset="0"/>
            </a:endParaRPr>
          </a:p>
        </p:txBody>
      </p:sp>
      <p:sp>
        <p:nvSpPr>
          <p:cNvPr id="19" name="Google Shape;19;p3"/>
          <p:cNvSpPr/>
          <p:nvPr/>
        </p:nvSpPr>
        <p:spPr>
          <a:xfrm>
            <a:off x="6042155" y="3546839"/>
            <a:ext cx="5924533" cy="3386183"/>
          </a:xfrm>
          <a:custGeom>
            <a:avLst/>
            <a:gdLst/>
            <a:ahLst/>
            <a:cxnLst/>
            <a:rect l="l" t="t" r="r" b="b"/>
            <a:pathLst>
              <a:path w="21600" h="21600" extrusionOk="0">
                <a:moveTo>
                  <a:pt x="5181" y="0"/>
                </a:moveTo>
                <a:cubicBezTo>
                  <a:pt x="3914" y="8"/>
                  <a:pt x="2688" y="763"/>
                  <a:pt x="1734" y="2133"/>
                </a:cubicBezTo>
                <a:cubicBezTo>
                  <a:pt x="791" y="3488"/>
                  <a:pt x="193" y="5349"/>
                  <a:pt x="52" y="7365"/>
                </a:cubicBezTo>
                <a:lnTo>
                  <a:pt x="0" y="21600"/>
                </a:lnTo>
                <a:cubicBezTo>
                  <a:pt x="63" y="20232"/>
                  <a:pt x="277" y="18915"/>
                  <a:pt x="622" y="17697"/>
                </a:cubicBezTo>
                <a:cubicBezTo>
                  <a:pt x="1035" y="16238"/>
                  <a:pt x="1647" y="14877"/>
                  <a:pt x="2532" y="13970"/>
                </a:cubicBezTo>
                <a:cubicBezTo>
                  <a:pt x="3177" y="13309"/>
                  <a:pt x="3928" y="12957"/>
                  <a:pt x="4694" y="12956"/>
                </a:cubicBezTo>
                <a:lnTo>
                  <a:pt x="17631" y="12886"/>
                </a:lnTo>
                <a:lnTo>
                  <a:pt x="21600" y="6436"/>
                </a:lnTo>
                <a:lnTo>
                  <a:pt x="17652" y="57"/>
                </a:lnTo>
                <a:lnTo>
                  <a:pt x="5181" y="0"/>
                </a:lnTo>
                <a:close/>
              </a:path>
            </a:pathLst>
          </a:custGeom>
          <a:gradFill>
            <a:gsLst>
              <a:gs pos="0">
                <a:srgbClr val="4E4C4D"/>
              </a:gs>
              <a:gs pos="12483">
                <a:srgbClr val="747271"/>
              </a:gs>
              <a:gs pos="23299">
                <a:srgbClr val="3A3937"/>
              </a:gs>
              <a:gs pos="49974">
                <a:srgbClr val="4F4E4D"/>
              </a:gs>
              <a:gs pos="100000">
                <a:srgbClr val="4F4E4D"/>
              </a:gs>
            </a:gsLst>
            <a:lin ang="0" scaled="0"/>
          </a:gradFill>
          <a:ln>
            <a:noFill/>
          </a:ln>
          <a:effectLst>
            <a:outerShdw blurRad="76200" dist="104176" dir="5994329" rotWithShape="0">
              <a:srgbClr val="000000">
                <a:alpha val="35294"/>
              </a:srgbClr>
            </a:outerShdw>
          </a:effectLst>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0" name="Google Shape;20;p3"/>
          <p:cNvSpPr/>
          <p:nvPr/>
        </p:nvSpPr>
        <p:spPr>
          <a:xfrm flipH="1">
            <a:off x="675250" y="3937765"/>
            <a:ext cx="5360161" cy="2438642"/>
          </a:xfrm>
          <a:custGeom>
            <a:avLst/>
            <a:gdLst/>
            <a:ahLst/>
            <a:cxnLst/>
            <a:rect l="l" t="t" r="r" b="b"/>
            <a:pathLst>
              <a:path w="21600" h="21600" extrusionOk="0">
                <a:moveTo>
                  <a:pt x="5181" y="0"/>
                </a:moveTo>
                <a:cubicBezTo>
                  <a:pt x="3914" y="8"/>
                  <a:pt x="2688" y="763"/>
                  <a:pt x="1734" y="2133"/>
                </a:cubicBezTo>
                <a:cubicBezTo>
                  <a:pt x="791" y="3488"/>
                  <a:pt x="193" y="5349"/>
                  <a:pt x="52" y="7365"/>
                </a:cubicBezTo>
                <a:lnTo>
                  <a:pt x="0" y="21600"/>
                </a:lnTo>
                <a:cubicBezTo>
                  <a:pt x="63" y="20232"/>
                  <a:pt x="277" y="18915"/>
                  <a:pt x="622" y="17697"/>
                </a:cubicBezTo>
                <a:cubicBezTo>
                  <a:pt x="1035" y="16238"/>
                  <a:pt x="1647" y="14877"/>
                  <a:pt x="2532" y="13970"/>
                </a:cubicBezTo>
                <a:cubicBezTo>
                  <a:pt x="3177" y="13309"/>
                  <a:pt x="3928" y="12957"/>
                  <a:pt x="4694" y="12956"/>
                </a:cubicBezTo>
                <a:lnTo>
                  <a:pt x="17631" y="12886"/>
                </a:lnTo>
                <a:lnTo>
                  <a:pt x="21600" y="6436"/>
                </a:lnTo>
                <a:lnTo>
                  <a:pt x="17652" y="57"/>
                </a:lnTo>
                <a:lnTo>
                  <a:pt x="5181" y="0"/>
                </a:lnTo>
                <a:close/>
              </a:path>
            </a:pathLst>
          </a:custGeom>
          <a:gradFill>
            <a:gsLst>
              <a:gs pos="0">
                <a:srgbClr val="00ABAC"/>
              </a:gs>
              <a:gs pos="3970">
                <a:srgbClr val="00ABAC"/>
              </a:gs>
              <a:gs pos="9177">
                <a:srgbClr val="02F6F5"/>
              </a:gs>
              <a:gs pos="23528">
                <a:srgbClr val="1F9193"/>
              </a:gs>
              <a:gs pos="98313">
                <a:srgbClr val="00ABAC"/>
              </a:gs>
              <a:gs pos="100000">
                <a:srgbClr val="00ABAC"/>
              </a:gs>
            </a:gsLst>
            <a:lin ang="0" scaled="0"/>
          </a:gradFill>
          <a:ln>
            <a:noFill/>
          </a:ln>
          <a:effectLst>
            <a:outerShdw blurRad="76200" dist="104176" dir="5994329" rotWithShape="0">
              <a:srgbClr val="000000">
                <a:alpha val="35294"/>
              </a:srgbClr>
            </a:outerShdw>
          </a:effectLst>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2" name="Google Shape;22;p3"/>
          <p:cNvSpPr/>
          <p:nvPr/>
        </p:nvSpPr>
        <p:spPr>
          <a:xfrm flipH="1">
            <a:off x="225312" y="881703"/>
            <a:ext cx="5877311" cy="4932534"/>
          </a:xfrm>
          <a:custGeom>
            <a:avLst/>
            <a:gdLst/>
            <a:ahLst/>
            <a:cxnLst/>
            <a:rect l="l" t="t" r="r" b="b"/>
            <a:pathLst>
              <a:path w="21600" h="21600" extrusionOk="0">
                <a:moveTo>
                  <a:pt x="3973" y="0"/>
                </a:moveTo>
                <a:cubicBezTo>
                  <a:pt x="3002" y="8"/>
                  <a:pt x="2061" y="763"/>
                  <a:pt x="1330" y="2133"/>
                </a:cubicBezTo>
                <a:cubicBezTo>
                  <a:pt x="607" y="3488"/>
                  <a:pt x="148" y="5349"/>
                  <a:pt x="40" y="7365"/>
                </a:cubicBezTo>
                <a:lnTo>
                  <a:pt x="0" y="21600"/>
                </a:lnTo>
                <a:cubicBezTo>
                  <a:pt x="49" y="20232"/>
                  <a:pt x="213" y="18915"/>
                  <a:pt x="477" y="17697"/>
                </a:cubicBezTo>
                <a:cubicBezTo>
                  <a:pt x="794" y="16238"/>
                  <a:pt x="1263" y="14877"/>
                  <a:pt x="1942" y="13970"/>
                </a:cubicBezTo>
                <a:cubicBezTo>
                  <a:pt x="2437" y="13309"/>
                  <a:pt x="3013" y="12957"/>
                  <a:pt x="3600" y="12956"/>
                </a:cubicBezTo>
                <a:lnTo>
                  <a:pt x="18561" y="13025"/>
                </a:lnTo>
                <a:lnTo>
                  <a:pt x="21600" y="6647"/>
                </a:lnTo>
                <a:lnTo>
                  <a:pt x="18468" y="166"/>
                </a:lnTo>
                <a:lnTo>
                  <a:pt x="3973" y="0"/>
                </a:lnTo>
                <a:close/>
              </a:path>
            </a:pathLst>
          </a:custGeom>
          <a:gradFill>
            <a:gsLst>
              <a:gs pos="0">
                <a:srgbClr val="FFBB23"/>
              </a:gs>
              <a:gs pos="790">
                <a:srgbClr val="FFBB23"/>
              </a:gs>
              <a:gs pos="6948">
                <a:srgbClr val="FFE310"/>
              </a:gs>
              <a:gs pos="16056">
                <a:srgbClr val="FF9300"/>
              </a:gs>
              <a:gs pos="34115">
                <a:srgbClr val="FFBB23"/>
              </a:gs>
              <a:gs pos="100000">
                <a:srgbClr val="FFBB23"/>
              </a:gs>
            </a:gsLst>
            <a:lin ang="0" scaled="0"/>
          </a:gradFill>
          <a:ln>
            <a:noFill/>
          </a:ln>
          <a:effectLst>
            <a:outerShdw blurRad="76200" dist="104176" dir="5994329" rotWithShape="0">
              <a:srgbClr val="000000">
                <a:alpha val="35294"/>
              </a:srgbClr>
            </a:outerShdw>
          </a:effectLst>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3" name="Google Shape;23;p3"/>
          <p:cNvSpPr/>
          <p:nvPr/>
        </p:nvSpPr>
        <p:spPr>
          <a:xfrm flipH="1">
            <a:off x="1473570" y="98043"/>
            <a:ext cx="4595111" cy="1347771"/>
          </a:xfrm>
          <a:custGeom>
            <a:avLst/>
            <a:gdLst/>
            <a:ahLst/>
            <a:cxnLst/>
            <a:rect l="l" t="t" r="r" b="b"/>
            <a:pathLst>
              <a:path w="21600" h="21600" extrusionOk="0">
                <a:moveTo>
                  <a:pt x="4737" y="0"/>
                </a:moveTo>
                <a:cubicBezTo>
                  <a:pt x="3579" y="8"/>
                  <a:pt x="2458" y="763"/>
                  <a:pt x="1586" y="2133"/>
                </a:cubicBezTo>
                <a:cubicBezTo>
                  <a:pt x="724" y="3488"/>
                  <a:pt x="176" y="5349"/>
                  <a:pt x="48" y="7365"/>
                </a:cubicBezTo>
                <a:lnTo>
                  <a:pt x="0" y="21600"/>
                </a:lnTo>
                <a:cubicBezTo>
                  <a:pt x="58" y="20232"/>
                  <a:pt x="253" y="18915"/>
                  <a:pt x="569" y="17697"/>
                </a:cubicBezTo>
                <a:cubicBezTo>
                  <a:pt x="947" y="16238"/>
                  <a:pt x="1506" y="14877"/>
                  <a:pt x="2315" y="13970"/>
                </a:cubicBezTo>
                <a:cubicBezTo>
                  <a:pt x="2905" y="13309"/>
                  <a:pt x="3592" y="12957"/>
                  <a:pt x="4292" y="12956"/>
                </a:cubicBezTo>
                <a:lnTo>
                  <a:pt x="17860" y="12866"/>
                </a:lnTo>
                <a:lnTo>
                  <a:pt x="21600" y="6299"/>
                </a:lnTo>
                <a:lnTo>
                  <a:pt x="17814" y="123"/>
                </a:lnTo>
                <a:lnTo>
                  <a:pt x="4737" y="0"/>
                </a:lnTo>
                <a:close/>
              </a:path>
            </a:pathLst>
          </a:custGeom>
          <a:gradFill>
            <a:gsLst>
              <a:gs pos="0">
                <a:srgbClr val="FF3953"/>
              </a:gs>
              <a:gs pos="11837">
                <a:srgbClr val="FF678B"/>
              </a:gs>
              <a:gs pos="20756">
                <a:srgbClr val="C93452"/>
              </a:gs>
              <a:gs pos="42226">
                <a:srgbClr val="FF3953"/>
              </a:gs>
              <a:gs pos="100000">
                <a:srgbClr val="FF3953"/>
              </a:gs>
            </a:gsLst>
            <a:lin ang="0" scaled="0"/>
          </a:gradFill>
          <a:ln>
            <a:noFill/>
          </a:ln>
          <a:effectLst>
            <a:outerShdw blurRad="76200" dist="104176" dir="5994329" rotWithShape="0">
              <a:srgbClr val="000000">
                <a:alpha val="35294"/>
              </a:srgbClr>
            </a:outerShdw>
          </a:effectLst>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4" name="Google Shape;24;p3"/>
          <p:cNvSpPr/>
          <p:nvPr/>
        </p:nvSpPr>
        <p:spPr>
          <a:xfrm>
            <a:off x="5348287" y="5839034"/>
            <a:ext cx="1508674" cy="1396821"/>
          </a:xfrm>
          <a:custGeom>
            <a:avLst/>
            <a:gdLst/>
            <a:ahLst/>
            <a:cxnLst/>
            <a:rect l="l" t="t" r="r" b="b"/>
            <a:pathLst>
              <a:path w="21600" h="21600" extrusionOk="0">
                <a:moveTo>
                  <a:pt x="17974" y="0"/>
                </a:moveTo>
                <a:lnTo>
                  <a:pt x="12381" y="2366"/>
                </a:lnTo>
                <a:lnTo>
                  <a:pt x="12373" y="2368"/>
                </a:lnTo>
                <a:cubicBezTo>
                  <a:pt x="11868" y="2611"/>
                  <a:pt x="11498" y="3043"/>
                  <a:pt x="11272" y="3649"/>
                </a:cubicBezTo>
                <a:cubicBezTo>
                  <a:pt x="11070" y="4192"/>
                  <a:pt x="11055" y="4701"/>
                  <a:pt x="11055" y="4845"/>
                </a:cubicBezTo>
                <a:lnTo>
                  <a:pt x="11055" y="5127"/>
                </a:lnTo>
                <a:lnTo>
                  <a:pt x="20346" y="1249"/>
                </a:lnTo>
                <a:lnTo>
                  <a:pt x="19907" y="1017"/>
                </a:lnTo>
                <a:lnTo>
                  <a:pt x="11770" y="4414"/>
                </a:lnTo>
                <a:cubicBezTo>
                  <a:pt x="12018" y="4052"/>
                  <a:pt x="12419" y="3735"/>
                  <a:pt x="12972" y="3468"/>
                </a:cubicBezTo>
                <a:lnTo>
                  <a:pt x="19369" y="735"/>
                </a:lnTo>
                <a:lnTo>
                  <a:pt x="18934" y="505"/>
                </a:lnTo>
                <a:lnTo>
                  <a:pt x="12837" y="3109"/>
                </a:lnTo>
                <a:lnTo>
                  <a:pt x="12830" y="3113"/>
                </a:lnTo>
                <a:cubicBezTo>
                  <a:pt x="12227" y="3403"/>
                  <a:pt x="11780" y="3756"/>
                  <a:pt x="11494" y="4167"/>
                </a:cubicBezTo>
                <a:cubicBezTo>
                  <a:pt x="11607" y="3668"/>
                  <a:pt x="11876" y="3033"/>
                  <a:pt x="12514" y="2723"/>
                </a:cubicBezTo>
                <a:lnTo>
                  <a:pt x="18411" y="230"/>
                </a:lnTo>
                <a:lnTo>
                  <a:pt x="17974" y="0"/>
                </a:lnTo>
                <a:close/>
                <a:moveTo>
                  <a:pt x="3633" y="2"/>
                </a:moveTo>
                <a:lnTo>
                  <a:pt x="3194" y="231"/>
                </a:lnTo>
                <a:lnTo>
                  <a:pt x="9084" y="2723"/>
                </a:lnTo>
                <a:cubicBezTo>
                  <a:pt x="9723" y="3033"/>
                  <a:pt x="9992" y="3668"/>
                  <a:pt x="10105" y="4167"/>
                </a:cubicBezTo>
                <a:cubicBezTo>
                  <a:pt x="9819" y="3756"/>
                  <a:pt x="9371" y="3403"/>
                  <a:pt x="8768" y="3113"/>
                </a:cubicBezTo>
                <a:lnTo>
                  <a:pt x="2670" y="507"/>
                </a:lnTo>
                <a:lnTo>
                  <a:pt x="2233" y="736"/>
                </a:lnTo>
                <a:lnTo>
                  <a:pt x="8627" y="3468"/>
                </a:lnTo>
                <a:cubicBezTo>
                  <a:pt x="9179" y="3735"/>
                  <a:pt x="9581" y="4051"/>
                  <a:pt x="9828" y="4414"/>
                </a:cubicBezTo>
                <a:lnTo>
                  <a:pt x="1694" y="1019"/>
                </a:lnTo>
                <a:lnTo>
                  <a:pt x="1254" y="1250"/>
                </a:lnTo>
                <a:lnTo>
                  <a:pt x="10544" y="5127"/>
                </a:lnTo>
                <a:lnTo>
                  <a:pt x="10544" y="4845"/>
                </a:lnTo>
                <a:cubicBezTo>
                  <a:pt x="10544" y="4701"/>
                  <a:pt x="10528" y="4192"/>
                  <a:pt x="10326" y="3649"/>
                </a:cubicBezTo>
                <a:cubicBezTo>
                  <a:pt x="10100" y="3043"/>
                  <a:pt x="9730" y="2611"/>
                  <a:pt x="9226" y="2368"/>
                </a:cubicBezTo>
                <a:lnTo>
                  <a:pt x="3633" y="2"/>
                </a:lnTo>
                <a:close/>
                <a:moveTo>
                  <a:pt x="0" y="1735"/>
                </a:moveTo>
                <a:lnTo>
                  <a:pt x="0" y="17289"/>
                </a:lnTo>
                <a:lnTo>
                  <a:pt x="8756" y="20993"/>
                </a:lnTo>
                <a:lnTo>
                  <a:pt x="8756" y="5441"/>
                </a:lnTo>
                <a:lnTo>
                  <a:pt x="0" y="1735"/>
                </a:lnTo>
                <a:close/>
                <a:moveTo>
                  <a:pt x="21600" y="1735"/>
                </a:moveTo>
                <a:lnTo>
                  <a:pt x="12844" y="5441"/>
                </a:lnTo>
                <a:lnTo>
                  <a:pt x="12844" y="20993"/>
                </a:lnTo>
                <a:lnTo>
                  <a:pt x="21600" y="17289"/>
                </a:lnTo>
                <a:lnTo>
                  <a:pt x="21600" y="1735"/>
                </a:lnTo>
                <a:close/>
                <a:moveTo>
                  <a:pt x="9325" y="5827"/>
                </a:moveTo>
                <a:lnTo>
                  <a:pt x="9325" y="21600"/>
                </a:lnTo>
                <a:lnTo>
                  <a:pt x="12275" y="21600"/>
                </a:lnTo>
                <a:lnTo>
                  <a:pt x="12275" y="5827"/>
                </a:lnTo>
                <a:lnTo>
                  <a:pt x="9325" y="5827"/>
                </a:lnTo>
                <a:close/>
              </a:path>
            </a:pathLst>
          </a:custGeom>
          <a:solidFill>
            <a:srgbClr val="FFFFFF"/>
          </a:solidFill>
          <a:ln w="12700" cap="flat" cmpd="sng">
            <a:solidFill>
              <a:srgbClr val="5F5F5F"/>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2" name="Google Shape;52;p3"/>
          <p:cNvSpPr txBox="1"/>
          <p:nvPr/>
        </p:nvSpPr>
        <p:spPr>
          <a:xfrm>
            <a:off x="2259787" y="190947"/>
            <a:ext cx="3182063" cy="597851"/>
          </a:xfrm>
          <a:prstGeom prst="rect">
            <a:avLst/>
          </a:prstGeom>
          <a:noFill/>
          <a:ln>
            <a:noFill/>
          </a:ln>
        </p:spPr>
        <p:txBody>
          <a:bodyPr spcFirstLastPara="1" wrap="square" lIns="45700" tIns="45700" rIns="45700" bIns="45700" anchor="t" anchorCtr="0">
            <a:noAutofit/>
          </a:bodyPr>
          <a:lstStyle/>
          <a:p>
            <a:pPr lvl="0">
              <a:buClr>
                <a:srgbClr val="FFFFFF"/>
              </a:buClr>
              <a:buSzPts val="1100"/>
            </a:pPr>
            <a:r>
              <a:rPr lang="ms-MY" sz="2000" b="1" dirty="0">
                <a:solidFill>
                  <a:schemeClr val="bg1"/>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PENYIMPANAN</a:t>
            </a:r>
            <a:r>
              <a:rPr lang="fi-FI" sz="2000" b="1" dirty="0">
                <a:solidFill>
                  <a:schemeClr val="bg1"/>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 RAHSIA RASMI</a:t>
            </a:r>
            <a:endParaRPr sz="2000" dirty="0">
              <a:solidFill>
                <a:schemeClr val="bg1"/>
              </a:solidFill>
            </a:endParaRPr>
          </a:p>
        </p:txBody>
      </p:sp>
      <p:pic>
        <p:nvPicPr>
          <p:cNvPr id="57" name="Picture 56">
            <a:extLst>
              <a:ext uri="{FF2B5EF4-FFF2-40B4-BE49-F238E27FC236}">
                <a16:creationId xmlns="" xmlns:a16="http://schemas.microsoft.com/office/drawing/2014/main" id="{9C89988F-D361-4959-ADDF-898872280C0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03582" y="5842997"/>
            <a:ext cx="835393" cy="669380"/>
          </a:xfrm>
          <a:prstGeom prst="rect">
            <a:avLst/>
          </a:prstGeom>
        </p:spPr>
      </p:pic>
      <p:sp>
        <p:nvSpPr>
          <p:cNvPr id="58" name="TextBox 57">
            <a:extLst>
              <a:ext uri="{FF2B5EF4-FFF2-40B4-BE49-F238E27FC236}">
                <a16:creationId xmlns="" xmlns:a16="http://schemas.microsoft.com/office/drawing/2014/main" id="{2CF0306E-3BA2-49D6-82AB-BFA899804221}"/>
              </a:ext>
            </a:extLst>
          </p:cNvPr>
          <p:cNvSpPr txBox="1"/>
          <p:nvPr/>
        </p:nvSpPr>
        <p:spPr>
          <a:xfrm>
            <a:off x="2044213" y="5976297"/>
            <a:ext cx="6106049" cy="400110"/>
          </a:xfrm>
          <a:prstGeom prst="rect">
            <a:avLst/>
          </a:prstGeom>
          <a:noFill/>
        </p:spPr>
        <p:txBody>
          <a:bodyPr wrap="square">
            <a:spAutoFit/>
          </a:bodyPr>
          <a:lstStyle/>
          <a:p>
            <a:pPr>
              <a:defRPr/>
            </a:pPr>
            <a:r>
              <a:rPr lang="en-US" sz="1000" spc="280" dirty="0"/>
              <a:t>PEJABAT KETUA PEGAWAI KESELAMATAN KERAJAAN MALAYSIA</a:t>
            </a:r>
          </a:p>
          <a:p>
            <a:pPr>
              <a:defRPr/>
            </a:pPr>
            <a:r>
              <a:rPr lang="en-US" sz="1000" spc="280" dirty="0"/>
              <a:t>JABATAN PERDANA MENTERI</a:t>
            </a:r>
          </a:p>
        </p:txBody>
      </p:sp>
      <p:sp>
        <p:nvSpPr>
          <p:cNvPr id="59" name="Google Shape;52;p3">
            <a:extLst>
              <a:ext uri="{FF2B5EF4-FFF2-40B4-BE49-F238E27FC236}">
                <a16:creationId xmlns="" xmlns:a16="http://schemas.microsoft.com/office/drawing/2014/main" id="{16420DC5-79D5-4EA8-8EC8-FE8DCF745409}"/>
              </a:ext>
            </a:extLst>
          </p:cNvPr>
          <p:cNvSpPr txBox="1"/>
          <p:nvPr/>
        </p:nvSpPr>
        <p:spPr>
          <a:xfrm>
            <a:off x="6466245" y="735290"/>
            <a:ext cx="4890648" cy="597851"/>
          </a:xfrm>
          <a:prstGeom prst="rect">
            <a:avLst/>
          </a:prstGeom>
          <a:noFill/>
          <a:ln>
            <a:noFill/>
          </a:ln>
        </p:spPr>
        <p:txBody>
          <a:bodyPr spcFirstLastPara="1" wrap="square" lIns="45700" tIns="45700" rIns="45700" bIns="45700" anchor="t" anchorCtr="0">
            <a:noAutofit/>
          </a:bodyPr>
          <a:lstStyle/>
          <a:p>
            <a:pPr algn="just"/>
            <a:r>
              <a:rPr lang="fi-FI" dirty="0">
                <a:latin typeface="Tahoma" panose="020B0604030504040204" pitchFamily="34" charset="0"/>
                <a:ea typeface="Tahoma" panose="020B0604030504040204" pitchFamily="34" charset="0"/>
                <a:cs typeface="Tahoma" panose="020B0604030504040204" pitchFamily="34" charset="0"/>
              </a:rPr>
              <a:t>Rahsia rasmi yang dikelaskan sebagai ”</a:t>
            </a:r>
            <a:r>
              <a:rPr lang="fi-FI" b="1" dirty="0">
                <a:latin typeface="Tahoma" panose="020B0604030504040204" pitchFamily="34" charset="0"/>
                <a:ea typeface="Tahoma" panose="020B0604030504040204" pitchFamily="34" charset="0"/>
                <a:cs typeface="Tahoma" panose="020B0604030504040204" pitchFamily="34" charset="0"/>
              </a:rPr>
              <a:t>Rahsia Besar” </a:t>
            </a:r>
            <a:r>
              <a:rPr lang="fi-FI" dirty="0">
                <a:latin typeface="Tahoma" panose="020B0604030504040204" pitchFamily="34" charset="0"/>
                <a:ea typeface="Tahoma" panose="020B0604030504040204" pitchFamily="34" charset="0"/>
                <a:cs typeface="Tahoma" panose="020B0604030504040204" pitchFamily="34" charset="0"/>
              </a:rPr>
              <a:t>hendaklah disimpan di dalam bilik kebal atau peti besi dipasang dengan kunci tatakira. </a:t>
            </a:r>
          </a:p>
          <a:p>
            <a:pPr lvl="0" algn="just"/>
            <a:endParaRPr lang="fi-FI" sz="1100" dirty="0">
              <a:latin typeface="Tahoma" panose="020B0604030504040204" pitchFamily="34" charset="0"/>
              <a:ea typeface="Tahoma" panose="020B0604030504040204" pitchFamily="34" charset="0"/>
              <a:cs typeface="Tahoma" panose="020B0604030504040204" pitchFamily="34" charset="0"/>
            </a:endParaRPr>
          </a:p>
        </p:txBody>
      </p:sp>
      <p:sp>
        <p:nvSpPr>
          <p:cNvPr id="60" name="Google Shape;52;p3">
            <a:extLst>
              <a:ext uri="{FF2B5EF4-FFF2-40B4-BE49-F238E27FC236}">
                <a16:creationId xmlns="" xmlns:a16="http://schemas.microsoft.com/office/drawing/2014/main" id="{2A003F81-A2FA-421F-85FF-0047D74954F5}"/>
              </a:ext>
            </a:extLst>
          </p:cNvPr>
          <p:cNvSpPr txBox="1"/>
          <p:nvPr/>
        </p:nvSpPr>
        <p:spPr>
          <a:xfrm>
            <a:off x="1216207" y="1043764"/>
            <a:ext cx="4463821" cy="45719"/>
          </a:xfrm>
          <a:prstGeom prst="rect">
            <a:avLst/>
          </a:prstGeom>
          <a:noFill/>
          <a:ln>
            <a:noFill/>
          </a:ln>
        </p:spPr>
        <p:txBody>
          <a:bodyPr spcFirstLastPara="1" wrap="square" lIns="45700" tIns="45700" rIns="45700" bIns="45700" anchor="t" anchorCtr="0">
            <a:noAutofit/>
          </a:bodyPr>
          <a:lstStyle/>
          <a:p>
            <a:pPr lvl="0" algn="just"/>
            <a:r>
              <a:rPr lang="fi-FI" dirty="0">
                <a:latin typeface="Tahoma" panose="020B0604030504040204" pitchFamily="34" charset="0"/>
                <a:ea typeface="Tahoma" panose="020B0604030504040204" pitchFamily="34" charset="0"/>
                <a:cs typeface="Tahoma" panose="020B0604030504040204" pitchFamily="34" charset="0"/>
              </a:rPr>
              <a:t>Dokumen-dokumen yang di dalam tindakan pegawai-pegawai awam boleh disimpan untuk sementara waktu dalam kabinet fail keluli atau almari keluli yang dipasang dengan palang besi berkunci tetapi jika bangunan yang diduduki itu tidak mempunyai kawalan keselamatan rapi, dokumen-dokumen tersebut hendaklah dikembalikan untuk disimpan dalam bilik kebal atau peti besi;</a:t>
            </a:r>
          </a:p>
          <a:p>
            <a:pPr lvl="0" algn="just"/>
            <a:endParaRPr lang="fi-FI" sz="1100" dirty="0">
              <a:latin typeface="Tahoma" panose="020B0604030504040204" pitchFamily="34" charset="0"/>
              <a:ea typeface="Tahoma" panose="020B0604030504040204" pitchFamily="34" charset="0"/>
              <a:cs typeface="Tahoma" panose="020B0604030504040204" pitchFamily="34" charset="0"/>
            </a:endParaRPr>
          </a:p>
        </p:txBody>
      </p:sp>
      <p:sp>
        <p:nvSpPr>
          <p:cNvPr id="61" name="Google Shape;52;p3">
            <a:extLst>
              <a:ext uri="{FF2B5EF4-FFF2-40B4-BE49-F238E27FC236}">
                <a16:creationId xmlns="" xmlns:a16="http://schemas.microsoft.com/office/drawing/2014/main" id="{4F1A5F13-E759-4C57-913C-98E4C9884C45}"/>
              </a:ext>
            </a:extLst>
          </p:cNvPr>
          <p:cNvSpPr txBox="1"/>
          <p:nvPr/>
        </p:nvSpPr>
        <p:spPr>
          <a:xfrm>
            <a:off x="919795" y="4061338"/>
            <a:ext cx="4890648" cy="597851"/>
          </a:xfrm>
          <a:prstGeom prst="rect">
            <a:avLst/>
          </a:prstGeom>
          <a:noFill/>
          <a:ln>
            <a:noFill/>
          </a:ln>
        </p:spPr>
        <p:txBody>
          <a:bodyPr spcFirstLastPara="1" wrap="square" lIns="45700" tIns="45700" rIns="45700" bIns="45700" anchor="t" anchorCtr="0">
            <a:noAutofit/>
          </a:bodyPr>
          <a:lstStyle/>
          <a:p>
            <a:pPr algn="just"/>
            <a:r>
              <a:rPr lang="fi-FI" dirty="0">
                <a:latin typeface="Tahoma" panose="020B0604030504040204" pitchFamily="34" charset="0"/>
                <a:ea typeface="Tahoma" panose="020B0604030504040204" pitchFamily="34" charset="0"/>
                <a:cs typeface="Tahoma" panose="020B0604030504040204" pitchFamily="34" charset="0"/>
              </a:rPr>
              <a:t>Kaedah-kaedah penyimpanan lain rahsia rasmi hendaklah dirujuk kepada Ketua Pegarah Keselamatan Kerajaan.</a:t>
            </a:r>
            <a:endParaRPr lang="en-MY" dirty="0">
              <a:latin typeface="Tahoma" panose="020B0604030504040204" pitchFamily="34" charset="0"/>
              <a:ea typeface="Tahoma" panose="020B0604030504040204" pitchFamily="34" charset="0"/>
              <a:cs typeface="Tahoma" panose="020B0604030504040204" pitchFamily="34" charset="0"/>
            </a:endParaRPr>
          </a:p>
          <a:p>
            <a:pPr lvl="0" algn="just"/>
            <a:endParaRPr lang="fi-FI" sz="1100" dirty="0">
              <a:latin typeface="Tahoma" panose="020B0604030504040204" pitchFamily="34" charset="0"/>
              <a:ea typeface="Tahoma" panose="020B0604030504040204" pitchFamily="34" charset="0"/>
              <a:cs typeface="Tahoma" panose="020B0604030504040204" pitchFamily="34" charset="0"/>
            </a:endParaRPr>
          </a:p>
        </p:txBody>
      </p:sp>
      <p:sp>
        <p:nvSpPr>
          <p:cNvPr id="62" name="Google Shape;52;p3">
            <a:extLst>
              <a:ext uri="{FF2B5EF4-FFF2-40B4-BE49-F238E27FC236}">
                <a16:creationId xmlns="" xmlns:a16="http://schemas.microsoft.com/office/drawing/2014/main" id="{D53208E7-D645-4438-AEEF-D81E0D73E303}"/>
              </a:ext>
            </a:extLst>
          </p:cNvPr>
          <p:cNvSpPr txBox="1"/>
          <p:nvPr/>
        </p:nvSpPr>
        <p:spPr>
          <a:xfrm>
            <a:off x="6466245" y="3638839"/>
            <a:ext cx="4890648" cy="597851"/>
          </a:xfrm>
          <a:prstGeom prst="rect">
            <a:avLst/>
          </a:prstGeom>
          <a:noFill/>
          <a:ln>
            <a:noFill/>
          </a:ln>
        </p:spPr>
        <p:txBody>
          <a:bodyPr spcFirstLastPara="1" wrap="square" lIns="45700" tIns="45700" rIns="45700" bIns="45700" anchor="t" anchorCtr="0">
            <a:noAutofit/>
          </a:bodyPr>
          <a:lstStyle/>
          <a:p>
            <a:pPr lvl="0" algn="just"/>
            <a:r>
              <a:rPr lang="fi-FI" dirty="0">
                <a:solidFill>
                  <a:schemeClr val="bg1"/>
                </a:solidFill>
                <a:latin typeface="Tahoma" panose="020B0604030504040204" pitchFamily="34" charset="0"/>
                <a:ea typeface="Tahoma" panose="020B0604030504040204" pitchFamily="34" charset="0"/>
                <a:cs typeface="Tahoma" panose="020B0604030504040204" pitchFamily="34" charset="0"/>
              </a:rPr>
              <a:t>Rahsia rasmi ”</a:t>
            </a:r>
            <a:r>
              <a:rPr lang="fi-FI" b="1" dirty="0">
                <a:solidFill>
                  <a:schemeClr val="bg1"/>
                </a:solidFill>
                <a:latin typeface="Tahoma" panose="020B0604030504040204" pitchFamily="34" charset="0"/>
                <a:ea typeface="Tahoma" panose="020B0604030504040204" pitchFamily="34" charset="0"/>
                <a:cs typeface="Tahoma" panose="020B0604030504040204" pitchFamily="34" charset="0"/>
              </a:rPr>
              <a:t>Sulit” </a:t>
            </a:r>
            <a:r>
              <a:rPr lang="fi-FI" dirty="0">
                <a:solidFill>
                  <a:schemeClr val="bg1"/>
                </a:solidFill>
                <a:latin typeface="Tahoma" panose="020B0604030504040204" pitchFamily="34" charset="0"/>
                <a:ea typeface="Tahoma" panose="020B0604030504040204" pitchFamily="34" charset="0"/>
                <a:cs typeface="Tahoma" panose="020B0604030504040204" pitchFamily="34" charset="0"/>
              </a:rPr>
              <a:t>dan ”</a:t>
            </a:r>
            <a:r>
              <a:rPr lang="fi-FI" b="1" dirty="0">
                <a:solidFill>
                  <a:schemeClr val="bg1"/>
                </a:solidFill>
                <a:latin typeface="Tahoma" panose="020B0604030504040204" pitchFamily="34" charset="0"/>
                <a:ea typeface="Tahoma" panose="020B0604030504040204" pitchFamily="34" charset="0"/>
                <a:cs typeface="Tahoma" panose="020B0604030504040204" pitchFamily="34" charset="0"/>
              </a:rPr>
              <a:t>Terhad”</a:t>
            </a:r>
            <a:r>
              <a:rPr lang="fi-FI" dirty="0">
                <a:solidFill>
                  <a:schemeClr val="bg1"/>
                </a:solidFill>
                <a:latin typeface="Tahoma" panose="020B0604030504040204" pitchFamily="34" charset="0"/>
                <a:ea typeface="Tahoma" panose="020B0604030504040204" pitchFamily="34" charset="0"/>
                <a:cs typeface="Tahoma" panose="020B0604030504040204" pitchFamily="34" charset="0"/>
              </a:rPr>
              <a:t>  hendaklah disimpan dalam kabinet keluli atau almari keluli dan berkunci atau untuk simpanan sementara dalam lain-lain peti yang berkunci seperti yang dibenarkan oleh Pegawai Keselamatan Jabatan; dan</a:t>
            </a:r>
          </a:p>
          <a:p>
            <a:pPr lvl="0" algn="just"/>
            <a:endParaRPr lang="fi-FI" sz="1100" dirty="0">
              <a:latin typeface="Tahoma" panose="020B0604030504040204" pitchFamily="34" charset="0"/>
              <a:ea typeface="Tahoma" panose="020B0604030504040204" pitchFamily="34" charset="0"/>
              <a:cs typeface="Tahom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5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fade">
                                      <p:cBhvr>
                                        <p:cTn id="27" dur="500"/>
                                        <p:tgtEl>
                                          <p:spTgt spid="2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500"/>
                                        <p:tgtEl>
                                          <p:spTgt spid="1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fade">
                                      <p:cBhvr>
                                        <p:cTn id="37" dur="500"/>
                                        <p:tgtEl>
                                          <p:spTgt spid="23"/>
                                        </p:tgtEl>
                                      </p:cBhvr>
                                    </p:animEffect>
                                  </p:childTnLst>
                                </p:cTn>
                              </p:par>
                            </p:childTnLst>
                          </p:cTn>
                        </p:par>
                        <p:par>
                          <p:cTn id="38" fill="hold">
                            <p:stCondLst>
                              <p:cond delay="500"/>
                            </p:stCondLst>
                            <p:childTnLst>
                              <p:par>
                                <p:cTn id="39" presetID="10" presetClass="entr" presetSubtype="0" fill="hold" nodeType="afterEffect">
                                  <p:stCondLst>
                                    <p:cond delay="0"/>
                                  </p:stCondLst>
                                  <p:childTnLst>
                                    <p:set>
                                      <p:cBhvr>
                                        <p:cTn id="40" dur="1" fill="hold">
                                          <p:stCondLst>
                                            <p:cond delay="0"/>
                                          </p:stCondLst>
                                        </p:cTn>
                                        <p:tgtEl>
                                          <p:spTgt spid="52"/>
                                        </p:tgtEl>
                                        <p:attrNameLst>
                                          <p:attrName>style.visibility</p:attrName>
                                        </p:attrNameLst>
                                      </p:cBhvr>
                                      <p:to>
                                        <p:strVal val="visible"/>
                                      </p:to>
                                    </p:set>
                                    <p:animEffect transition="in" filter="fade">
                                      <p:cBhvr>
                                        <p:cTn id="41" dur="500"/>
                                        <p:tgtEl>
                                          <p:spTgt spid="52"/>
                                        </p:tgtEl>
                                      </p:cBhvr>
                                    </p:animEffect>
                                  </p:childTnLst>
                                </p:cTn>
                              </p:par>
                            </p:childTnLst>
                          </p:cTn>
                        </p:par>
                        <p:par>
                          <p:cTn id="42" fill="hold">
                            <p:stCondLst>
                              <p:cond delay="1000"/>
                            </p:stCondLst>
                            <p:childTnLst>
                              <p:par>
                                <p:cTn id="43" presetID="10" presetClass="entr" presetSubtype="0" fill="hold" nodeType="afterEffect">
                                  <p:stCondLst>
                                    <p:cond delay="0"/>
                                  </p:stCondLst>
                                  <p:childTnLst>
                                    <p:set>
                                      <p:cBhvr>
                                        <p:cTn id="44" dur="1" fill="hold">
                                          <p:stCondLst>
                                            <p:cond delay="0"/>
                                          </p:stCondLst>
                                        </p:cTn>
                                        <p:tgtEl>
                                          <p:spTgt spid="59"/>
                                        </p:tgtEl>
                                        <p:attrNameLst>
                                          <p:attrName>style.visibility</p:attrName>
                                        </p:attrNameLst>
                                      </p:cBhvr>
                                      <p:to>
                                        <p:strVal val="visible"/>
                                      </p:to>
                                    </p:set>
                                    <p:animEffect transition="in" filter="fade">
                                      <p:cBhvr>
                                        <p:cTn id="45" dur="500"/>
                                        <p:tgtEl>
                                          <p:spTgt spid="59"/>
                                        </p:tgtEl>
                                      </p:cBhvr>
                                    </p:animEffect>
                                  </p:childTnLst>
                                </p:cTn>
                              </p:par>
                            </p:childTnLst>
                          </p:cTn>
                        </p:par>
                        <p:par>
                          <p:cTn id="46" fill="hold">
                            <p:stCondLst>
                              <p:cond delay="1500"/>
                            </p:stCondLst>
                            <p:childTnLst>
                              <p:par>
                                <p:cTn id="47" presetID="10" presetClass="entr" presetSubtype="0" fill="hold" nodeType="afterEffect">
                                  <p:stCondLst>
                                    <p:cond delay="0"/>
                                  </p:stCondLst>
                                  <p:childTnLst>
                                    <p:set>
                                      <p:cBhvr>
                                        <p:cTn id="48" dur="1" fill="hold">
                                          <p:stCondLst>
                                            <p:cond delay="0"/>
                                          </p:stCondLst>
                                        </p:cTn>
                                        <p:tgtEl>
                                          <p:spTgt spid="60"/>
                                        </p:tgtEl>
                                        <p:attrNameLst>
                                          <p:attrName>style.visibility</p:attrName>
                                        </p:attrNameLst>
                                      </p:cBhvr>
                                      <p:to>
                                        <p:strVal val="visible"/>
                                      </p:to>
                                    </p:set>
                                    <p:animEffect transition="in" filter="fade">
                                      <p:cBhvr>
                                        <p:cTn id="49" dur="500"/>
                                        <p:tgtEl>
                                          <p:spTgt spid="60"/>
                                        </p:tgtEl>
                                      </p:cBhvr>
                                    </p:animEffect>
                                  </p:childTnLst>
                                </p:cTn>
                              </p:par>
                            </p:childTnLst>
                          </p:cTn>
                        </p:par>
                        <p:par>
                          <p:cTn id="50" fill="hold">
                            <p:stCondLst>
                              <p:cond delay="2000"/>
                            </p:stCondLst>
                            <p:childTnLst>
                              <p:par>
                                <p:cTn id="51" presetID="10" presetClass="entr" presetSubtype="0" fill="hold" nodeType="afterEffect">
                                  <p:stCondLst>
                                    <p:cond delay="0"/>
                                  </p:stCondLst>
                                  <p:childTnLst>
                                    <p:set>
                                      <p:cBhvr>
                                        <p:cTn id="52" dur="1" fill="hold">
                                          <p:stCondLst>
                                            <p:cond delay="0"/>
                                          </p:stCondLst>
                                        </p:cTn>
                                        <p:tgtEl>
                                          <p:spTgt spid="61"/>
                                        </p:tgtEl>
                                        <p:attrNameLst>
                                          <p:attrName>style.visibility</p:attrName>
                                        </p:attrNameLst>
                                      </p:cBhvr>
                                      <p:to>
                                        <p:strVal val="visible"/>
                                      </p:to>
                                    </p:set>
                                    <p:animEffect transition="in" filter="fade">
                                      <p:cBhvr>
                                        <p:cTn id="53" dur="500"/>
                                        <p:tgtEl>
                                          <p:spTgt spid="61"/>
                                        </p:tgtEl>
                                      </p:cBhvr>
                                    </p:animEffect>
                                  </p:childTnLst>
                                </p:cTn>
                              </p:par>
                            </p:childTnLst>
                          </p:cTn>
                        </p:par>
                        <p:par>
                          <p:cTn id="54" fill="hold">
                            <p:stCondLst>
                              <p:cond delay="2500"/>
                            </p:stCondLst>
                            <p:childTnLst>
                              <p:par>
                                <p:cTn id="55" presetID="10" presetClass="entr" presetSubtype="0" fill="hold" nodeType="afterEffect">
                                  <p:stCondLst>
                                    <p:cond delay="0"/>
                                  </p:stCondLst>
                                  <p:childTnLst>
                                    <p:set>
                                      <p:cBhvr>
                                        <p:cTn id="56" dur="1" fill="hold">
                                          <p:stCondLst>
                                            <p:cond delay="0"/>
                                          </p:stCondLst>
                                        </p:cTn>
                                        <p:tgtEl>
                                          <p:spTgt spid="62"/>
                                        </p:tgtEl>
                                        <p:attrNameLst>
                                          <p:attrName>style.visibility</p:attrName>
                                        </p:attrNameLst>
                                      </p:cBhvr>
                                      <p:to>
                                        <p:strVal val="visible"/>
                                      </p:to>
                                    </p:set>
                                    <p:animEffect transition="in" filter="fade">
                                      <p:cBhvr>
                                        <p:cTn id="57" dur="5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Google Shape;23;p7"/>
          <p:cNvSpPr/>
          <p:nvPr/>
        </p:nvSpPr>
        <p:spPr>
          <a:xfrm rot="-273566" flipH="1">
            <a:off x="3672993" y="3281123"/>
            <a:ext cx="4116508" cy="1015663"/>
          </a:xfrm>
          <a:custGeom>
            <a:avLst/>
            <a:gdLst/>
            <a:ahLst/>
            <a:cxnLst/>
            <a:rect l="l" t="t" r="r" b="b"/>
            <a:pathLst>
              <a:path w="11047" h="13401" extrusionOk="0">
                <a:moveTo>
                  <a:pt x="0" y="13401"/>
                </a:moveTo>
                <a:lnTo>
                  <a:pt x="2437" y="0"/>
                </a:lnTo>
                <a:cubicBezTo>
                  <a:pt x="5298" y="900"/>
                  <a:pt x="8159" y="58"/>
                  <a:pt x="11047" y="261"/>
                </a:cubicBezTo>
                <a:cubicBezTo>
                  <a:pt x="10973" y="2287"/>
                  <a:pt x="10474" y="4575"/>
                  <a:pt x="10400" y="6601"/>
                </a:cubicBezTo>
                <a:lnTo>
                  <a:pt x="0" y="13401"/>
                </a:lnTo>
                <a:close/>
              </a:path>
            </a:pathLst>
          </a:custGeom>
          <a:gradFill>
            <a:gsLst>
              <a:gs pos="0">
                <a:srgbClr val="0C0C0C"/>
              </a:gs>
              <a:gs pos="48000">
                <a:srgbClr val="4D585E"/>
              </a:gs>
              <a:gs pos="100000">
                <a:srgbClr val="8F9AA2"/>
              </a:gs>
            </a:gsLst>
            <a:path path="circle">
              <a:fillToRect l="100000" b="100000"/>
            </a:path>
            <a:tileRect t="-100000" r="-10000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grpSp>
        <p:nvGrpSpPr>
          <p:cNvPr id="24" name="Google Shape;24;p7"/>
          <p:cNvGrpSpPr/>
          <p:nvPr/>
        </p:nvGrpSpPr>
        <p:grpSpPr>
          <a:xfrm rot="-1333280" flipH="1">
            <a:off x="810422" y="1518547"/>
            <a:ext cx="9814616" cy="2382456"/>
            <a:chOff x="4957206" y="-539820"/>
            <a:chExt cx="4086625" cy="2547144"/>
          </a:xfrm>
        </p:grpSpPr>
        <p:sp>
          <p:nvSpPr>
            <p:cNvPr id="25" name="Google Shape;25;p7"/>
            <p:cNvSpPr/>
            <p:nvPr/>
          </p:nvSpPr>
          <p:spPr>
            <a:xfrm rot="20392142">
              <a:off x="4957206" y="1084639"/>
              <a:ext cx="4086625" cy="922685"/>
            </a:xfrm>
            <a:prstGeom prst="rect">
              <a:avLst/>
            </a:prstGeom>
            <a:gradFill>
              <a:gsLst>
                <a:gs pos="0">
                  <a:srgbClr val="2CB2E5"/>
                </a:gs>
                <a:gs pos="100000">
                  <a:srgbClr val="13607B"/>
                </a:gs>
              </a:gsLst>
              <a:lin ang="0" scaled="0"/>
            </a:gradFill>
            <a:ln>
              <a:noFill/>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b="0" i="0" u="none" strike="noStrike" cap="none">
                <a:solidFill>
                  <a:srgbClr val="757070"/>
                </a:solidFill>
                <a:latin typeface="Calibri"/>
                <a:ea typeface="Calibri"/>
                <a:cs typeface="Calibri"/>
                <a:sym typeface="Calibri"/>
              </a:endParaRPr>
            </a:p>
          </p:txBody>
        </p:sp>
        <p:sp>
          <p:nvSpPr>
            <p:cNvPr id="26" name="Google Shape;26;p7"/>
            <p:cNvSpPr/>
            <p:nvPr/>
          </p:nvSpPr>
          <p:spPr>
            <a:xfrm rot="-1207858">
              <a:off x="8528312" y="-539820"/>
              <a:ext cx="402920" cy="914475"/>
            </a:xfrm>
            <a:prstGeom prst="rect">
              <a:avLst/>
            </a:prstGeom>
            <a:gradFill>
              <a:gsLst>
                <a:gs pos="0">
                  <a:srgbClr val="282828"/>
                </a:gs>
                <a:gs pos="3000">
                  <a:srgbClr val="282828"/>
                </a:gs>
                <a:gs pos="100000">
                  <a:srgbClr val="4A4A4A"/>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dirty="0"/>
            </a:p>
          </p:txBody>
        </p:sp>
      </p:grpSp>
      <p:sp>
        <p:nvSpPr>
          <p:cNvPr id="27" name="Google Shape;27;p7"/>
          <p:cNvSpPr/>
          <p:nvPr/>
        </p:nvSpPr>
        <p:spPr>
          <a:xfrm rot="-151934">
            <a:off x="3327582" y="3082710"/>
            <a:ext cx="7576146" cy="808627"/>
          </a:xfrm>
          <a:prstGeom prst="rect">
            <a:avLst/>
          </a:prstGeom>
          <a:noFill/>
          <a:ln>
            <a:noFill/>
          </a:ln>
        </p:spPr>
        <p:txBody>
          <a:bodyPr spcFirstLastPara="1" wrap="square" lIns="68650" tIns="34325" rIns="68650" bIns="34325" anchor="t" anchorCtr="0">
            <a:noAutofit/>
          </a:bodyPr>
          <a:lstStyle/>
          <a:p>
            <a:pPr algn="just"/>
            <a:r>
              <a:rPr lang="fi-FI" dirty="0">
                <a:latin typeface="Tahoma" panose="020B0604030504040204" pitchFamily="34" charset="0"/>
                <a:ea typeface="Tahoma" panose="020B0604030504040204" pitchFamily="34" charset="0"/>
                <a:cs typeface="Tahoma" panose="020B0604030504040204" pitchFamily="34" charset="0"/>
              </a:rPr>
              <a:t>Semua</a:t>
            </a:r>
            <a:r>
              <a:rPr lang="it-IT" dirty="0">
                <a:latin typeface="Tahoma" panose="020B0604030504040204" pitchFamily="34" charset="0"/>
                <a:ea typeface="Tahoma" panose="020B0604030504040204" pitchFamily="34" charset="0"/>
                <a:cs typeface="Tahoma" panose="020B0604030504040204" pitchFamily="34" charset="0"/>
              </a:rPr>
              <a:t> Jabatan yang menghantar rahsia rasmi hendaklah mendapatkan semula keratan resit akuan terima dengan menggunakan Borang Jadual. </a:t>
            </a:r>
          </a:p>
        </p:txBody>
      </p:sp>
      <p:pic>
        <p:nvPicPr>
          <p:cNvPr id="28" name="Google Shape;28;p7"/>
          <p:cNvPicPr preferRelativeResize="0"/>
          <p:nvPr/>
        </p:nvPicPr>
        <p:blipFill rotWithShape="1">
          <a:blip r:embed="rId3">
            <a:alphaModFix/>
          </a:blip>
          <a:srcRect l="37304" t="36746" r="32910" b="35552"/>
          <a:stretch/>
        </p:blipFill>
        <p:spPr>
          <a:xfrm>
            <a:off x="11152730" y="2767778"/>
            <a:ext cx="959072" cy="838443"/>
          </a:xfrm>
          <a:prstGeom prst="rect">
            <a:avLst/>
          </a:prstGeom>
          <a:noFill/>
          <a:ln>
            <a:noFill/>
          </a:ln>
        </p:spPr>
      </p:pic>
      <p:sp>
        <p:nvSpPr>
          <p:cNvPr id="29" name="Google Shape;29;p7"/>
          <p:cNvSpPr/>
          <p:nvPr/>
        </p:nvSpPr>
        <p:spPr>
          <a:xfrm rot="-273566" flipH="1">
            <a:off x="3947835" y="5255157"/>
            <a:ext cx="4116508" cy="1015663"/>
          </a:xfrm>
          <a:custGeom>
            <a:avLst/>
            <a:gdLst/>
            <a:ahLst/>
            <a:cxnLst/>
            <a:rect l="l" t="t" r="r" b="b"/>
            <a:pathLst>
              <a:path w="11047" h="13401" extrusionOk="0">
                <a:moveTo>
                  <a:pt x="0" y="13401"/>
                </a:moveTo>
                <a:lnTo>
                  <a:pt x="2437" y="0"/>
                </a:lnTo>
                <a:cubicBezTo>
                  <a:pt x="5298" y="900"/>
                  <a:pt x="8159" y="58"/>
                  <a:pt x="11047" y="261"/>
                </a:cubicBezTo>
                <a:cubicBezTo>
                  <a:pt x="10973" y="2287"/>
                  <a:pt x="10474" y="4575"/>
                  <a:pt x="10400" y="6601"/>
                </a:cubicBezTo>
                <a:lnTo>
                  <a:pt x="0" y="13401"/>
                </a:lnTo>
                <a:close/>
              </a:path>
            </a:pathLst>
          </a:custGeom>
          <a:gradFill>
            <a:gsLst>
              <a:gs pos="0">
                <a:srgbClr val="0C0C0C"/>
              </a:gs>
              <a:gs pos="48000">
                <a:srgbClr val="4D585E"/>
              </a:gs>
              <a:gs pos="100000">
                <a:srgbClr val="6D7980">
                  <a:alpha val="52941"/>
                </a:srgbClr>
              </a:gs>
            </a:gsLst>
            <a:path path="circle">
              <a:fillToRect l="100000" b="100000"/>
            </a:path>
            <a:tileRect t="-100000" r="-10000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grpSp>
        <p:nvGrpSpPr>
          <p:cNvPr id="30" name="Google Shape;30;p7"/>
          <p:cNvGrpSpPr/>
          <p:nvPr/>
        </p:nvGrpSpPr>
        <p:grpSpPr>
          <a:xfrm rot="-1333280" flipH="1">
            <a:off x="1009560" y="3799952"/>
            <a:ext cx="9826060" cy="2364792"/>
            <a:chOff x="4937580" y="-732651"/>
            <a:chExt cx="4091390" cy="2528260"/>
          </a:xfrm>
        </p:grpSpPr>
        <p:sp>
          <p:nvSpPr>
            <p:cNvPr id="31" name="Google Shape;31;p7"/>
            <p:cNvSpPr/>
            <p:nvPr/>
          </p:nvSpPr>
          <p:spPr>
            <a:xfrm rot="20392142">
              <a:off x="4937580" y="872924"/>
              <a:ext cx="4091390" cy="922685"/>
            </a:xfrm>
            <a:prstGeom prst="rect">
              <a:avLst/>
            </a:prstGeom>
            <a:gradFill>
              <a:gsLst>
                <a:gs pos="0">
                  <a:srgbClr val="E65246"/>
                </a:gs>
                <a:gs pos="100000">
                  <a:srgbClr val="7E2626"/>
                </a:gs>
              </a:gsLst>
              <a:lin ang="0" scaled="0"/>
            </a:gradFill>
            <a:ln>
              <a:noFill/>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b="0" i="0" u="none" strike="noStrike" cap="none" dirty="0">
                <a:solidFill>
                  <a:srgbClr val="757070"/>
                </a:solidFill>
                <a:latin typeface="Calibri"/>
                <a:ea typeface="Calibri"/>
                <a:cs typeface="Calibri"/>
                <a:sym typeface="Calibri"/>
              </a:endParaRPr>
            </a:p>
          </p:txBody>
        </p:sp>
        <p:sp>
          <p:nvSpPr>
            <p:cNvPr id="32" name="Google Shape;32;p7"/>
            <p:cNvSpPr/>
            <p:nvPr/>
          </p:nvSpPr>
          <p:spPr>
            <a:xfrm rot="20392142">
              <a:off x="8492079" y="-732651"/>
              <a:ext cx="402920" cy="914475"/>
            </a:xfrm>
            <a:prstGeom prst="rect">
              <a:avLst/>
            </a:prstGeom>
            <a:gradFill>
              <a:gsLst>
                <a:gs pos="0">
                  <a:srgbClr val="282828"/>
                </a:gs>
                <a:gs pos="3000">
                  <a:srgbClr val="282828"/>
                </a:gs>
                <a:gs pos="100000">
                  <a:srgbClr val="4A4A4A"/>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b="1" i="0" u="none" strike="noStrike" cap="none" dirty="0">
                  <a:solidFill>
                    <a:srgbClr val="FFFFFF"/>
                  </a:solidFill>
                  <a:latin typeface="Calibri"/>
                  <a:ea typeface="Calibri"/>
                  <a:cs typeface="Calibri"/>
                  <a:sym typeface="Calibri"/>
                </a:rPr>
                <a:t>04</a:t>
              </a:r>
              <a:endParaRPr dirty="0"/>
            </a:p>
          </p:txBody>
        </p:sp>
      </p:grpSp>
      <p:sp>
        <p:nvSpPr>
          <p:cNvPr id="33" name="Google Shape;33;p7"/>
          <p:cNvSpPr/>
          <p:nvPr/>
        </p:nvSpPr>
        <p:spPr>
          <a:xfrm rot="-151934">
            <a:off x="3317957" y="5155164"/>
            <a:ext cx="7435950" cy="808627"/>
          </a:xfrm>
          <a:prstGeom prst="rect">
            <a:avLst/>
          </a:prstGeom>
          <a:noFill/>
          <a:ln>
            <a:noFill/>
          </a:ln>
        </p:spPr>
        <p:txBody>
          <a:bodyPr spcFirstLastPara="1" wrap="square" lIns="68650" tIns="34325" rIns="68650" bIns="34325" anchor="t" anchorCtr="0">
            <a:noAutofit/>
          </a:bodyPr>
          <a:lstStyle/>
          <a:p>
            <a:pPr algn="just"/>
            <a:r>
              <a:rPr lang="it-IT" dirty="0">
                <a:latin typeface="Tahoma" panose="020B0604030504040204" pitchFamily="34" charset="0"/>
                <a:ea typeface="Tahoma" panose="020B0604030504040204" pitchFamily="34" charset="0"/>
                <a:cs typeface="Tahoma" panose="020B0604030504040204" pitchFamily="34" charset="0"/>
              </a:rPr>
              <a:t>Lebih daripada satu rahsia rasmi boleh dicatatkan dalam satu borang dengan syarat semua dokumen itu adalah untuk seorang penerima sahaja. </a:t>
            </a:r>
          </a:p>
        </p:txBody>
      </p:sp>
      <p:pic>
        <p:nvPicPr>
          <p:cNvPr id="34" name="Google Shape;34;p7"/>
          <p:cNvPicPr preferRelativeResize="0"/>
          <p:nvPr/>
        </p:nvPicPr>
        <p:blipFill rotWithShape="1">
          <a:blip r:embed="rId3">
            <a:alphaModFix/>
          </a:blip>
          <a:srcRect l="2960" t="37016" r="67254" b="35283"/>
          <a:stretch/>
        </p:blipFill>
        <p:spPr>
          <a:xfrm>
            <a:off x="11087410" y="5090448"/>
            <a:ext cx="959072" cy="838443"/>
          </a:xfrm>
          <a:prstGeom prst="rect">
            <a:avLst/>
          </a:prstGeom>
          <a:noFill/>
          <a:ln>
            <a:noFill/>
          </a:ln>
        </p:spPr>
      </p:pic>
      <p:sp>
        <p:nvSpPr>
          <p:cNvPr id="35" name="Google Shape;35;p7"/>
          <p:cNvSpPr/>
          <p:nvPr/>
        </p:nvSpPr>
        <p:spPr>
          <a:xfrm flipH="1">
            <a:off x="4057470" y="4453156"/>
            <a:ext cx="4116508" cy="1015663"/>
          </a:xfrm>
          <a:custGeom>
            <a:avLst/>
            <a:gdLst/>
            <a:ahLst/>
            <a:cxnLst/>
            <a:rect l="l" t="t" r="r" b="b"/>
            <a:pathLst>
              <a:path w="11047" h="13401" extrusionOk="0">
                <a:moveTo>
                  <a:pt x="0" y="13401"/>
                </a:moveTo>
                <a:lnTo>
                  <a:pt x="2437" y="0"/>
                </a:lnTo>
                <a:cubicBezTo>
                  <a:pt x="5298" y="900"/>
                  <a:pt x="8159" y="58"/>
                  <a:pt x="11047" y="261"/>
                </a:cubicBezTo>
                <a:cubicBezTo>
                  <a:pt x="10973" y="2287"/>
                  <a:pt x="10474" y="4575"/>
                  <a:pt x="10400" y="6601"/>
                </a:cubicBezTo>
                <a:lnTo>
                  <a:pt x="0" y="13401"/>
                </a:lnTo>
                <a:close/>
              </a:path>
            </a:pathLst>
          </a:custGeom>
          <a:gradFill>
            <a:gsLst>
              <a:gs pos="0">
                <a:srgbClr val="0C0C0C"/>
              </a:gs>
              <a:gs pos="48000">
                <a:srgbClr val="000000">
                  <a:alpha val="65882"/>
                </a:srgbClr>
              </a:gs>
              <a:gs pos="100000">
                <a:srgbClr val="8F9AA2">
                  <a:alpha val="16862"/>
                </a:srgbClr>
              </a:gs>
            </a:gsLst>
            <a:path path="circle">
              <a:fillToRect l="100000" b="100000"/>
            </a:path>
            <a:tileRect t="-100000" r="-10000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grpSp>
        <p:nvGrpSpPr>
          <p:cNvPr id="36" name="Google Shape;36;p7"/>
          <p:cNvGrpSpPr/>
          <p:nvPr/>
        </p:nvGrpSpPr>
        <p:grpSpPr>
          <a:xfrm rot="-1059714" flipH="1">
            <a:off x="1347757" y="2855437"/>
            <a:ext cx="8742931" cy="2114620"/>
            <a:chOff x="5378611" y="-539728"/>
            <a:chExt cx="3640396" cy="2260794"/>
          </a:xfrm>
        </p:grpSpPr>
        <p:sp>
          <p:nvSpPr>
            <p:cNvPr id="37" name="Google Shape;37;p7"/>
            <p:cNvSpPr/>
            <p:nvPr/>
          </p:nvSpPr>
          <p:spPr>
            <a:xfrm rot="20392142">
              <a:off x="5378611" y="798381"/>
              <a:ext cx="3640396" cy="922685"/>
            </a:xfrm>
            <a:prstGeom prst="rect">
              <a:avLst/>
            </a:prstGeom>
            <a:gradFill>
              <a:gsLst>
                <a:gs pos="0">
                  <a:srgbClr val="3ECA67"/>
                </a:gs>
                <a:gs pos="100000">
                  <a:srgbClr val="19572C"/>
                </a:gs>
              </a:gsLst>
              <a:lin ang="0" scaled="0"/>
            </a:gradFill>
            <a:ln>
              <a:noFill/>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b="0" i="0" u="none" strike="noStrike" cap="none">
                <a:solidFill>
                  <a:srgbClr val="757070"/>
                </a:solidFill>
                <a:latin typeface="Calibri"/>
                <a:ea typeface="Calibri"/>
                <a:cs typeface="Calibri"/>
                <a:sym typeface="Calibri"/>
              </a:endParaRPr>
            </a:p>
          </p:txBody>
        </p:sp>
        <p:sp>
          <p:nvSpPr>
            <p:cNvPr id="38" name="Google Shape;38;p7"/>
            <p:cNvSpPr/>
            <p:nvPr/>
          </p:nvSpPr>
          <p:spPr>
            <a:xfrm rot="-1207858">
              <a:off x="8528213" y="-539728"/>
              <a:ext cx="402920" cy="914475"/>
            </a:xfrm>
            <a:prstGeom prst="rect">
              <a:avLst/>
            </a:prstGeom>
            <a:gradFill>
              <a:gsLst>
                <a:gs pos="0">
                  <a:srgbClr val="282828"/>
                </a:gs>
                <a:gs pos="3000">
                  <a:srgbClr val="282828"/>
                </a:gs>
                <a:gs pos="100000">
                  <a:srgbClr val="4A4A4A"/>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b="1" i="0" u="none" strike="noStrike" cap="none" dirty="0">
                  <a:solidFill>
                    <a:srgbClr val="FFFFFF"/>
                  </a:solidFill>
                  <a:latin typeface="Calibri"/>
                  <a:ea typeface="Calibri"/>
                  <a:cs typeface="Calibri"/>
                  <a:sym typeface="Calibri"/>
                </a:rPr>
                <a:t>03</a:t>
              </a:r>
              <a:endParaRPr dirty="0"/>
            </a:p>
          </p:txBody>
        </p:sp>
      </p:grpSp>
      <p:sp>
        <p:nvSpPr>
          <p:cNvPr id="39" name="Google Shape;39;p7"/>
          <p:cNvSpPr/>
          <p:nvPr/>
        </p:nvSpPr>
        <p:spPr>
          <a:xfrm rot="121632">
            <a:off x="3243863" y="4347380"/>
            <a:ext cx="8692683" cy="978066"/>
          </a:xfrm>
          <a:prstGeom prst="rect">
            <a:avLst/>
          </a:prstGeom>
          <a:noFill/>
          <a:ln>
            <a:noFill/>
          </a:ln>
        </p:spPr>
        <p:txBody>
          <a:bodyPr spcFirstLastPara="1" wrap="square" lIns="68650" tIns="34325" rIns="68650" bIns="34325" anchor="t" anchorCtr="0">
            <a:noAutofit/>
          </a:bodyPr>
          <a:lstStyle/>
          <a:p>
            <a:pPr algn="just"/>
            <a:r>
              <a:rPr lang="it-IT" dirty="0">
                <a:latin typeface="Tahoma" panose="020B0604030504040204" pitchFamily="34" charset="0"/>
                <a:ea typeface="Tahoma" panose="020B0604030504040204" pitchFamily="34" charset="0"/>
                <a:cs typeface="Tahoma" panose="020B0604030504040204" pitchFamily="34" charset="0"/>
              </a:rPr>
              <a:t>Satu borang hendaklah digunakan bagi setiap penerima. </a:t>
            </a:r>
          </a:p>
        </p:txBody>
      </p:sp>
      <p:sp>
        <p:nvSpPr>
          <p:cNvPr id="40" name="Google Shape;40;p7"/>
          <p:cNvSpPr/>
          <p:nvPr/>
        </p:nvSpPr>
        <p:spPr>
          <a:xfrm flipH="1">
            <a:off x="4090360" y="2366614"/>
            <a:ext cx="4116508" cy="1015663"/>
          </a:xfrm>
          <a:custGeom>
            <a:avLst/>
            <a:gdLst/>
            <a:ahLst/>
            <a:cxnLst/>
            <a:rect l="l" t="t" r="r" b="b"/>
            <a:pathLst>
              <a:path w="11047" h="13401" extrusionOk="0">
                <a:moveTo>
                  <a:pt x="0" y="13401"/>
                </a:moveTo>
                <a:lnTo>
                  <a:pt x="2437" y="0"/>
                </a:lnTo>
                <a:cubicBezTo>
                  <a:pt x="5298" y="900"/>
                  <a:pt x="8159" y="58"/>
                  <a:pt x="11047" y="261"/>
                </a:cubicBezTo>
                <a:cubicBezTo>
                  <a:pt x="10973" y="2287"/>
                  <a:pt x="10474" y="4575"/>
                  <a:pt x="10400" y="6601"/>
                </a:cubicBezTo>
                <a:lnTo>
                  <a:pt x="0" y="13401"/>
                </a:lnTo>
                <a:close/>
              </a:path>
            </a:pathLst>
          </a:custGeom>
          <a:gradFill>
            <a:gsLst>
              <a:gs pos="0">
                <a:srgbClr val="0C0C0C"/>
              </a:gs>
              <a:gs pos="48000">
                <a:srgbClr val="000000">
                  <a:alpha val="65882"/>
                </a:srgbClr>
              </a:gs>
              <a:gs pos="100000">
                <a:srgbClr val="8F9AA2">
                  <a:alpha val="16862"/>
                </a:srgbClr>
              </a:gs>
            </a:gsLst>
            <a:path path="circle">
              <a:fillToRect l="100000" b="100000"/>
            </a:path>
            <a:tileRect t="-100000" r="-10000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42" name="Google Shape;42;p7"/>
          <p:cNvSpPr/>
          <p:nvPr/>
        </p:nvSpPr>
        <p:spPr>
          <a:xfrm rot="148144" flipH="1">
            <a:off x="1338039" y="1861136"/>
            <a:ext cx="6240189" cy="863028"/>
          </a:xfrm>
          <a:prstGeom prst="rect">
            <a:avLst/>
          </a:prstGeom>
          <a:gradFill>
            <a:gsLst>
              <a:gs pos="0">
                <a:srgbClr val="FEB932"/>
              </a:gs>
              <a:gs pos="100000">
                <a:srgbClr val="C1581D"/>
              </a:gs>
            </a:gsLst>
            <a:lin ang="0" scaled="0"/>
          </a:gradFill>
          <a:ln>
            <a:noFill/>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b="0" i="0" u="none" strike="noStrike" cap="none">
              <a:solidFill>
                <a:srgbClr val="757070"/>
              </a:solidFill>
              <a:latin typeface="Calibri"/>
              <a:ea typeface="Calibri"/>
              <a:cs typeface="Calibri"/>
              <a:sym typeface="Calibri"/>
            </a:endParaRPr>
          </a:p>
        </p:txBody>
      </p:sp>
      <p:sp>
        <p:nvSpPr>
          <p:cNvPr id="44" name="Google Shape;44;p7"/>
          <p:cNvSpPr/>
          <p:nvPr/>
        </p:nvSpPr>
        <p:spPr>
          <a:xfrm rot="-273566" flipH="1">
            <a:off x="3672993" y="1137011"/>
            <a:ext cx="4116508" cy="1015663"/>
          </a:xfrm>
          <a:custGeom>
            <a:avLst/>
            <a:gdLst/>
            <a:ahLst/>
            <a:cxnLst/>
            <a:rect l="l" t="t" r="r" b="b"/>
            <a:pathLst>
              <a:path w="11047" h="13401" extrusionOk="0">
                <a:moveTo>
                  <a:pt x="0" y="13401"/>
                </a:moveTo>
                <a:lnTo>
                  <a:pt x="2437" y="0"/>
                </a:lnTo>
                <a:cubicBezTo>
                  <a:pt x="5298" y="900"/>
                  <a:pt x="8159" y="58"/>
                  <a:pt x="11047" y="261"/>
                </a:cubicBezTo>
                <a:cubicBezTo>
                  <a:pt x="10973" y="2287"/>
                  <a:pt x="10474" y="4575"/>
                  <a:pt x="10400" y="6601"/>
                </a:cubicBezTo>
                <a:lnTo>
                  <a:pt x="0" y="13401"/>
                </a:lnTo>
                <a:close/>
              </a:path>
            </a:pathLst>
          </a:custGeom>
          <a:gradFill>
            <a:gsLst>
              <a:gs pos="0">
                <a:srgbClr val="0C0C0C"/>
              </a:gs>
              <a:gs pos="48000">
                <a:srgbClr val="4D585E"/>
              </a:gs>
              <a:gs pos="100000">
                <a:srgbClr val="8F9AA2"/>
              </a:gs>
            </a:gsLst>
            <a:path path="circle">
              <a:fillToRect l="100000" b="100000"/>
            </a:path>
            <a:tileRect t="-100000" r="-10000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grpSp>
        <p:nvGrpSpPr>
          <p:cNvPr id="45" name="Google Shape;45;p7"/>
          <p:cNvGrpSpPr/>
          <p:nvPr/>
        </p:nvGrpSpPr>
        <p:grpSpPr>
          <a:xfrm rot="-1333280" flipH="1">
            <a:off x="663346" y="-545601"/>
            <a:ext cx="9026254" cy="2248146"/>
            <a:chOff x="5275438" y="-541266"/>
            <a:chExt cx="3758366" cy="2403548"/>
          </a:xfrm>
        </p:grpSpPr>
        <p:sp>
          <p:nvSpPr>
            <p:cNvPr id="46" name="Google Shape;46;p7"/>
            <p:cNvSpPr/>
            <p:nvPr/>
          </p:nvSpPr>
          <p:spPr>
            <a:xfrm rot="20392142">
              <a:off x="5275438" y="939597"/>
              <a:ext cx="3758366" cy="922685"/>
            </a:xfrm>
            <a:prstGeom prst="rect">
              <a:avLst/>
            </a:prstGeom>
            <a:gradFill>
              <a:gsLst>
                <a:gs pos="0">
                  <a:srgbClr val="E42E69"/>
                </a:gs>
                <a:gs pos="100000">
                  <a:srgbClr val="901C40"/>
                </a:gs>
              </a:gsLst>
              <a:lin ang="0" scaled="0"/>
            </a:gradFill>
            <a:ln>
              <a:noFill/>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b="0" i="0" u="none" strike="noStrike" cap="none">
                <a:solidFill>
                  <a:srgbClr val="757070"/>
                </a:solidFill>
                <a:latin typeface="Calibri"/>
                <a:ea typeface="Calibri"/>
                <a:cs typeface="Calibri"/>
                <a:sym typeface="Calibri"/>
              </a:endParaRPr>
            </a:p>
          </p:txBody>
        </p:sp>
        <p:sp>
          <p:nvSpPr>
            <p:cNvPr id="47" name="Google Shape;47;p7"/>
            <p:cNvSpPr/>
            <p:nvPr/>
          </p:nvSpPr>
          <p:spPr>
            <a:xfrm rot="-1207858">
              <a:off x="8528599" y="-541266"/>
              <a:ext cx="402920" cy="922640"/>
            </a:xfrm>
            <a:prstGeom prst="rect">
              <a:avLst/>
            </a:prstGeom>
            <a:gradFill>
              <a:gsLst>
                <a:gs pos="0">
                  <a:srgbClr val="282828"/>
                </a:gs>
                <a:gs pos="3000">
                  <a:srgbClr val="282828"/>
                </a:gs>
                <a:gs pos="100000">
                  <a:srgbClr val="4A4A4A"/>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dirty="0"/>
            </a:p>
          </p:txBody>
        </p:sp>
      </p:grpSp>
      <p:grpSp>
        <p:nvGrpSpPr>
          <p:cNvPr id="48" name="Google Shape;48;p7"/>
          <p:cNvGrpSpPr/>
          <p:nvPr/>
        </p:nvGrpSpPr>
        <p:grpSpPr>
          <a:xfrm>
            <a:off x="2372189" y="326455"/>
            <a:ext cx="960150" cy="6204241"/>
            <a:chOff x="7635546" y="1505862"/>
            <a:chExt cx="644928" cy="3726643"/>
          </a:xfrm>
        </p:grpSpPr>
        <p:grpSp>
          <p:nvGrpSpPr>
            <p:cNvPr id="49" name="Google Shape;49;p7"/>
            <p:cNvGrpSpPr/>
            <p:nvPr/>
          </p:nvGrpSpPr>
          <p:grpSpPr>
            <a:xfrm>
              <a:off x="7655506" y="2808678"/>
              <a:ext cx="607331" cy="2423827"/>
              <a:chOff x="2700879" y="1478500"/>
              <a:chExt cx="482093" cy="1843943"/>
            </a:xfrm>
          </p:grpSpPr>
          <p:sp>
            <p:nvSpPr>
              <p:cNvPr id="50" name="Google Shape;50;p7"/>
              <p:cNvSpPr/>
              <p:nvPr/>
            </p:nvSpPr>
            <p:spPr>
              <a:xfrm rot="10800000" flipH="1">
                <a:off x="2700879" y="1478500"/>
                <a:ext cx="482093" cy="1834742"/>
              </a:xfrm>
              <a:custGeom>
                <a:avLst/>
                <a:gdLst/>
                <a:ahLst/>
                <a:cxnLst/>
                <a:rect l="l" t="t" r="r" b="b"/>
                <a:pathLst>
                  <a:path w="940813" h="3496036" extrusionOk="0">
                    <a:moveTo>
                      <a:pt x="0" y="3496036"/>
                    </a:moveTo>
                    <a:lnTo>
                      <a:pt x="940535" y="3496036"/>
                    </a:lnTo>
                    <a:lnTo>
                      <a:pt x="940535" y="887080"/>
                    </a:lnTo>
                    <a:lnTo>
                      <a:pt x="940813" y="887080"/>
                    </a:lnTo>
                    <a:lnTo>
                      <a:pt x="470407" y="0"/>
                    </a:lnTo>
                    <a:lnTo>
                      <a:pt x="139" y="886818"/>
                    </a:lnTo>
                    <a:lnTo>
                      <a:pt x="0" y="886818"/>
                    </a:lnTo>
                    <a:lnTo>
                      <a:pt x="0" y="887080"/>
                    </a:lnTo>
                    <a:close/>
                  </a:path>
                </a:pathLst>
              </a:custGeom>
              <a:gradFill>
                <a:gsLst>
                  <a:gs pos="0">
                    <a:srgbClr val="FDE2C5"/>
                  </a:gs>
                  <a:gs pos="57000">
                    <a:srgbClr val="E8A374"/>
                  </a:gs>
                  <a:gs pos="73000">
                    <a:srgbClr val="C37E45"/>
                  </a:gs>
                  <a:gs pos="94631">
                    <a:srgbClr val="F1BF99"/>
                  </a:gs>
                  <a:gs pos="100000">
                    <a:srgbClr val="F1BF99"/>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85" b="0" i="0" u="none" strike="noStrike" cap="none">
                  <a:solidFill>
                    <a:srgbClr val="FFFFFF"/>
                  </a:solidFill>
                  <a:latin typeface="Calibri"/>
                  <a:ea typeface="Calibri"/>
                  <a:cs typeface="Calibri"/>
                  <a:sym typeface="Calibri"/>
                </a:endParaRPr>
              </a:p>
            </p:txBody>
          </p:sp>
          <p:sp>
            <p:nvSpPr>
              <p:cNvPr id="51" name="Google Shape;51;p7"/>
              <p:cNvSpPr/>
              <p:nvPr/>
            </p:nvSpPr>
            <p:spPr>
              <a:xfrm>
                <a:off x="2873754" y="3173373"/>
                <a:ext cx="109461" cy="116951"/>
              </a:xfrm>
              <a:custGeom>
                <a:avLst/>
                <a:gdLst/>
                <a:ahLst/>
                <a:cxnLst/>
                <a:rect l="l" t="t" r="r" b="b"/>
                <a:pathLst>
                  <a:path w="206467" h="177143" extrusionOk="0">
                    <a:moveTo>
                      <a:pt x="0" y="0"/>
                    </a:moveTo>
                    <a:lnTo>
                      <a:pt x="206467" y="177143"/>
                    </a:lnTo>
                    <a:lnTo>
                      <a:pt x="206467" y="177143"/>
                    </a:lnTo>
                    <a:lnTo>
                      <a:pt x="0" y="0"/>
                    </a:lnTo>
                    <a:lnTo>
                      <a:pt x="0" y="0"/>
                    </a:lnTo>
                    <a:close/>
                  </a:path>
                </a:pathLst>
              </a:custGeom>
              <a:gradFill>
                <a:gsLst>
                  <a:gs pos="0">
                    <a:srgbClr val="866CAF"/>
                  </a:gs>
                  <a:gs pos="100000">
                    <a:srgbClr val="9B89C0"/>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85" b="0" i="0" u="none" strike="noStrike" cap="none">
                  <a:solidFill>
                    <a:srgbClr val="FFFFFF"/>
                  </a:solidFill>
                  <a:latin typeface="Calibri"/>
                  <a:ea typeface="Calibri"/>
                  <a:cs typeface="Calibri"/>
                  <a:sym typeface="Calibri"/>
                </a:endParaRPr>
              </a:p>
            </p:txBody>
          </p:sp>
          <p:sp>
            <p:nvSpPr>
              <p:cNvPr id="52" name="Google Shape;52;p7"/>
              <p:cNvSpPr/>
              <p:nvPr/>
            </p:nvSpPr>
            <p:spPr>
              <a:xfrm rot="10800000" flipH="1">
                <a:off x="2861078" y="3166736"/>
                <a:ext cx="156913" cy="155707"/>
              </a:xfrm>
              <a:custGeom>
                <a:avLst/>
                <a:gdLst/>
                <a:ahLst/>
                <a:cxnLst/>
                <a:rect l="l" t="t" r="r" b="b"/>
                <a:pathLst>
                  <a:path w="227006" h="195768" extrusionOk="0">
                    <a:moveTo>
                      <a:pt x="0" y="195768"/>
                    </a:moveTo>
                    <a:lnTo>
                      <a:pt x="227006" y="195768"/>
                    </a:lnTo>
                    <a:lnTo>
                      <a:pt x="113503" y="0"/>
                    </a:lnTo>
                    <a:close/>
                  </a:path>
                </a:pathLst>
              </a:custGeom>
              <a:gradFill>
                <a:gsLst>
                  <a:gs pos="0">
                    <a:srgbClr val="0C0C0C"/>
                  </a:gs>
                  <a:gs pos="18000">
                    <a:srgbClr val="0C0C0C"/>
                  </a:gs>
                  <a:gs pos="49000">
                    <a:srgbClr val="3F3F3F"/>
                  </a:gs>
                  <a:gs pos="77000">
                    <a:schemeClr val="dk1"/>
                  </a:gs>
                  <a:gs pos="100000">
                    <a:schemeClr val="dk1"/>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85" b="0" i="0" u="none" strike="noStrike" cap="none">
                  <a:solidFill>
                    <a:srgbClr val="FFFFFF"/>
                  </a:solidFill>
                  <a:latin typeface="Calibri"/>
                  <a:ea typeface="Calibri"/>
                  <a:cs typeface="Calibri"/>
                  <a:sym typeface="Calibri"/>
                </a:endParaRPr>
              </a:p>
            </p:txBody>
          </p:sp>
        </p:grpSp>
        <p:grpSp>
          <p:nvGrpSpPr>
            <p:cNvPr id="53" name="Google Shape;53;p7"/>
            <p:cNvGrpSpPr/>
            <p:nvPr/>
          </p:nvGrpSpPr>
          <p:grpSpPr>
            <a:xfrm flipH="1">
              <a:off x="7654600" y="2488591"/>
              <a:ext cx="609948" cy="2134066"/>
              <a:chOff x="3835539" y="97456"/>
              <a:chExt cx="499930" cy="5386032"/>
            </a:xfrm>
          </p:grpSpPr>
          <p:grpSp>
            <p:nvGrpSpPr>
              <p:cNvPr id="54" name="Google Shape;54;p7"/>
              <p:cNvGrpSpPr/>
              <p:nvPr/>
            </p:nvGrpSpPr>
            <p:grpSpPr>
              <a:xfrm>
                <a:off x="3835539" y="4084854"/>
                <a:ext cx="499930" cy="1398634"/>
                <a:chOff x="2689204" y="1450752"/>
                <a:chExt cx="499930" cy="1398634"/>
              </a:xfrm>
            </p:grpSpPr>
            <p:sp>
              <p:nvSpPr>
                <p:cNvPr id="55" name="Google Shape;55;p7"/>
                <p:cNvSpPr/>
                <p:nvPr/>
              </p:nvSpPr>
              <p:spPr>
                <a:xfrm>
                  <a:off x="2821221" y="1450752"/>
                  <a:ext cx="241840" cy="1364199"/>
                </a:xfrm>
                <a:custGeom>
                  <a:avLst/>
                  <a:gdLst/>
                  <a:ahLst/>
                  <a:cxnLst/>
                  <a:rect l="l" t="t" r="r" b="b"/>
                  <a:pathLst>
                    <a:path w="451189" h="2225348" extrusionOk="0">
                      <a:moveTo>
                        <a:pt x="0" y="0"/>
                      </a:moveTo>
                      <a:lnTo>
                        <a:pt x="451189" y="0"/>
                      </a:lnTo>
                      <a:lnTo>
                        <a:pt x="451189" y="2038397"/>
                      </a:lnTo>
                      <a:lnTo>
                        <a:pt x="447870" y="2035549"/>
                      </a:lnTo>
                      <a:lnTo>
                        <a:pt x="226652" y="2225348"/>
                      </a:lnTo>
                      <a:lnTo>
                        <a:pt x="206467" y="2225348"/>
                      </a:lnTo>
                      <a:lnTo>
                        <a:pt x="0" y="2048205"/>
                      </a:lnTo>
                      <a:lnTo>
                        <a:pt x="0" y="0"/>
                      </a:lnTo>
                      <a:close/>
                    </a:path>
                  </a:pathLst>
                </a:custGeom>
                <a:solidFill>
                  <a:srgbClr val="E39F2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85" b="0" i="0" u="none" strike="noStrike" cap="none">
                    <a:solidFill>
                      <a:srgbClr val="FFFFFF"/>
                    </a:solidFill>
                    <a:latin typeface="Calibri"/>
                    <a:ea typeface="Calibri"/>
                    <a:cs typeface="Calibri"/>
                    <a:sym typeface="Calibri"/>
                  </a:endParaRPr>
                </a:p>
              </p:txBody>
            </p:sp>
            <p:sp>
              <p:nvSpPr>
                <p:cNvPr id="56" name="Google Shape;56;p7"/>
                <p:cNvSpPr/>
                <p:nvPr/>
              </p:nvSpPr>
              <p:spPr>
                <a:xfrm>
                  <a:off x="2689204" y="1450752"/>
                  <a:ext cx="132017" cy="1398634"/>
                </a:xfrm>
                <a:custGeom>
                  <a:avLst/>
                  <a:gdLst/>
                  <a:ahLst/>
                  <a:cxnLst/>
                  <a:rect l="l" t="t" r="r" b="b"/>
                  <a:pathLst>
                    <a:path w="244673" h="2118481" extrusionOk="0">
                      <a:moveTo>
                        <a:pt x="0" y="0"/>
                      </a:moveTo>
                      <a:lnTo>
                        <a:pt x="244673" y="0"/>
                      </a:lnTo>
                      <a:lnTo>
                        <a:pt x="244673" y="1899082"/>
                      </a:lnTo>
                      <a:lnTo>
                        <a:pt x="232036" y="1886445"/>
                      </a:lnTo>
                      <a:lnTo>
                        <a:pt x="0" y="2118481"/>
                      </a:lnTo>
                      <a:close/>
                    </a:path>
                  </a:pathLst>
                </a:custGeom>
                <a:solidFill>
                  <a:srgbClr val="A8753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85" b="0" i="0" u="none" strike="noStrike" cap="none">
                    <a:solidFill>
                      <a:srgbClr val="FFFFFF"/>
                    </a:solidFill>
                    <a:latin typeface="Calibri"/>
                    <a:ea typeface="Calibri"/>
                    <a:cs typeface="Calibri"/>
                    <a:sym typeface="Calibri"/>
                  </a:endParaRPr>
                </a:p>
              </p:txBody>
            </p:sp>
            <p:sp>
              <p:nvSpPr>
                <p:cNvPr id="57" name="Google Shape;57;p7"/>
                <p:cNvSpPr/>
                <p:nvPr/>
              </p:nvSpPr>
              <p:spPr>
                <a:xfrm flipH="1">
                  <a:off x="3059417" y="1450752"/>
                  <a:ext cx="129717" cy="1398634"/>
                </a:xfrm>
                <a:custGeom>
                  <a:avLst/>
                  <a:gdLst/>
                  <a:ahLst/>
                  <a:cxnLst/>
                  <a:rect l="l" t="t" r="r" b="b"/>
                  <a:pathLst>
                    <a:path w="244673" h="2118481" extrusionOk="0">
                      <a:moveTo>
                        <a:pt x="0" y="0"/>
                      </a:moveTo>
                      <a:lnTo>
                        <a:pt x="244673" y="0"/>
                      </a:lnTo>
                      <a:lnTo>
                        <a:pt x="244673" y="1899082"/>
                      </a:lnTo>
                      <a:lnTo>
                        <a:pt x="232036" y="1886445"/>
                      </a:lnTo>
                      <a:lnTo>
                        <a:pt x="0" y="2118481"/>
                      </a:lnTo>
                      <a:close/>
                    </a:path>
                  </a:pathLst>
                </a:custGeom>
                <a:solidFill>
                  <a:srgbClr val="FEF7B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85" b="0" i="0" u="none" strike="noStrike" cap="none">
                    <a:solidFill>
                      <a:srgbClr val="FFFFFF"/>
                    </a:solidFill>
                    <a:latin typeface="Calibri"/>
                    <a:ea typeface="Calibri"/>
                    <a:cs typeface="Calibri"/>
                    <a:sym typeface="Calibri"/>
                  </a:endParaRPr>
                </a:p>
              </p:txBody>
            </p:sp>
          </p:grpSp>
          <p:grpSp>
            <p:nvGrpSpPr>
              <p:cNvPr id="58" name="Google Shape;58;p7"/>
              <p:cNvGrpSpPr/>
              <p:nvPr/>
            </p:nvGrpSpPr>
            <p:grpSpPr>
              <a:xfrm>
                <a:off x="3836436" y="97456"/>
                <a:ext cx="498638" cy="4725966"/>
                <a:chOff x="2687893" y="1450752"/>
                <a:chExt cx="498638" cy="1398634"/>
              </a:xfrm>
            </p:grpSpPr>
            <p:sp>
              <p:nvSpPr>
                <p:cNvPr id="59" name="Google Shape;59;p7"/>
                <p:cNvSpPr/>
                <p:nvPr/>
              </p:nvSpPr>
              <p:spPr>
                <a:xfrm>
                  <a:off x="2817610" y="1450752"/>
                  <a:ext cx="239204" cy="1364198"/>
                </a:xfrm>
                <a:custGeom>
                  <a:avLst/>
                  <a:gdLst/>
                  <a:ahLst/>
                  <a:cxnLst/>
                  <a:rect l="l" t="t" r="r" b="b"/>
                  <a:pathLst>
                    <a:path w="451189" h="2225348" extrusionOk="0">
                      <a:moveTo>
                        <a:pt x="0" y="0"/>
                      </a:moveTo>
                      <a:lnTo>
                        <a:pt x="451189" y="0"/>
                      </a:lnTo>
                      <a:lnTo>
                        <a:pt x="451189" y="2038397"/>
                      </a:lnTo>
                      <a:lnTo>
                        <a:pt x="447870" y="2035549"/>
                      </a:lnTo>
                      <a:lnTo>
                        <a:pt x="226652" y="2225348"/>
                      </a:lnTo>
                      <a:lnTo>
                        <a:pt x="206467" y="2225348"/>
                      </a:lnTo>
                      <a:lnTo>
                        <a:pt x="0" y="2048205"/>
                      </a:lnTo>
                      <a:lnTo>
                        <a:pt x="0" y="0"/>
                      </a:lnTo>
                      <a:close/>
                    </a:path>
                  </a:pathLst>
                </a:custGeom>
                <a:solidFill>
                  <a:srgbClr val="E39F2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85" b="0" i="0" u="none" strike="noStrike" cap="none">
                    <a:solidFill>
                      <a:srgbClr val="FFFFFF"/>
                    </a:solidFill>
                    <a:latin typeface="Calibri"/>
                    <a:ea typeface="Calibri"/>
                    <a:cs typeface="Calibri"/>
                    <a:sym typeface="Calibri"/>
                  </a:endParaRPr>
                </a:p>
              </p:txBody>
            </p:sp>
            <p:sp>
              <p:nvSpPr>
                <p:cNvPr id="60" name="Google Shape;60;p7"/>
                <p:cNvSpPr/>
                <p:nvPr/>
              </p:nvSpPr>
              <p:spPr>
                <a:xfrm>
                  <a:off x="2687893" y="1450752"/>
                  <a:ext cx="129717" cy="1398634"/>
                </a:xfrm>
                <a:custGeom>
                  <a:avLst/>
                  <a:gdLst/>
                  <a:ahLst/>
                  <a:cxnLst/>
                  <a:rect l="l" t="t" r="r" b="b"/>
                  <a:pathLst>
                    <a:path w="244673" h="2118481" extrusionOk="0">
                      <a:moveTo>
                        <a:pt x="0" y="0"/>
                      </a:moveTo>
                      <a:lnTo>
                        <a:pt x="244673" y="0"/>
                      </a:lnTo>
                      <a:lnTo>
                        <a:pt x="244673" y="1899082"/>
                      </a:lnTo>
                      <a:lnTo>
                        <a:pt x="232036" y="1886445"/>
                      </a:lnTo>
                      <a:lnTo>
                        <a:pt x="0" y="2118481"/>
                      </a:lnTo>
                      <a:close/>
                    </a:path>
                  </a:pathLst>
                </a:custGeom>
                <a:solidFill>
                  <a:srgbClr val="A8753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85" b="0" i="0" u="none" strike="noStrike" cap="none">
                    <a:solidFill>
                      <a:srgbClr val="FFFFFF"/>
                    </a:solidFill>
                    <a:latin typeface="Calibri"/>
                    <a:ea typeface="Calibri"/>
                    <a:cs typeface="Calibri"/>
                    <a:sym typeface="Calibri"/>
                  </a:endParaRPr>
                </a:p>
              </p:txBody>
            </p:sp>
            <p:sp>
              <p:nvSpPr>
                <p:cNvPr id="61" name="Google Shape;61;p7"/>
                <p:cNvSpPr/>
                <p:nvPr/>
              </p:nvSpPr>
              <p:spPr>
                <a:xfrm flipH="1">
                  <a:off x="3056814" y="1450752"/>
                  <a:ext cx="129717" cy="1398634"/>
                </a:xfrm>
                <a:custGeom>
                  <a:avLst/>
                  <a:gdLst/>
                  <a:ahLst/>
                  <a:cxnLst/>
                  <a:rect l="l" t="t" r="r" b="b"/>
                  <a:pathLst>
                    <a:path w="244673" h="2118481" extrusionOk="0">
                      <a:moveTo>
                        <a:pt x="0" y="0"/>
                      </a:moveTo>
                      <a:lnTo>
                        <a:pt x="244673" y="0"/>
                      </a:lnTo>
                      <a:lnTo>
                        <a:pt x="244673" y="1899082"/>
                      </a:lnTo>
                      <a:lnTo>
                        <a:pt x="232036" y="1886445"/>
                      </a:lnTo>
                      <a:lnTo>
                        <a:pt x="0" y="2118481"/>
                      </a:lnTo>
                      <a:close/>
                    </a:path>
                  </a:pathLst>
                </a:custGeom>
                <a:solidFill>
                  <a:srgbClr val="FEF7B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85" b="0" i="0" u="none" strike="noStrike" cap="none">
                    <a:solidFill>
                      <a:srgbClr val="FFFFFF"/>
                    </a:solidFill>
                    <a:latin typeface="Calibri"/>
                    <a:ea typeface="Calibri"/>
                    <a:cs typeface="Calibri"/>
                    <a:sym typeface="Calibri"/>
                  </a:endParaRPr>
                </a:p>
              </p:txBody>
            </p:sp>
          </p:grpSp>
        </p:grpSp>
        <p:grpSp>
          <p:nvGrpSpPr>
            <p:cNvPr id="62" name="Google Shape;62;p7"/>
            <p:cNvGrpSpPr/>
            <p:nvPr/>
          </p:nvGrpSpPr>
          <p:grpSpPr>
            <a:xfrm>
              <a:off x="7635546" y="1505862"/>
              <a:ext cx="644928" cy="1008823"/>
              <a:chOff x="8917444" y="2861502"/>
              <a:chExt cx="644928" cy="1008823"/>
            </a:xfrm>
          </p:grpSpPr>
          <p:sp>
            <p:nvSpPr>
              <p:cNvPr id="63" name="Google Shape;63;p7"/>
              <p:cNvSpPr/>
              <p:nvPr/>
            </p:nvSpPr>
            <p:spPr>
              <a:xfrm>
                <a:off x="8963554" y="2861502"/>
                <a:ext cx="560792" cy="272882"/>
              </a:xfrm>
              <a:prstGeom prst="roundRect">
                <a:avLst>
                  <a:gd name="adj" fmla="val 16667"/>
                </a:avLst>
              </a:prstGeom>
              <a:gradFill>
                <a:gsLst>
                  <a:gs pos="0">
                    <a:srgbClr val="B4B4B4"/>
                  </a:gs>
                  <a:gs pos="46000">
                    <a:srgbClr val="EBEBEB"/>
                  </a:gs>
                  <a:gs pos="67000">
                    <a:srgbClr val="D2D2D2"/>
                  </a:gs>
                  <a:gs pos="100000">
                    <a:srgbClr val="D2D2D2"/>
                  </a:gs>
                </a:gsLst>
                <a:lin ang="10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85" b="0" i="0" u="none" strike="noStrike" cap="none">
                  <a:solidFill>
                    <a:srgbClr val="FFFFFF"/>
                  </a:solidFill>
                  <a:latin typeface="Calibri"/>
                  <a:ea typeface="Calibri"/>
                  <a:cs typeface="Calibri"/>
                  <a:sym typeface="Calibri"/>
                </a:endParaRPr>
              </a:p>
            </p:txBody>
          </p:sp>
          <p:sp>
            <p:nvSpPr>
              <p:cNvPr id="64" name="Google Shape;64;p7"/>
              <p:cNvSpPr/>
              <p:nvPr/>
            </p:nvSpPr>
            <p:spPr>
              <a:xfrm>
                <a:off x="8937467" y="3083500"/>
                <a:ext cx="608372" cy="786825"/>
              </a:xfrm>
              <a:prstGeom prst="rect">
                <a:avLst/>
              </a:prstGeom>
              <a:gradFill>
                <a:gsLst>
                  <a:gs pos="0">
                    <a:srgbClr val="7F7F7F"/>
                  </a:gs>
                  <a:gs pos="31000">
                    <a:srgbClr val="F2F2F2"/>
                  </a:gs>
                  <a:gs pos="55000">
                    <a:srgbClr val="757070"/>
                  </a:gs>
                  <a:gs pos="71000">
                    <a:srgbClr val="F2F2F2"/>
                  </a:gs>
                  <a:gs pos="100000">
                    <a:schemeClr val="accent3"/>
                  </a:gs>
                </a:gsLst>
                <a:lin ang="10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85" b="0" i="0" u="none" strike="noStrike" cap="none">
                  <a:solidFill>
                    <a:srgbClr val="FFFFFF"/>
                  </a:solidFill>
                  <a:latin typeface="Calibri"/>
                  <a:ea typeface="Calibri"/>
                  <a:cs typeface="Calibri"/>
                  <a:sym typeface="Calibri"/>
                </a:endParaRPr>
              </a:p>
            </p:txBody>
          </p:sp>
          <p:sp>
            <p:nvSpPr>
              <p:cNvPr id="65" name="Google Shape;65;p7"/>
              <p:cNvSpPr/>
              <p:nvPr/>
            </p:nvSpPr>
            <p:spPr>
              <a:xfrm>
                <a:off x="8920760" y="3134299"/>
                <a:ext cx="641612" cy="70295"/>
              </a:xfrm>
              <a:prstGeom prst="rect">
                <a:avLst/>
              </a:prstGeom>
              <a:gradFill>
                <a:gsLst>
                  <a:gs pos="0">
                    <a:srgbClr val="7F7F7F"/>
                  </a:gs>
                  <a:gs pos="55000">
                    <a:srgbClr val="262626"/>
                  </a:gs>
                  <a:gs pos="100000">
                    <a:schemeClr val="accent3"/>
                  </a:gs>
                </a:gsLst>
                <a:lin ang="10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85" b="0" i="0" u="none" strike="noStrike" cap="none">
                  <a:solidFill>
                    <a:srgbClr val="FFFFFF"/>
                  </a:solidFill>
                  <a:latin typeface="Calibri"/>
                  <a:ea typeface="Calibri"/>
                  <a:cs typeface="Calibri"/>
                  <a:sym typeface="Calibri"/>
                </a:endParaRPr>
              </a:p>
            </p:txBody>
          </p:sp>
          <p:grpSp>
            <p:nvGrpSpPr>
              <p:cNvPr id="66" name="Google Shape;66;p7"/>
              <p:cNvGrpSpPr/>
              <p:nvPr/>
            </p:nvGrpSpPr>
            <p:grpSpPr>
              <a:xfrm>
                <a:off x="8949035" y="3432064"/>
                <a:ext cx="560791" cy="70295"/>
                <a:chOff x="8997025" y="3270540"/>
                <a:chExt cx="477122" cy="69404"/>
              </a:xfrm>
            </p:grpSpPr>
            <p:sp>
              <p:nvSpPr>
                <p:cNvPr id="67" name="Google Shape;67;p7"/>
                <p:cNvSpPr/>
                <p:nvPr/>
              </p:nvSpPr>
              <p:spPr>
                <a:xfrm>
                  <a:off x="9221260" y="3270540"/>
                  <a:ext cx="46618" cy="69404"/>
                </a:xfrm>
                <a:prstGeom prst="ellipse">
                  <a:avLst/>
                </a:prstGeom>
                <a:solidFill>
                  <a:srgbClr val="3F3F3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85" b="0" i="0" u="none" strike="noStrike" cap="none">
                    <a:solidFill>
                      <a:srgbClr val="FFFFFF"/>
                    </a:solidFill>
                    <a:latin typeface="Calibri"/>
                    <a:ea typeface="Calibri"/>
                    <a:cs typeface="Calibri"/>
                    <a:sym typeface="Calibri"/>
                  </a:endParaRPr>
                </a:p>
              </p:txBody>
            </p:sp>
            <p:sp>
              <p:nvSpPr>
                <p:cNvPr id="68" name="Google Shape;68;p7"/>
                <p:cNvSpPr/>
                <p:nvPr/>
              </p:nvSpPr>
              <p:spPr>
                <a:xfrm>
                  <a:off x="9332580" y="3274715"/>
                  <a:ext cx="43813" cy="65228"/>
                </a:xfrm>
                <a:prstGeom prst="ellipse">
                  <a:avLst/>
                </a:prstGeom>
                <a:solidFill>
                  <a:srgbClr val="3F3F3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85" b="0" i="0" u="none" strike="noStrike" cap="none">
                    <a:solidFill>
                      <a:srgbClr val="FFFFFF"/>
                    </a:solidFill>
                    <a:latin typeface="Calibri"/>
                    <a:ea typeface="Calibri"/>
                    <a:cs typeface="Calibri"/>
                    <a:sym typeface="Calibri"/>
                  </a:endParaRPr>
                </a:p>
              </p:txBody>
            </p:sp>
            <p:sp>
              <p:nvSpPr>
                <p:cNvPr id="69" name="Google Shape;69;p7"/>
                <p:cNvSpPr/>
                <p:nvPr/>
              </p:nvSpPr>
              <p:spPr>
                <a:xfrm>
                  <a:off x="9435000" y="3278716"/>
                  <a:ext cx="39147" cy="58282"/>
                </a:xfrm>
                <a:prstGeom prst="ellipse">
                  <a:avLst/>
                </a:prstGeom>
                <a:solidFill>
                  <a:srgbClr val="3F3F3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85" b="0" i="0" u="none" strike="noStrike" cap="none">
                    <a:solidFill>
                      <a:srgbClr val="FFFFFF"/>
                    </a:solidFill>
                    <a:latin typeface="Calibri"/>
                    <a:ea typeface="Calibri"/>
                    <a:cs typeface="Calibri"/>
                    <a:sym typeface="Calibri"/>
                  </a:endParaRPr>
                </a:p>
              </p:txBody>
            </p:sp>
            <p:sp>
              <p:nvSpPr>
                <p:cNvPr id="70" name="Google Shape;70;p7"/>
                <p:cNvSpPr/>
                <p:nvPr/>
              </p:nvSpPr>
              <p:spPr>
                <a:xfrm rot="5400000">
                  <a:off x="9099567" y="3282005"/>
                  <a:ext cx="65228" cy="43813"/>
                </a:xfrm>
                <a:prstGeom prst="ellipse">
                  <a:avLst/>
                </a:prstGeom>
                <a:solidFill>
                  <a:srgbClr val="3F3F3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85" b="0" i="0" u="none" strike="noStrike" cap="none">
                    <a:solidFill>
                      <a:srgbClr val="FFFFFF"/>
                    </a:solidFill>
                    <a:latin typeface="Calibri"/>
                    <a:ea typeface="Calibri"/>
                    <a:cs typeface="Calibri"/>
                    <a:sym typeface="Calibri"/>
                  </a:endParaRPr>
                </a:p>
              </p:txBody>
            </p:sp>
            <p:sp>
              <p:nvSpPr>
                <p:cNvPr id="71" name="Google Shape;71;p7"/>
                <p:cNvSpPr/>
                <p:nvPr/>
              </p:nvSpPr>
              <p:spPr>
                <a:xfrm rot="5400000">
                  <a:off x="8987457" y="3283175"/>
                  <a:ext cx="58282" cy="39147"/>
                </a:xfrm>
                <a:prstGeom prst="ellipse">
                  <a:avLst/>
                </a:prstGeom>
                <a:solidFill>
                  <a:srgbClr val="3F3F3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85" b="0" i="0" u="none" strike="noStrike" cap="none">
                    <a:solidFill>
                      <a:srgbClr val="FFFFFF"/>
                    </a:solidFill>
                    <a:latin typeface="Calibri"/>
                    <a:ea typeface="Calibri"/>
                    <a:cs typeface="Calibri"/>
                    <a:sym typeface="Calibri"/>
                  </a:endParaRPr>
                </a:p>
              </p:txBody>
            </p:sp>
          </p:grpSp>
          <p:sp>
            <p:nvSpPr>
              <p:cNvPr id="72" name="Google Shape;72;p7"/>
              <p:cNvSpPr/>
              <p:nvPr/>
            </p:nvSpPr>
            <p:spPr>
              <a:xfrm>
                <a:off x="8920760" y="3316065"/>
                <a:ext cx="641612" cy="70295"/>
              </a:xfrm>
              <a:prstGeom prst="rect">
                <a:avLst/>
              </a:prstGeom>
              <a:gradFill>
                <a:gsLst>
                  <a:gs pos="0">
                    <a:srgbClr val="7F7F7F"/>
                  </a:gs>
                  <a:gs pos="55000">
                    <a:srgbClr val="262626"/>
                  </a:gs>
                  <a:gs pos="100000">
                    <a:schemeClr val="accent3"/>
                  </a:gs>
                </a:gsLst>
                <a:lin ang="10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85" b="0" i="0" u="none" strike="noStrike" cap="none">
                  <a:solidFill>
                    <a:srgbClr val="FFFFFF"/>
                  </a:solidFill>
                  <a:latin typeface="Calibri"/>
                  <a:ea typeface="Calibri"/>
                  <a:cs typeface="Calibri"/>
                  <a:sym typeface="Calibri"/>
                </a:endParaRPr>
              </a:p>
            </p:txBody>
          </p:sp>
          <p:sp>
            <p:nvSpPr>
              <p:cNvPr id="73" name="Google Shape;73;p7"/>
              <p:cNvSpPr/>
              <p:nvPr/>
            </p:nvSpPr>
            <p:spPr>
              <a:xfrm>
                <a:off x="8920760" y="3225918"/>
                <a:ext cx="641612" cy="70295"/>
              </a:xfrm>
              <a:prstGeom prst="rect">
                <a:avLst/>
              </a:prstGeom>
              <a:gradFill>
                <a:gsLst>
                  <a:gs pos="0">
                    <a:srgbClr val="7F7F7F"/>
                  </a:gs>
                  <a:gs pos="55000">
                    <a:srgbClr val="262626"/>
                  </a:gs>
                  <a:gs pos="100000">
                    <a:schemeClr val="accent3"/>
                  </a:gs>
                </a:gsLst>
                <a:lin ang="10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85" b="0" i="0" u="none" strike="noStrike" cap="none">
                  <a:solidFill>
                    <a:srgbClr val="FFFFFF"/>
                  </a:solidFill>
                  <a:latin typeface="Calibri"/>
                  <a:ea typeface="Calibri"/>
                  <a:cs typeface="Calibri"/>
                  <a:sym typeface="Calibri"/>
                </a:endParaRPr>
              </a:p>
            </p:txBody>
          </p:sp>
          <p:sp>
            <p:nvSpPr>
              <p:cNvPr id="74" name="Google Shape;74;p7"/>
              <p:cNvSpPr/>
              <p:nvPr/>
            </p:nvSpPr>
            <p:spPr>
              <a:xfrm>
                <a:off x="8917444" y="3543202"/>
                <a:ext cx="641612" cy="70295"/>
              </a:xfrm>
              <a:prstGeom prst="rect">
                <a:avLst/>
              </a:prstGeom>
              <a:gradFill>
                <a:gsLst>
                  <a:gs pos="0">
                    <a:srgbClr val="7F7F7F"/>
                  </a:gs>
                  <a:gs pos="55000">
                    <a:srgbClr val="262626"/>
                  </a:gs>
                  <a:gs pos="100000">
                    <a:schemeClr val="accent3"/>
                  </a:gs>
                </a:gsLst>
                <a:lin ang="10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85" b="0" i="0" u="none" strike="noStrike" cap="none">
                  <a:solidFill>
                    <a:srgbClr val="FFFFFF"/>
                  </a:solidFill>
                  <a:latin typeface="Calibri"/>
                  <a:ea typeface="Calibri"/>
                  <a:cs typeface="Calibri"/>
                  <a:sym typeface="Calibri"/>
                </a:endParaRPr>
              </a:p>
            </p:txBody>
          </p:sp>
          <p:sp>
            <p:nvSpPr>
              <p:cNvPr id="75" name="Google Shape;75;p7"/>
              <p:cNvSpPr/>
              <p:nvPr/>
            </p:nvSpPr>
            <p:spPr>
              <a:xfrm>
                <a:off x="8917444" y="3724968"/>
                <a:ext cx="641612" cy="70295"/>
              </a:xfrm>
              <a:prstGeom prst="rect">
                <a:avLst/>
              </a:prstGeom>
              <a:gradFill>
                <a:gsLst>
                  <a:gs pos="0">
                    <a:srgbClr val="7F7F7F"/>
                  </a:gs>
                  <a:gs pos="55000">
                    <a:srgbClr val="262626"/>
                  </a:gs>
                  <a:gs pos="100000">
                    <a:schemeClr val="accent3"/>
                  </a:gs>
                </a:gsLst>
                <a:lin ang="10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85" b="0" i="0" u="none" strike="noStrike" cap="none">
                  <a:solidFill>
                    <a:srgbClr val="FFFFFF"/>
                  </a:solidFill>
                  <a:latin typeface="Calibri"/>
                  <a:ea typeface="Calibri"/>
                  <a:cs typeface="Calibri"/>
                  <a:sym typeface="Calibri"/>
                </a:endParaRPr>
              </a:p>
            </p:txBody>
          </p:sp>
          <p:sp>
            <p:nvSpPr>
              <p:cNvPr id="76" name="Google Shape;76;p7"/>
              <p:cNvSpPr/>
              <p:nvPr/>
            </p:nvSpPr>
            <p:spPr>
              <a:xfrm>
                <a:off x="8917444" y="3634821"/>
                <a:ext cx="641612" cy="70295"/>
              </a:xfrm>
              <a:prstGeom prst="rect">
                <a:avLst/>
              </a:prstGeom>
              <a:gradFill>
                <a:gsLst>
                  <a:gs pos="0">
                    <a:srgbClr val="7F7F7F"/>
                  </a:gs>
                  <a:gs pos="55000">
                    <a:srgbClr val="262626"/>
                  </a:gs>
                  <a:gs pos="100000">
                    <a:schemeClr val="accent3"/>
                  </a:gs>
                </a:gsLst>
                <a:lin ang="10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85" b="0" i="0" u="none" strike="noStrike" cap="none">
                  <a:solidFill>
                    <a:srgbClr val="FFFFFF"/>
                  </a:solidFill>
                  <a:latin typeface="Calibri"/>
                  <a:ea typeface="Calibri"/>
                  <a:cs typeface="Calibri"/>
                  <a:sym typeface="Calibri"/>
                </a:endParaRPr>
              </a:p>
            </p:txBody>
          </p:sp>
        </p:grpSp>
      </p:grpSp>
      <p:sp>
        <p:nvSpPr>
          <p:cNvPr id="77" name="Google Shape;77;p7"/>
          <p:cNvSpPr/>
          <p:nvPr/>
        </p:nvSpPr>
        <p:spPr>
          <a:xfrm rot="-151934">
            <a:off x="2202710" y="754606"/>
            <a:ext cx="8375763" cy="808627"/>
          </a:xfrm>
          <a:prstGeom prst="rect">
            <a:avLst/>
          </a:prstGeom>
          <a:noFill/>
          <a:ln>
            <a:noFill/>
          </a:ln>
        </p:spPr>
        <p:txBody>
          <a:bodyPr spcFirstLastPara="1" wrap="square" lIns="68650" tIns="34325" rIns="68650" bIns="34325" anchor="t" anchorCtr="0">
            <a:noAutofit/>
          </a:bodyPr>
          <a:lstStyle/>
          <a:p>
            <a:pPr lvl="0" algn="ctr"/>
            <a:r>
              <a:rPr lang="ms-MY" sz="2800" b="1" dirty="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PENGHANTARAN</a:t>
            </a:r>
            <a:r>
              <a:rPr lang="it-IT" sz="2800" b="1" dirty="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 RAHSIA RASMI </a:t>
            </a:r>
            <a:endParaRPr sz="2800" dirty="0"/>
          </a:p>
        </p:txBody>
      </p:sp>
      <p:sp>
        <p:nvSpPr>
          <p:cNvPr id="78" name="Google Shape;78;p7"/>
          <p:cNvSpPr/>
          <p:nvPr/>
        </p:nvSpPr>
        <p:spPr>
          <a:xfrm rot="121632">
            <a:off x="3339113" y="2100914"/>
            <a:ext cx="8278966" cy="808627"/>
          </a:xfrm>
          <a:prstGeom prst="rect">
            <a:avLst/>
          </a:prstGeom>
          <a:noFill/>
          <a:ln>
            <a:noFill/>
          </a:ln>
        </p:spPr>
        <p:txBody>
          <a:bodyPr spcFirstLastPara="1" wrap="square" lIns="68650" tIns="34325" rIns="68650" bIns="34325" anchor="t" anchorCtr="0">
            <a:noAutofit/>
          </a:bodyPr>
          <a:lstStyle/>
          <a:p>
            <a:r>
              <a:rPr lang="en-GB" sz="2800" b="1" dirty="0" err="1">
                <a:solidFill>
                  <a:srgbClr val="C00000"/>
                </a:solidFill>
                <a:latin typeface="Tahoma" panose="020B0604030504040204" pitchFamily="34" charset="0"/>
                <a:ea typeface="Tahoma" panose="020B0604030504040204" pitchFamily="34" charset="0"/>
                <a:cs typeface="Tahoma" panose="020B0604030504040204" pitchFamily="34" charset="0"/>
              </a:rPr>
              <a:t>Borang</a:t>
            </a:r>
            <a:r>
              <a:rPr lang="en-GB" sz="2800" b="1" dirty="0">
                <a:solidFill>
                  <a:srgbClr val="C00000"/>
                </a:solidFill>
                <a:latin typeface="Tahoma" panose="020B0604030504040204" pitchFamily="34" charset="0"/>
                <a:ea typeface="Tahoma" panose="020B0604030504040204" pitchFamily="34" charset="0"/>
                <a:cs typeface="Tahoma" panose="020B0604030504040204" pitchFamily="34" charset="0"/>
              </a:rPr>
              <a:t> </a:t>
            </a:r>
            <a:r>
              <a:rPr lang="en-GB" sz="2800" b="1" dirty="0" err="1">
                <a:solidFill>
                  <a:srgbClr val="C00000"/>
                </a:solidFill>
                <a:latin typeface="Tahoma" panose="020B0604030504040204" pitchFamily="34" charset="0"/>
                <a:ea typeface="Tahoma" panose="020B0604030504040204" pitchFamily="34" charset="0"/>
                <a:cs typeface="Tahoma" panose="020B0604030504040204" pitchFamily="34" charset="0"/>
              </a:rPr>
              <a:t>Jadual</a:t>
            </a:r>
            <a:endParaRPr lang="en-GB" sz="2800" b="1" dirty="0">
              <a:latin typeface="Tahoma" panose="020B0604030504040204" pitchFamily="34" charset="0"/>
              <a:ea typeface="Tahoma" panose="020B0604030504040204" pitchFamily="34" charset="0"/>
              <a:cs typeface="Tahoma" panose="020B0604030504040204" pitchFamily="34" charset="0"/>
            </a:endParaRPr>
          </a:p>
        </p:txBody>
      </p:sp>
      <p:pic>
        <p:nvPicPr>
          <p:cNvPr id="79" name="Google Shape;79;p7"/>
          <p:cNvPicPr preferRelativeResize="0"/>
          <p:nvPr/>
        </p:nvPicPr>
        <p:blipFill rotWithShape="1">
          <a:blip r:embed="rId3">
            <a:alphaModFix/>
          </a:blip>
          <a:srcRect l="70214" t="36412" b="35886"/>
          <a:stretch/>
        </p:blipFill>
        <p:spPr>
          <a:xfrm>
            <a:off x="10503118" y="460413"/>
            <a:ext cx="959072" cy="838443"/>
          </a:xfrm>
          <a:prstGeom prst="rect">
            <a:avLst/>
          </a:prstGeom>
          <a:noFill/>
          <a:ln>
            <a:noFill/>
          </a:ln>
        </p:spPr>
      </p:pic>
      <p:pic>
        <p:nvPicPr>
          <p:cNvPr id="80" name="Google Shape;80;p7"/>
          <p:cNvPicPr preferRelativeResize="0"/>
          <p:nvPr/>
        </p:nvPicPr>
        <p:blipFill rotWithShape="1">
          <a:blip r:embed="rId3">
            <a:alphaModFix/>
          </a:blip>
          <a:srcRect l="70513" t="69752" r="-299" b="2546"/>
          <a:stretch/>
        </p:blipFill>
        <p:spPr>
          <a:xfrm>
            <a:off x="11135051" y="1390636"/>
            <a:ext cx="959072" cy="838443"/>
          </a:xfrm>
          <a:prstGeom prst="rect">
            <a:avLst/>
          </a:prstGeom>
          <a:noFill/>
          <a:ln>
            <a:noFill/>
          </a:ln>
        </p:spPr>
      </p:pic>
      <p:pic>
        <p:nvPicPr>
          <p:cNvPr id="81" name="Google Shape;81;p7"/>
          <p:cNvPicPr preferRelativeResize="0"/>
          <p:nvPr/>
        </p:nvPicPr>
        <p:blipFill rotWithShape="1">
          <a:blip r:embed="rId3">
            <a:alphaModFix/>
          </a:blip>
          <a:srcRect l="38111" t="69779" r="32103" b="2520"/>
          <a:stretch/>
        </p:blipFill>
        <p:spPr>
          <a:xfrm>
            <a:off x="10747578" y="3468859"/>
            <a:ext cx="959072" cy="838443"/>
          </a:xfrm>
          <a:prstGeom prst="rect">
            <a:avLst/>
          </a:prstGeom>
          <a:noFill/>
          <a:ln>
            <a:noFill/>
          </a:ln>
        </p:spPr>
      </p:pic>
      <p:sp>
        <p:nvSpPr>
          <p:cNvPr id="82" name="TextBox 81">
            <a:extLst>
              <a:ext uri="{FF2B5EF4-FFF2-40B4-BE49-F238E27FC236}">
                <a16:creationId xmlns="" xmlns:a16="http://schemas.microsoft.com/office/drawing/2014/main" id="{759A48D9-D74F-44C3-87A3-902F76E95A86}"/>
              </a:ext>
            </a:extLst>
          </p:cNvPr>
          <p:cNvSpPr txBox="1"/>
          <p:nvPr/>
        </p:nvSpPr>
        <p:spPr>
          <a:xfrm>
            <a:off x="2184916" y="6167829"/>
            <a:ext cx="6954415" cy="430887"/>
          </a:xfrm>
          <a:prstGeom prst="rect">
            <a:avLst/>
          </a:prstGeom>
          <a:noFill/>
        </p:spPr>
        <p:txBody>
          <a:bodyPr wrap="square">
            <a:spAutoFit/>
          </a:bodyPr>
          <a:lstStyle/>
          <a:p>
            <a:pPr>
              <a:defRPr/>
            </a:pPr>
            <a:r>
              <a:rPr lang="en-US" sz="1100" spc="280" dirty="0"/>
              <a:t>PEJABAT KETUA PEGAWAI KESELAMATAN KERAJAAN MALAYSIA</a:t>
            </a:r>
          </a:p>
          <a:p>
            <a:pPr>
              <a:defRPr/>
            </a:pPr>
            <a:r>
              <a:rPr lang="en-US" sz="1100" spc="280" dirty="0"/>
              <a:t>JABATAN PERDANA MENTERI</a:t>
            </a:r>
          </a:p>
        </p:txBody>
      </p:sp>
      <p:pic>
        <p:nvPicPr>
          <p:cNvPr id="83" name="Picture 82">
            <a:extLst>
              <a:ext uri="{FF2B5EF4-FFF2-40B4-BE49-F238E27FC236}">
                <a16:creationId xmlns="" xmlns:a16="http://schemas.microsoft.com/office/drawing/2014/main" id="{2D532C58-83D0-49E5-9CAC-161218A5A3F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7458" y="5748203"/>
            <a:ext cx="1300637" cy="1042168"/>
          </a:xfrm>
          <a:prstGeom prst="rect">
            <a:avLst/>
          </a:prstGeom>
        </p:spPr>
      </p:pic>
    </p:spTree>
    <p:extLst>
      <p:ext uri="{BB962C8B-B14F-4D97-AF65-F5344CB8AC3E}">
        <p14:creationId xmlns:p14="http://schemas.microsoft.com/office/powerpoint/2010/main" val="2907838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anim calcmode="lin" valueType="num">
                                      <p:cBhvr additive="base">
                                        <p:cTn id="7" dur="500"/>
                                        <p:tgtEl>
                                          <p:spTgt spid="45"/>
                                        </p:tgtEl>
                                        <p:attrNameLst>
                                          <p:attrName>ppt_x</p:attrName>
                                        </p:attrNameLst>
                                      </p:cBhvr>
                                      <p:tavLst>
                                        <p:tav tm="0">
                                          <p:val>
                                            <p:strVal val="#ppt_x-1"/>
                                          </p:val>
                                        </p:tav>
                                        <p:tav tm="100000">
                                          <p:val>
                                            <p:strVal val="#ppt_x"/>
                                          </p:val>
                                        </p:tav>
                                      </p:tavLst>
                                    </p:anim>
                                  </p:childTnLst>
                                </p:cTn>
                              </p:par>
                              <p:par>
                                <p:cTn id="8" presetID="1" presetClass="entr" presetSubtype="0" fill="hold" nodeType="withEffect">
                                  <p:stCondLst>
                                    <p:cond delay="0"/>
                                  </p:stCondLst>
                                  <p:childTnLst>
                                    <p:set>
                                      <p:cBhvr>
                                        <p:cTn id="9" dur="1" fill="hold">
                                          <p:stCondLst>
                                            <p:cond delay="0"/>
                                          </p:stCondLst>
                                        </p:cTn>
                                        <p:tgtEl>
                                          <p:spTgt spid="44"/>
                                        </p:tgtEl>
                                        <p:attrNameLst>
                                          <p:attrName>style.visibility</p:attrName>
                                        </p:attrNameLst>
                                      </p:cBhvr>
                                      <p:to>
                                        <p:strVal val="visible"/>
                                      </p:to>
                                    </p:set>
                                  </p:childTnLst>
                                </p:cTn>
                              </p:par>
                            </p:childTnLst>
                          </p:cTn>
                        </p:par>
                        <p:par>
                          <p:cTn id="10" fill="hold">
                            <p:stCondLst>
                              <p:cond delay="500"/>
                            </p:stCondLst>
                            <p:childTnLst>
                              <p:par>
                                <p:cTn id="11" presetID="23" presetClass="entr" presetSubtype="16" fill="hold" nodeType="afterEffect">
                                  <p:stCondLst>
                                    <p:cond delay="0"/>
                                  </p:stCondLst>
                                  <p:childTnLst>
                                    <p:set>
                                      <p:cBhvr>
                                        <p:cTn id="12" dur="1" fill="hold">
                                          <p:stCondLst>
                                            <p:cond delay="0"/>
                                          </p:stCondLst>
                                        </p:cTn>
                                        <p:tgtEl>
                                          <p:spTgt spid="77"/>
                                        </p:tgtEl>
                                        <p:attrNameLst>
                                          <p:attrName>style.visibility</p:attrName>
                                        </p:attrNameLst>
                                      </p:cBhvr>
                                      <p:to>
                                        <p:strVal val="visible"/>
                                      </p:to>
                                    </p:set>
                                    <p:anim calcmode="lin" valueType="num">
                                      <p:cBhvr additive="base">
                                        <p:cTn id="13" dur="500"/>
                                        <p:tgtEl>
                                          <p:spTgt spid="77"/>
                                        </p:tgtEl>
                                        <p:attrNameLst>
                                          <p:attrName>ppt_w</p:attrName>
                                        </p:attrNameLst>
                                      </p:cBhvr>
                                      <p:tavLst>
                                        <p:tav tm="0">
                                          <p:val>
                                            <p:strVal val="0"/>
                                          </p:val>
                                        </p:tav>
                                        <p:tav tm="100000">
                                          <p:val>
                                            <p:strVal val="#ppt_w"/>
                                          </p:val>
                                        </p:tav>
                                      </p:tavLst>
                                    </p:anim>
                                    <p:anim calcmode="lin" valueType="num">
                                      <p:cBhvr additive="base">
                                        <p:cTn id="14" dur="500"/>
                                        <p:tgtEl>
                                          <p:spTgt spid="77"/>
                                        </p:tgtEl>
                                        <p:attrNameLst>
                                          <p:attrName>ppt_h</p:attrName>
                                        </p:attrNameLst>
                                      </p:cBhvr>
                                      <p:tavLst>
                                        <p:tav tm="0">
                                          <p:val>
                                            <p:strVal val="0"/>
                                          </p:val>
                                        </p:tav>
                                        <p:tav tm="100000">
                                          <p:val>
                                            <p:strVal val="#ppt_h"/>
                                          </p:val>
                                        </p:tav>
                                      </p:tavLst>
                                    </p:anim>
                                  </p:childTnLst>
                                </p:cTn>
                              </p:par>
                            </p:childTnLst>
                          </p:cTn>
                        </p:par>
                        <p:par>
                          <p:cTn id="15" fill="hold">
                            <p:stCondLst>
                              <p:cond delay="1000"/>
                            </p:stCondLst>
                            <p:childTnLst>
                              <p:par>
                                <p:cTn id="16" presetID="10" presetClass="entr" presetSubtype="0" fill="hold" nodeType="afterEffect">
                                  <p:stCondLst>
                                    <p:cond delay="0"/>
                                  </p:stCondLst>
                                  <p:childTnLst>
                                    <p:set>
                                      <p:cBhvr>
                                        <p:cTn id="17" dur="1" fill="hold">
                                          <p:stCondLst>
                                            <p:cond delay="0"/>
                                          </p:stCondLst>
                                        </p:cTn>
                                        <p:tgtEl>
                                          <p:spTgt spid="79"/>
                                        </p:tgtEl>
                                        <p:attrNameLst>
                                          <p:attrName>style.visibility</p:attrName>
                                        </p:attrNameLst>
                                      </p:cBhvr>
                                      <p:to>
                                        <p:strVal val="visible"/>
                                      </p:to>
                                    </p:set>
                                    <p:animEffect transition="in" filter="fade">
                                      <p:cBhvr>
                                        <p:cTn id="18" dur="500"/>
                                        <p:tgtEl>
                                          <p:spTgt spid="79"/>
                                        </p:tgtEl>
                                      </p:cBhvr>
                                    </p:animEffect>
                                  </p:childTnLst>
                                </p:cTn>
                              </p:par>
                              <p:par>
                                <p:cTn id="19" presetID="1" presetClass="entr" presetSubtype="0" fill="hold" nodeType="withEffect">
                                  <p:stCondLst>
                                    <p:cond delay="0"/>
                                  </p:stCondLst>
                                  <p:childTnLst>
                                    <p:set>
                                      <p:cBhvr>
                                        <p:cTn id="20" dur="1" fill="hold">
                                          <p:stCondLst>
                                            <p:cond delay="0"/>
                                          </p:stCondLst>
                                        </p:cTn>
                                        <p:tgtEl>
                                          <p:spTgt spid="40"/>
                                        </p:tgtEl>
                                        <p:attrNameLst>
                                          <p:attrName>style.visibility</p:attrName>
                                        </p:attrNameLst>
                                      </p:cBhvr>
                                      <p:to>
                                        <p:strVal val="visible"/>
                                      </p:to>
                                    </p:set>
                                  </p:childTnLst>
                                </p:cTn>
                              </p:par>
                            </p:childTnLst>
                          </p:cTn>
                        </p:par>
                        <p:par>
                          <p:cTn id="21" fill="hold">
                            <p:stCondLst>
                              <p:cond delay="1500"/>
                            </p:stCondLst>
                            <p:childTnLst>
                              <p:par>
                                <p:cTn id="22" presetID="23" presetClass="entr" presetSubtype="16" fill="hold" nodeType="afterEffect">
                                  <p:stCondLst>
                                    <p:cond delay="0"/>
                                  </p:stCondLst>
                                  <p:childTnLst>
                                    <p:set>
                                      <p:cBhvr>
                                        <p:cTn id="23" dur="1" fill="hold">
                                          <p:stCondLst>
                                            <p:cond delay="0"/>
                                          </p:stCondLst>
                                        </p:cTn>
                                        <p:tgtEl>
                                          <p:spTgt spid="78"/>
                                        </p:tgtEl>
                                        <p:attrNameLst>
                                          <p:attrName>style.visibility</p:attrName>
                                        </p:attrNameLst>
                                      </p:cBhvr>
                                      <p:to>
                                        <p:strVal val="visible"/>
                                      </p:to>
                                    </p:set>
                                    <p:anim calcmode="lin" valueType="num">
                                      <p:cBhvr additive="base">
                                        <p:cTn id="24" dur="500"/>
                                        <p:tgtEl>
                                          <p:spTgt spid="78"/>
                                        </p:tgtEl>
                                        <p:attrNameLst>
                                          <p:attrName>ppt_w</p:attrName>
                                        </p:attrNameLst>
                                      </p:cBhvr>
                                      <p:tavLst>
                                        <p:tav tm="0">
                                          <p:val>
                                            <p:strVal val="0"/>
                                          </p:val>
                                        </p:tav>
                                        <p:tav tm="100000">
                                          <p:val>
                                            <p:strVal val="#ppt_w"/>
                                          </p:val>
                                        </p:tav>
                                      </p:tavLst>
                                    </p:anim>
                                    <p:anim calcmode="lin" valueType="num">
                                      <p:cBhvr additive="base">
                                        <p:cTn id="25" dur="500"/>
                                        <p:tgtEl>
                                          <p:spTgt spid="78"/>
                                        </p:tgtEl>
                                        <p:attrNameLst>
                                          <p:attrName>ppt_h</p:attrName>
                                        </p:attrNameLst>
                                      </p:cBhvr>
                                      <p:tavLst>
                                        <p:tav tm="0">
                                          <p:val>
                                            <p:strVal val="0"/>
                                          </p:val>
                                        </p:tav>
                                        <p:tav tm="100000">
                                          <p:val>
                                            <p:strVal val="#ppt_h"/>
                                          </p:val>
                                        </p:tav>
                                      </p:tavLst>
                                    </p:anim>
                                  </p:childTnLst>
                                </p:cTn>
                              </p:par>
                              <p:par>
                                <p:cTn id="26" presetID="10" presetClass="entr" presetSubtype="0" fill="hold" nodeType="withEffect">
                                  <p:stCondLst>
                                    <p:cond delay="0"/>
                                  </p:stCondLst>
                                  <p:childTnLst>
                                    <p:set>
                                      <p:cBhvr>
                                        <p:cTn id="27" dur="1" fill="hold">
                                          <p:stCondLst>
                                            <p:cond delay="0"/>
                                          </p:stCondLst>
                                        </p:cTn>
                                        <p:tgtEl>
                                          <p:spTgt spid="80"/>
                                        </p:tgtEl>
                                        <p:attrNameLst>
                                          <p:attrName>style.visibility</p:attrName>
                                        </p:attrNameLst>
                                      </p:cBhvr>
                                      <p:to>
                                        <p:strVal val="visible"/>
                                      </p:to>
                                    </p:set>
                                    <p:animEffect transition="in" filter="fade">
                                      <p:cBhvr>
                                        <p:cTn id="28" dur="500"/>
                                        <p:tgtEl>
                                          <p:spTgt spid="80"/>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2" fill="hold" nodeType="clickEffect">
                                  <p:stCondLst>
                                    <p:cond delay="0"/>
                                  </p:stCondLst>
                                  <p:childTnLst>
                                    <p:set>
                                      <p:cBhvr>
                                        <p:cTn id="32" dur="1" fill="hold">
                                          <p:stCondLst>
                                            <p:cond delay="0"/>
                                          </p:stCondLst>
                                        </p:cTn>
                                        <p:tgtEl>
                                          <p:spTgt spid="24"/>
                                        </p:tgtEl>
                                        <p:attrNameLst>
                                          <p:attrName>style.visibility</p:attrName>
                                        </p:attrNameLst>
                                      </p:cBhvr>
                                      <p:to>
                                        <p:strVal val="visible"/>
                                      </p:to>
                                    </p:set>
                                    <p:anim calcmode="lin" valueType="num">
                                      <p:cBhvr additive="base">
                                        <p:cTn id="33" dur="500"/>
                                        <p:tgtEl>
                                          <p:spTgt spid="24"/>
                                        </p:tgtEl>
                                        <p:attrNameLst>
                                          <p:attrName>ppt_x</p:attrName>
                                        </p:attrNameLst>
                                      </p:cBhvr>
                                      <p:tavLst>
                                        <p:tav tm="0">
                                          <p:val>
                                            <p:strVal val="#ppt_x+1"/>
                                          </p:val>
                                        </p:tav>
                                        <p:tav tm="100000">
                                          <p:val>
                                            <p:strVal val="#ppt_x"/>
                                          </p:val>
                                        </p:tav>
                                      </p:tavLst>
                                    </p:anim>
                                  </p:childTnLst>
                                </p:cTn>
                              </p:par>
                              <p:par>
                                <p:cTn id="34" presetID="1" presetClass="entr" presetSubtype="0" fill="hold" nodeType="withEffect">
                                  <p:stCondLst>
                                    <p:cond delay="0"/>
                                  </p:stCondLst>
                                  <p:childTnLst>
                                    <p:set>
                                      <p:cBhvr>
                                        <p:cTn id="35" dur="1" fill="hold">
                                          <p:stCondLst>
                                            <p:cond delay="0"/>
                                          </p:stCondLst>
                                        </p:cTn>
                                        <p:tgtEl>
                                          <p:spTgt spid="23"/>
                                        </p:tgtEl>
                                        <p:attrNameLst>
                                          <p:attrName>style.visibility</p:attrName>
                                        </p:attrNameLst>
                                      </p:cBhvr>
                                      <p:to>
                                        <p:strVal val="visible"/>
                                      </p:to>
                                    </p:set>
                                  </p:childTnLst>
                                </p:cTn>
                              </p:par>
                            </p:childTnLst>
                          </p:cTn>
                        </p:par>
                        <p:par>
                          <p:cTn id="36" fill="hold">
                            <p:stCondLst>
                              <p:cond delay="500"/>
                            </p:stCondLst>
                            <p:childTnLst>
                              <p:par>
                                <p:cTn id="37" presetID="23" presetClass="entr" presetSubtype="16" fill="hold" nodeType="afterEffect">
                                  <p:stCondLst>
                                    <p:cond delay="0"/>
                                  </p:stCondLst>
                                  <p:childTnLst>
                                    <p:set>
                                      <p:cBhvr>
                                        <p:cTn id="38" dur="1" fill="hold">
                                          <p:stCondLst>
                                            <p:cond delay="0"/>
                                          </p:stCondLst>
                                        </p:cTn>
                                        <p:tgtEl>
                                          <p:spTgt spid="27"/>
                                        </p:tgtEl>
                                        <p:attrNameLst>
                                          <p:attrName>style.visibility</p:attrName>
                                        </p:attrNameLst>
                                      </p:cBhvr>
                                      <p:to>
                                        <p:strVal val="visible"/>
                                      </p:to>
                                    </p:set>
                                    <p:anim calcmode="lin" valueType="num">
                                      <p:cBhvr additive="base">
                                        <p:cTn id="39" dur="500"/>
                                        <p:tgtEl>
                                          <p:spTgt spid="27"/>
                                        </p:tgtEl>
                                        <p:attrNameLst>
                                          <p:attrName>ppt_w</p:attrName>
                                        </p:attrNameLst>
                                      </p:cBhvr>
                                      <p:tavLst>
                                        <p:tav tm="0">
                                          <p:val>
                                            <p:strVal val="0"/>
                                          </p:val>
                                        </p:tav>
                                        <p:tav tm="100000">
                                          <p:val>
                                            <p:strVal val="#ppt_w"/>
                                          </p:val>
                                        </p:tav>
                                      </p:tavLst>
                                    </p:anim>
                                    <p:anim calcmode="lin" valueType="num">
                                      <p:cBhvr additive="base">
                                        <p:cTn id="40" dur="500"/>
                                        <p:tgtEl>
                                          <p:spTgt spid="27"/>
                                        </p:tgtEl>
                                        <p:attrNameLst>
                                          <p:attrName>ppt_h</p:attrName>
                                        </p:attrNameLst>
                                      </p:cBhvr>
                                      <p:tavLst>
                                        <p:tav tm="0">
                                          <p:val>
                                            <p:strVal val="0"/>
                                          </p:val>
                                        </p:tav>
                                        <p:tav tm="100000">
                                          <p:val>
                                            <p:strVal val="#ppt_h"/>
                                          </p:val>
                                        </p:tav>
                                      </p:tavLst>
                                    </p:anim>
                                  </p:childTnLst>
                                </p:cTn>
                              </p:par>
                            </p:childTnLst>
                          </p:cTn>
                        </p:par>
                        <p:par>
                          <p:cTn id="41" fill="hold">
                            <p:stCondLst>
                              <p:cond delay="1000"/>
                            </p:stCondLst>
                            <p:childTnLst>
                              <p:par>
                                <p:cTn id="42" presetID="10" presetClass="entr" presetSubtype="0" fill="hold" nodeType="afterEffect">
                                  <p:stCondLst>
                                    <p:cond delay="0"/>
                                  </p:stCondLst>
                                  <p:childTnLst>
                                    <p:set>
                                      <p:cBhvr>
                                        <p:cTn id="43" dur="1" fill="hold">
                                          <p:stCondLst>
                                            <p:cond delay="0"/>
                                          </p:stCondLst>
                                        </p:cTn>
                                        <p:tgtEl>
                                          <p:spTgt spid="28"/>
                                        </p:tgtEl>
                                        <p:attrNameLst>
                                          <p:attrName>style.visibility</p:attrName>
                                        </p:attrNameLst>
                                      </p:cBhvr>
                                      <p:to>
                                        <p:strVal val="visible"/>
                                      </p:to>
                                    </p:set>
                                    <p:animEffect transition="in" filter="fade">
                                      <p:cBhvr>
                                        <p:cTn id="44" dur="500"/>
                                        <p:tgtEl>
                                          <p:spTgt spid="28"/>
                                        </p:tgtEl>
                                      </p:cBhvr>
                                    </p:animEffect>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nodeType="clickEffect">
                                  <p:stCondLst>
                                    <p:cond delay="0"/>
                                  </p:stCondLst>
                                  <p:childTnLst>
                                    <p:set>
                                      <p:cBhvr>
                                        <p:cTn id="48" dur="1" fill="hold">
                                          <p:stCondLst>
                                            <p:cond delay="0"/>
                                          </p:stCondLst>
                                        </p:cTn>
                                        <p:tgtEl>
                                          <p:spTgt spid="36"/>
                                        </p:tgtEl>
                                        <p:attrNameLst>
                                          <p:attrName>style.visibility</p:attrName>
                                        </p:attrNameLst>
                                      </p:cBhvr>
                                      <p:to>
                                        <p:strVal val="visible"/>
                                      </p:to>
                                    </p:set>
                                    <p:anim calcmode="lin" valueType="num">
                                      <p:cBhvr additive="base">
                                        <p:cTn id="49" dur="500"/>
                                        <p:tgtEl>
                                          <p:spTgt spid="36"/>
                                        </p:tgtEl>
                                        <p:attrNameLst>
                                          <p:attrName>ppt_x</p:attrName>
                                        </p:attrNameLst>
                                      </p:cBhvr>
                                      <p:tavLst>
                                        <p:tav tm="0">
                                          <p:val>
                                            <p:strVal val="#ppt_x-1"/>
                                          </p:val>
                                        </p:tav>
                                        <p:tav tm="100000">
                                          <p:val>
                                            <p:strVal val="#ppt_x"/>
                                          </p:val>
                                        </p:tav>
                                      </p:tavLst>
                                    </p:anim>
                                  </p:childTnLst>
                                </p:cTn>
                              </p:par>
                              <p:par>
                                <p:cTn id="50" presetID="1" presetClass="entr" presetSubtype="0" fill="hold" nodeType="withEffect">
                                  <p:stCondLst>
                                    <p:cond delay="0"/>
                                  </p:stCondLst>
                                  <p:childTnLst>
                                    <p:set>
                                      <p:cBhvr>
                                        <p:cTn id="51" dur="1" fill="hold">
                                          <p:stCondLst>
                                            <p:cond delay="0"/>
                                          </p:stCondLst>
                                        </p:cTn>
                                        <p:tgtEl>
                                          <p:spTgt spid="35"/>
                                        </p:tgtEl>
                                        <p:attrNameLst>
                                          <p:attrName>style.visibility</p:attrName>
                                        </p:attrNameLst>
                                      </p:cBhvr>
                                      <p:to>
                                        <p:strVal val="visible"/>
                                      </p:to>
                                    </p:set>
                                  </p:childTnLst>
                                </p:cTn>
                              </p:par>
                            </p:childTnLst>
                          </p:cTn>
                        </p:par>
                        <p:par>
                          <p:cTn id="52" fill="hold">
                            <p:stCondLst>
                              <p:cond delay="500"/>
                            </p:stCondLst>
                            <p:childTnLst>
                              <p:par>
                                <p:cTn id="53" presetID="23" presetClass="entr" presetSubtype="16" fill="hold" nodeType="afterEffect">
                                  <p:stCondLst>
                                    <p:cond delay="0"/>
                                  </p:stCondLst>
                                  <p:childTnLst>
                                    <p:set>
                                      <p:cBhvr>
                                        <p:cTn id="54" dur="1" fill="hold">
                                          <p:stCondLst>
                                            <p:cond delay="0"/>
                                          </p:stCondLst>
                                        </p:cTn>
                                        <p:tgtEl>
                                          <p:spTgt spid="39"/>
                                        </p:tgtEl>
                                        <p:attrNameLst>
                                          <p:attrName>style.visibility</p:attrName>
                                        </p:attrNameLst>
                                      </p:cBhvr>
                                      <p:to>
                                        <p:strVal val="visible"/>
                                      </p:to>
                                    </p:set>
                                    <p:anim calcmode="lin" valueType="num">
                                      <p:cBhvr additive="base">
                                        <p:cTn id="55" dur="500"/>
                                        <p:tgtEl>
                                          <p:spTgt spid="39"/>
                                        </p:tgtEl>
                                        <p:attrNameLst>
                                          <p:attrName>ppt_w</p:attrName>
                                        </p:attrNameLst>
                                      </p:cBhvr>
                                      <p:tavLst>
                                        <p:tav tm="0">
                                          <p:val>
                                            <p:strVal val="0"/>
                                          </p:val>
                                        </p:tav>
                                        <p:tav tm="100000">
                                          <p:val>
                                            <p:strVal val="#ppt_w"/>
                                          </p:val>
                                        </p:tav>
                                      </p:tavLst>
                                    </p:anim>
                                    <p:anim calcmode="lin" valueType="num">
                                      <p:cBhvr additive="base">
                                        <p:cTn id="56" dur="500"/>
                                        <p:tgtEl>
                                          <p:spTgt spid="39"/>
                                        </p:tgtEl>
                                        <p:attrNameLst>
                                          <p:attrName>ppt_h</p:attrName>
                                        </p:attrNameLst>
                                      </p:cBhvr>
                                      <p:tavLst>
                                        <p:tav tm="0">
                                          <p:val>
                                            <p:strVal val="0"/>
                                          </p:val>
                                        </p:tav>
                                        <p:tav tm="100000">
                                          <p:val>
                                            <p:strVal val="#ppt_h"/>
                                          </p:val>
                                        </p:tav>
                                      </p:tavLst>
                                    </p:anim>
                                  </p:childTnLst>
                                </p:cTn>
                              </p:par>
                            </p:childTnLst>
                          </p:cTn>
                        </p:par>
                        <p:par>
                          <p:cTn id="57" fill="hold">
                            <p:stCondLst>
                              <p:cond delay="1000"/>
                            </p:stCondLst>
                            <p:childTnLst>
                              <p:par>
                                <p:cTn id="58" presetID="10" presetClass="entr" presetSubtype="0" fill="hold" nodeType="afterEffect">
                                  <p:stCondLst>
                                    <p:cond delay="0"/>
                                  </p:stCondLst>
                                  <p:childTnLst>
                                    <p:set>
                                      <p:cBhvr>
                                        <p:cTn id="59" dur="1" fill="hold">
                                          <p:stCondLst>
                                            <p:cond delay="0"/>
                                          </p:stCondLst>
                                        </p:cTn>
                                        <p:tgtEl>
                                          <p:spTgt spid="81"/>
                                        </p:tgtEl>
                                        <p:attrNameLst>
                                          <p:attrName>style.visibility</p:attrName>
                                        </p:attrNameLst>
                                      </p:cBhvr>
                                      <p:to>
                                        <p:strVal val="visible"/>
                                      </p:to>
                                    </p:set>
                                    <p:animEffect transition="in" filter="fade">
                                      <p:cBhvr>
                                        <p:cTn id="60" dur="500"/>
                                        <p:tgtEl>
                                          <p:spTgt spid="81"/>
                                        </p:tgtEl>
                                      </p:cBhvr>
                                    </p:animEffect>
                                  </p:childTnLst>
                                </p:cTn>
                              </p:par>
                            </p:childTnLst>
                          </p:cTn>
                        </p:par>
                      </p:childTnLst>
                    </p:cTn>
                  </p:par>
                  <p:par>
                    <p:cTn id="61" fill="hold">
                      <p:stCondLst>
                        <p:cond delay="indefinite"/>
                      </p:stCondLst>
                      <p:childTnLst>
                        <p:par>
                          <p:cTn id="62" fill="hold">
                            <p:stCondLst>
                              <p:cond delay="0"/>
                            </p:stCondLst>
                            <p:childTnLst>
                              <p:par>
                                <p:cTn id="63" presetID="2" presetClass="entr" presetSubtype="8" fill="hold" nodeType="clickEffect">
                                  <p:stCondLst>
                                    <p:cond delay="0"/>
                                  </p:stCondLst>
                                  <p:childTnLst>
                                    <p:set>
                                      <p:cBhvr>
                                        <p:cTn id="64" dur="1" fill="hold">
                                          <p:stCondLst>
                                            <p:cond delay="0"/>
                                          </p:stCondLst>
                                        </p:cTn>
                                        <p:tgtEl>
                                          <p:spTgt spid="30"/>
                                        </p:tgtEl>
                                        <p:attrNameLst>
                                          <p:attrName>style.visibility</p:attrName>
                                        </p:attrNameLst>
                                      </p:cBhvr>
                                      <p:to>
                                        <p:strVal val="visible"/>
                                      </p:to>
                                    </p:set>
                                    <p:anim calcmode="lin" valueType="num">
                                      <p:cBhvr additive="base">
                                        <p:cTn id="65" dur="500"/>
                                        <p:tgtEl>
                                          <p:spTgt spid="30"/>
                                        </p:tgtEl>
                                        <p:attrNameLst>
                                          <p:attrName>ppt_x</p:attrName>
                                        </p:attrNameLst>
                                      </p:cBhvr>
                                      <p:tavLst>
                                        <p:tav tm="0">
                                          <p:val>
                                            <p:strVal val="#ppt_x-1"/>
                                          </p:val>
                                        </p:tav>
                                        <p:tav tm="100000">
                                          <p:val>
                                            <p:strVal val="#ppt_x"/>
                                          </p:val>
                                        </p:tav>
                                      </p:tavLst>
                                    </p:anim>
                                  </p:childTnLst>
                                </p:cTn>
                              </p:par>
                              <p:par>
                                <p:cTn id="66" presetID="1" presetClass="entr" presetSubtype="0" fill="hold" nodeType="withEffect">
                                  <p:stCondLst>
                                    <p:cond delay="0"/>
                                  </p:stCondLst>
                                  <p:childTnLst>
                                    <p:set>
                                      <p:cBhvr>
                                        <p:cTn id="67" dur="1" fill="hold">
                                          <p:stCondLst>
                                            <p:cond delay="0"/>
                                          </p:stCondLst>
                                        </p:cTn>
                                        <p:tgtEl>
                                          <p:spTgt spid="29"/>
                                        </p:tgtEl>
                                        <p:attrNameLst>
                                          <p:attrName>style.visibility</p:attrName>
                                        </p:attrNameLst>
                                      </p:cBhvr>
                                      <p:to>
                                        <p:strVal val="visible"/>
                                      </p:to>
                                    </p:set>
                                  </p:childTnLst>
                                </p:cTn>
                              </p:par>
                            </p:childTnLst>
                          </p:cTn>
                        </p:par>
                        <p:par>
                          <p:cTn id="68" fill="hold">
                            <p:stCondLst>
                              <p:cond delay="500"/>
                            </p:stCondLst>
                            <p:childTnLst>
                              <p:par>
                                <p:cTn id="69" presetID="23" presetClass="entr" presetSubtype="16" fill="hold" nodeType="afterEffect">
                                  <p:stCondLst>
                                    <p:cond delay="0"/>
                                  </p:stCondLst>
                                  <p:childTnLst>
                                    <p:set>
                                      <p:cBhvr>
                                        <p:cTn id="70" dur="1" fill="hold">
                                          <p:stCondLst>
                                            <p:cond delay="0"/>
                                          </p:stCondLst>
                                        </p:cTn>
                                        <p:tgtEl>
                                          <p:spTgt spid="33"/>
                                        </p:tgtEl>
                                        <p:attrNameLst>
                                          <p:attrName>style.visibility</p:attrName>
                                        </p:attrNameLst>
                                      </p:cBhvr>
                                      <p:to>
                                        <p:strVal val="visible"/>
                                      </p:to>
                                    </p:set>
                                    <p:anim calcmode="lin" valueType="num">
                                      <p:cBhvr additive="base">
                                        <p:cTn id="71" dur="500"/>
                                        <p:tgtEl>
                                          <p:spTgt spid="33"/>
                                        </p:tgtEl>
                                        <p:attrNameLst>
                                          <p:attrName>ppt_w</p:attrName>
                                        </p:attrNameLst>
                                      </p:cBhvr>
                                      <p:tavLst>
                                        <p:tav tm="0">
                                          <p:val>
                                            <p:strVal val="0"/>
                                          </p:val>
                                        </p:tav>
                                        <p:tav tm="100000">
                                          <p:val>
                                            <p:strVal val="#ppt_w"/>
                                          </p:val>
                                        </p:tav>
                                      </p:tavLst>
                                    </p:anim>
                                    <p:anim calcmode="lin" valueType="num">
                                      <p:cBhvr additive="base">
                                        <p:cTn id="72" dur="500"/>
                                        <p:tgtEl>
                                          <p:spTgt spid="33"/>
                                        </p:tgtEl>
                                        <p:attrNameLst>
                                          <p:attrName>ppt_h</p:attrName>
                                        </p:attrNameLst>
                                      </p:cBhvr>
                                      <p:tavLst>
                                        <p:tav tm="0">
                                          <p:val>
                                            <p:strVal val="0"/>
                                          </p:val>
                                        </p:tav>
                                        <p:tav tm="100000">
                                          <p:val>
                                            <p:strVal val="#ppt_h"/>
                                          </p:val>
                                        </p:tav>
                                      </p:tavLst>
                                    </p:anim>
                                  </p:childTnLst>
                                </p:cTn>
                              </p:par>
                            </p:childTnLst>
                          </p:cTn>
                        </p:par>
                        <p:par>
                          <p:cTn id="73" fill="hold">
                            <p:stCondLst>
                              <p:cond delay="1000"/>
                            </p:stCondLst>
                            <p:childTnLst>
                              <p:par>
                                <p:cTn id="74" presetID="10" presetClass="entr" presetSubtype="0" fill="hold" nodeType="afterEffect">
                                  <p:stCondLst>
                                    <p:cond delay="0"/>
                                  </p:stCondLst>
                                  <p:childTnLst>
                                    <p:set>
                                      <p:cBhvr>
                                        <p:cTn id="75" dur="1" fill="hold">
                                          <p:stCondLst>
                                            <p:cond delay="0"/>
                                          </p:stCondLst>
                                        </p:cTn>
                                        <p:tgtEl>
                                          <p:spTgt spid="34"/>
                                        </p:tgtEl>
                                        <p:attrNameLst>
                                          <p:attrName>style.visibility</p:attrName>
                                        </p:attrNameLst>
                                      </p:cBhvr>
                                      <p:to>
                                        <p:strVal val="visible"/>
                                      </p:to>
                                    </p:set>
                                    <p:animEffect transition="in" filter="fade">
                                      <p:cBhvr>
                                        <p:cTn id="76" dur="500"/>
                                        <p:tgtEl>
                                          <p:spTgt spid="34"/>
                                        </p:tgtEl>
                                      </p:cBhvr>
                                    </p:animEffect>
                                  </p:childTnLst>
                                </p:cTn>
                              </p:par>
                            </p:childTnLst>
                          </p:cTn>
                        </p:par>
                      </p:childTnLst>
                    </p:cTn>
                  </p:par>
                  <p:par>
                    <p:cTn id="77" fill="hold">
                      <p:stCondLst>
                        <p:cond delay="indefinite"/>
                      </p:stCondLst>
                      <p:childTnLst>
                        <p:par>
                          <p:cTn id="78" fill="hold">
                            <p:stCondLst>
                              <p:cond delay="0"/>
                            </p:stCondLst>
                            <p:childTnLst>
                              <p:par>
                                <p:cTn id="79" presetID="2" presetClass="entr" presetSubtype="8" fill="hold" nodeType="clickEffect">
                                  <p:stCondLst>
                                    <p:cond delay="0"/>
                                  </p:stCondLst>
                                  <p:childTnLst>
                                    <p:set>
                                      <p:cBhvr>
                                        <p:cTn id="80" dur="1" fill="hold">
                                          <p:stCondLst>
                                            <p:cond delay="0"/>
                                          </p:stCondLst>
                                        </p:cTn>
                                        <p:tgtEl>
                                          <p:spTgt spid="48"/>
                                        </p:tgtEl>
                                        <p:attrNameLst>
                                          <p:attrName>style.visibility</p:attrName>
                                        </p:attrNameLst>
                                      </p:cBhvr>
                                      <p:to>
                                        <p:strVal val="visible"/>
                                      </p:to>
                                    </p:set>
                                    <p:anim calcmode="lin" valueType="num">
                                      <p:cBhvr additive="base">
                                        <p:cTn id="81" dur="500"/>
                                        <p:tgtEl>
                                          <p:spTgt spid="48"/>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Google Shape;23;p7"/>
          <p:cNvSpPr/>
          <p:nvPr/>
        </p:nvSpPr>
        <p:spPr>
          <a:xfrm rot="-273566" flipH="1">
            <a:off x="3672993" y="3281123"/>
            <a:ext cx="4116508" cy="1015663"/>
          </a:xfrm>
          <a:custGeom>
            <a:avLst/>
            <a:gdLst/>
            <a:ahLst/>
            <a:cxnLst/>
            <a:rect l="l" t="t" r="r" b="b"/>
            <a:pathLst>
              <a:path w="11047" h="13401" extrusionOk="0">
                <a:moveTo>
                  <a:pt x="0" y="13401"/>
                </a:moveTo>
                <a:lnTo>
                  <a:pt x="2437" y="0"/>
                </a:lnTo>
                <a:cubicBezTo>
                  <a:pt x="5298" y="900"/>
                  <a:pt x="8159" y="58"/>
                  <a:pt x="11047" y="261"/>
                </a:cubicBezTo>
                <a:cubicBezTo>
                  <a:pt x="10973" y="2287"/>
                  <a:pt x="10474" y="4575"/>
                  <a:pt x="10400" y="6601"/>
                </a:cubicBezTo>
                <a:lnTo>
                  <a:pt x="0" y="13401"/>
                </a:lnTo>
                <a:close/>
              </a:path>
            </a:pathLst>
          </a:custGeom>
          <a:gradFill>
            <a:gsLst>
              <a:gs pos="0">
                <a:srgbClr val="0C0C0C"/>
              </a:gs>
              <a:gs pos="48000">
                <a:srgbClr val="4D585E"/>
              </a:gs>
              <a:gs pos="100000">
                <a:srgbClr val="8F9AA2"/>
              </a:gs>
            </a:gsLst>
            <a:path path="circle">
              <a:fillToRect l="100000" b="100000"/>
            </a:path>
            <a:tileRect t="-100000" r="-10000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grpSp>
        <p:nvGrpSpPr>
          <p:cNvPr id="24" name="Google Shape;24;p7"/>
          <p:cNvGrpSpPr/>
          <p:nvPr/>
        </p:nvGrpSpPr>
        <p:grpSpPr>
          <a:xfrm rot="-1333280" flipH="1">
            <a:off x="810422" y="1518547"/>
            <a:ext cx="9814616" cy="2382456"/>
            <a:chOff x="4957206" y="-539820"/>
            <a:chExt cx="4086625" cy="2547144"/>
          </a:xfrm>
        </p:grpSpPr>
        <p:sp>
          <p:nvSpPr>
            <p:cNvPr id="25" name="Google Shape;25;p7"/>
            <p:cNvSpPr/>
            <p:nvPr/>
          </p:nvSpPr>
          <p:spPr>
            <a:xfrm rot="20392142">
              <a:off x="4957206" y="1084639"/>
              <a:ext cx="4086625" cy="922685"/>
            </a:xfrm>
            <a:prstGeom prst="rect">
              <a:avLst/>
            </a:prstGeom>
            <a:gradFill>
              <a:gsLst>
                <a:gs pos="0">
                  <a:srgbClr val="2CB2E5"/>
                </a:gs>
                <a:gs pos="100000">
                  <a:srgbClr val="13607B"/>
                </a:gs>
              </a:gsLst>
              <a:lin ang="0" scaled="0"/>
            </a:gradFill>
            <a:ln>
              <a:noFill/>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b="0" i="0" u="none" strike="noStrike" cap="none">
                <a:solidFill>
                  <a:srgbClr val="757070"/>
                </a:solidFill>
                <a:latin typeface="Calibri"/>
                <a:ea typeface="Calibri"/>
                <a:cs typeface="Calibri"/>
                <a:sym typeface="Calibri"/>
              </a:endParaRPr>
            </a:p>
          </p:txBody>
        </p:sp>
        <p:sp>
          <p:nvSpPr>
            <p:cNvPr id="26" name="Google Shape;26;p7"/>
            <p:cNvSpPr/>
            <p:nvPr/>
          </p:nvSpPr>
          <p:spPr>
            <a:xfrm rot="-1207858">
              <a:off x="8528312" y="-539820"/>
              <a:ext cx="402920" cy="914475"/>
            </a:xfrm>
            <a:prstGeom prst="rect">
              <a:avLst/>
            </a:prstGeom>
            <a:gradFill>
              <a:gsLst>
                <a:gs pos="0">
                  <a:srgbClr val="282828"/>
                </a:gs>
                <a:gs pos="3000">
                  <a:srgbClr val="282828"/>
                </a:gs>
                <a:gs pos="100000">
                  <a:srgbClr val="4A4A4A"/>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dirty="0"/>
            </a:p>
          </p:txBody>
        </p:sp>
      </p:grpSp>
      <p:sp>
        <p:nvSpPr>
          <p:cNvPr id="27" name="Google Shape;27;p7"/>
          <p:cNvSpPr/>
          <p:nvPr/>
        </p:nvSpPr>
        <p:spPr>
          <a:xfrm rot="-151934">
            <a:off x="3327582" y="3082710"/>
            <a:ext cx="7576146" cy="808627"/>
          </a:xfrm>
          <a:prstGeom prst="rect">
            <a:avLst/>
          </a:prstGeom>
          <a:noFill/>
          <a:ln>
            <a:noFill/>
          </a:ln>
        </p:spPr>
        <p:txBody>
          <a:bodyPr spcFirstLastPara="1" wrap="square" lIns="68650" tIns="34325" rIns="68650" bIns="34325" anchor="t" anchorCtr="0">
            <a:noAutofit/>
          </a:bodyPr>
          <a:lstStyle/>
          <a:p>
            <a:pPr algn="just"/>
            <a:endParaRPr lang="it-IT" dirty="0">
              <a:latin typeface="Tahoma" panose="020B0604030504040204" pitchFamily="34" charset="0"/>
              <a:ea typeface="Tahoma" panose="020B0604030504040204" pitchFamily="34" charset="0"/>
              <a:cs typeface="Tahoma" panose="020B0604030504040204" pitchFamily="34" charset="0"/>
            </a:endParaRPr>
          </a:p>
        </p:txBody>
      </p:sp>
      <p:pic>
        <p:nvPicPr>
          <p:cNvPr id="28" name="Google Shape;28;p7"/>
          <p:cNvPicPr preferRelativeResize="0"/>
          <p:nvPr/>
        </p:nvPicPr>
        <p:blipFill rotWithShape="1">
          <a:blip r:embed="rId3">
            <a:alphaModFix/>
          </a:blip>
          <a:srcRect l="37304" t="36746" r="32910" b="35552"/>
          <a:stretch/>
        </p:blipFill>
        <p:spPr>
          <a:xfrm>
            <a:off x="11152730" y="2767778"/>
            <a:ext cx="959072" cy="838443"/>
          </a:xfrm>
          <a:prstGeom prst="rect">
            <a:avLst/>
          </a:prstGeom>
          <a:noFill/>
          <a:ln>
            <a:noFill/>
          </a:ln>
        </p:spPr>
      </p:pic>
      <p:sp>
        <p:nvSpPr>
          <p:cNvPr id="29" name="Google Shape;29;p7"/>
          <p:cNvSpPr/>
          <p:nvPr/>
        </p:nvSpPr>
        <p:spPr>
          <a:xfrm rot="-273566" flipH="1">
            <a:off x="3947835" y="5255157"/>
            <a:ext cx="4116508" cy="1015663"/>
          </a:xfrm>
          <a:custGeom>
            <a:avLst/>
            <a:gdLst/>
            <a:ahLst/>
            <a:cxnLst/>
            <a:rect l="l" t="t" r="r" b="b"/>
            <a:pathLst>
              <a:path w="11047" h="13401" extrusionOk="0">
                <a:moveTo>
                  <a:pt x="0" y="13401"/>
                </a:moveTo>
                <a:lnTo>
                  <a:pt x="2437" y="0"/>
                </a:lnTo>
                <a:cubicBezTo>
                  <a:pt x="5298" y="900"/>
                  <a:pt x="8159" y="58"/>
                  <a:pt x="11047" y="261"/>
                </a:cubicBezTo>
                <a:cubicBezTo>
                  <a:pt x="10973" y="2287"/>
                  <a:pt x="10474" y="4575"/>
                  <a:pt x="10400" y="6601"/>
                </a:cubicBezTo>
                <a:lnTo>
                  <a:pt x="0" y="13401"/>
                </a:lnTo>
                <a:close/>
              </a:path>
            </a:pathLst>
          </a:custGeom>
          <a:gradFill>
            <a:gsLst>
              <a:gs pos="0">
                <a:srgbClr val="0C0C0C"/>
              </a:gs>
              <a:gs pos="48000">
                <a:srgbClr val="4D585E"/>
              </a:gs>
              <a:gs pos="100000">
                <a:srgbClr val="6D7980">
                  <a:alpha val="52941"/>
                </a:srgbClr>
              </a:gs>
            </a:gsLst>
            <a:path path="circle">
              <a:fillToRect l="100000" b="100000"/>
            </a:path>
            <a:tileRect t="-100000" r="-10000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grpSp>
        <p:nvGrpSpPr>
          <p:cNvPr id="30" name="Google Shape;30;p7"/>
          <p:cNvGrpSpPr/>
          <p:nvPr/>
        </p:nvGrpSpPr>
        <p:grpSpPr>
          <a:xfrm rot="-1333280" flipH="1">
            <a:off x="1009560" y="3821723"/>
            <a:ext cx="9826060" cy="2364792"/>
            <a:chOff x="4937580" y="-732651"/>
            <a:chExt cx="4091390" cy="2528260"/>
          </a:xfrm>
        </p:grpSpPr>
        <p:sp>
          <p:nvSpPr>
            <p:cNvPr id="31" name="Google Shape;31;p7"/>
            <p:cNvSpPr/>
            <p:nvPr/>
          </p:nvSpPr>
          <p:spPr>
            <a:xfrm rot="20392142">
              <a:off x="4937580" y="872924"/>
              <a:ext cx="4091390" cy="922685"/>
            </a:xfrm>
            <a:prstGeom prst="rect">
              <a:avLst/>
            </a:prstGeom>
            <a:gradFill>
              <a:gsLst>
                <a:gs pos="0">
                  <a:srgbClr val="E65246"/>
                </a:gs>
                <a:gs pos="100000">
                  <a:srgbClr val="7E2626"/>
                </a:gs>
              </a:gsLst>
              <a:lin ang="0" scaled="0"/>
            </a:gradFill>
            <a:ln>
              <a:noFill/>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b="0" i="0" u="none" strike="noStrike" cap="none" dirty="0">
                <a:solidFill>
                  <a:srgbClr val="757070"/>
                </a:solidFill>
                <a:latin typeface="Calibri"/>
                <a:ea typeface="Calibri"/>
                <a:cs typeface="Calibri"/>
                <a:sym typeface="Calibri"/>
              </a:endParaRPr>
            </a:p>
          </p:txBody>
        </p:sp>
        <p:sp>
          <p:nvSpPr>
            <p:cNvPr id="32" name="Google Shape;32;p7"/>
            <p:cNvSpPr/>
            <p:nvPr/>
          </p:nvSpPr>
          <p:spPr>
            <a:xfrm rot="20392142">
              <a:off x="8492079" y="-732651"/>
              <a:ext cx="402920" cy="914475"/>
            </a:xfrm>
            <a:prstGeom prst="rect">
              <a:avLst/>
            </a:prstGeom>
            <a:gradFill>
              <a:gsLst>
                <a:gs pos="0">
                  <a:srgbClr val="282828"/>
                </a:gs>
                <a:gs pos="3000">
                  <a:srgbClr val="282828"/>
                </a:gs>
                <a:gs pos="100000">
                  <a:srgbClr val="4A4A4A"/>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b="1" i="0" u="none" strike="noStrike" cap="none" dirty="0">
                  <a:solidFill>
                    <a:srgbClr val="FFFFFF"/>
                  </a:solidFill>
                  <a:latin typeface="Calibri"/>
                  <a:ea typeface="Calibri"/>
                  <a:cs typeface="Calibri"/>
                  <a:sym typeface="Calibri"/>
                </a:rPr>
                <a:t>04</a:t>
              </a:r>
              <a:endParaRPr dirty="0"/>
            </a:p>
          </p:txBody>
        </p:sp>
      </p:grpSp>
      <p:sp>
        <p:nvSpPr>
          <p:cNvPr id="33" name="Google Shape;33;p7"/>
          <p:cNvSpPr/>
          <p:nvPr/>
        </p:nvSpPr>
        <p:spPr>
          <a:xfrm rot="-151934">
            <a:off x="3317957" y="5155164"/>
            <a:ext cx="7435950" cy="808627"/>
          </a:xfrm>
          <a:prstGeom prst="rect">
            <a:avLst/>
          </a:prstGeom>
          <a:noFill/>
          <a:ln>
            <a:noFill/>
          </a:ln>
        </p:spPr>
        <p:txBody>
          <a:bodyPr spcFirstLastPara="1" wrap="square" lIns="68650" tIns="34325" rIns="68650" bIns="34325" anchor="t" anchorCtr="0">
            <a:noAutofit/>
          </a:bodyPr>
          <a:lstStyle/>
          <a:p>
            <a:pPr algn="just"/>
            <a:endParaRPr lang="it-IT" dirty="0">
              <a:latin typeface="Tahoma" panose="020B0604030504040204" pitchFamily="34" charset="0"/>
              <a:ea typeface="Tahoma" panose="020B0604030504040204" pitchFamily="34" charset="0"/>
              <a:cs typeface="Tahoma" panose="020B0604030504040204" pitchFamily="34" charset="0"/>
            </a:endParaRPr>
          </a:p>
        </p:txBody>
      </p:sp>
      <p:pic>
        <p:nvPicPr>
          <p:cNvPr id="34" name="Google Shape;34;p7"/>
          <p:cNvPicPr preferRelativeResize="0"/>
          <p:nvPr/>
        </p:nvPicPr>
        <p:blipFill rotWithShape="1">
          <a:blip r:embed="rId3">
            <a:alphaModFix/>
          </a:blip>
          <a:srcRect l="2960" t="37016" r="67254" b="35283"/>
          <a:stretch/>
        </p:blipFill>
        <p:spPr>
          <a:xfrm>
            <a:off x="11087410" y="5090448"/>
            <a:ext cx="959072" cy="838443"/>
          </a:xfrm>
          <a:prstGeom prst="rect">
            <a:avLst/>
          </a:prstGeom>
          <a:noFill/>
          <a:ln>
            <a:noFill/>
          </a:ln>
        </p:spPr>
      </p:pic>
      <p:sp>
        <p:nvSpPr>
          <p:cNvPr id="35" name="Google Shape;35;p7"/>
          <p:cNvSpPr/>
          <p:nvPr/>
        </p:nvSpPr>
        <p:spPr>
          <a:xfrm flipH="1">
            <a:off x="4057470" y="4453156"/>
            <a:ext cx="4116508" cy="1015663"/>
          </a:xfrm>
          <a:custGeom>
            <a:avLst/>
            <a:gdLst/>
            <a:ahLst/>
            <a:cxnLst/>
            <a:rect l="l" t="t" r="r" b="b"/>
            <a:pathLst>
              <a:path w="11047" h="13401" extrusionOk="0">
                <a:moveTo>
                  <a:pt x="0" y="13401"/>
                </a:moveTo>
                <a:lnTo>
                  <a:pt x="2437" y="0"/>
                </a:lnTo>
                <a:cubicBezTo>
                  <a:pt x="5298" y="900"/>
                  <a:pt x="8159" y="58"/>
                  <a:pt x="11047" y="261"/>
                </a:cubicBezTo>
                <a:cubicBezTo>
                  <a:pt x="10973" y="2287"/>
                  <a:pt x="10474" y="4575"/>
                  <a:pt x="10400" y="6601"/>
                </a:cubicBezTo>
                <a:lnTo>
                  <a:pt x="0" y="13401"/>
                </a:lnTo>
                <a:close/>
              </a:path>
            </a:pathLst>
          </a:custGeom>
          <a:gradFill>
            <a:gsLst>
              <a:gs pos="0">
                <a:srgbClr val="0C0C0C"/>
              </a:gs>
              <a:gs pos="48000">
                <a:srgbClr val="000000">
                  <a:alpha val="65882"/>
                </a:srgbClr>
              </a:gs>
              <a:gs pos="100000">
                <a:srgbClr val="8F9AA2">
                  <a:alpha val="16862"/>
                </a:srgbClr>
              </a:gs>
            </a:gsLst>
            <a:path path="circle">
              <a:fillToRect l="100000" b="100000"/>
            </a:path>
            <a:tileRect t="-100000" r="-10000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grpSp>
        <p:nvGrpSpPr>
          <p:cNvPr id="36" name="Google Shape;36;p7"/>
          <p:cNvGrpSpPr/>
          <p:nvPr/>
        </p:nvGrpSpPr>
        <p:grpSpPr>
          <a:xfrm rot="-1059714" flipH="1">
            <a:off x="1303111" y="2609292"/>
            <a:ext cx="10423245" cy="2403774"/>
            <a:chOff x="4700331" y="-539728"/>
            <a:chExt cx="4340048" cy="2569936"/>
          </a:xfrm>
        </p:grpSpPr>
        <p:sp>
          <p:nvSpPr>
            <p:cNvPr id="37" name="Google Shape;37;p7"/>
            <p:cNvSpPr/>
            <p:nvPr/>
          </p:nvSpPr>
          <p:spPr>
            <a:xfrm rot="20392142">
              <a:off x="4700331" y="1107523"/>
              <a:ext cx="4340048" cy="922685"/>
            </a:xfrm>
            <a:prstGeom prst="rect">
              <a:avLst/>
            </a:prstGeom>
            <a:gradFill>
              <a:gsLst>
                <a:gs pos="0">
                  <a:srgbClr val="3ECA67"/>
                </a:gs>
                <a:gs pos="100000">
                  <a:srgbClr val="19572C"/>
                </a:gs>
              </a:gsLst>
              <a:lin ang="0" scaled="0"/>
            </a:gradFill>
            <a:ln>
              <a:noFill/>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b="0" i="0" u="none" strike="noStrike" cap="none">
                <a:solidFill>
                  <a:srgbClr val="757070"/>
                </a:solidFill>
                <a:latin typeface="Calibri"/>
                <a:ea typeface="Calibri"/>
                <a:cs typeface="Calibri"/>
                <a:sym typeface="Calibri"/>
              </a:endParaRPr>
            </a:p>
          </p:txBody>
        </p:sp>
        <p:sp>
          <p:nvSpPr>
            <p:cNvPr id="38" name="Google Shape;38;p7"/>
            <p:cNvSpPr/>
            <p:nvPr/>
          </p:nvSpPr>
          <p:spPr>
            <a:xfrm rot="-1207858">
              <a:off x="8528213" y="-539728"/>
              <a:ext cx="402920" cy="914475"/>
            </a:xfrm>
            <a:prstGeom prst="rect">
              <a:avLst/>
            </a:prstGeom>
            <a:gradFill>
              <a:gsLst>
                <a:gs pos="0">
                  <a:srgbClr val="282828"/>
                </a:gs>
                <a:gs pos="3000">
                  <a:srgbClr val="282828"/>
                </a:gs>
                <a:gs pos="100000">
                  <a:srgbClr val="4A4A4A"/>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b="1" i="0" u="none" strike="noStrike" cap="none" dirty="0">
                  <a:solidFill>
                    <a:srgbClr val="FFFFFF"/>
                  </a:solidFill>
                  <a:latin typeface="Calibri"/>
                  <a:ea typeface="Calibri"/>
                  <a:cs typeface="Calibri"/>
                  <a:sym typeface="Calibri"/>
                </a:rPr>
                <a:t>03</a:t>
              </a:r>
              <a:endParaRPr dirty="0"/>
            </a:p>
          </p:txBody>
        </p:sp>
      </p:grpSp>
      <p:sp>
        <p:nvSpPr>
          <p:cNvPr id="39" name="Google Shape;39;p7"/>
          <p:cNvSpPr/>
          <p:nvPr/>
        </p:nvSpPr>
        <p:spPr>
          <a:xfrm rot="121632">
            <a:off x="3247842" y="4122485"/>
            <a:ext cx="8692683" cy="1203032"/>
          </a:xfrm>
          <a:prstGeom prst="rect">
            <a:avLst/>
          </a:prstGeom>
          <a:noFill/>
          <a:ln>
            <a:noFill/>
          </a:ln>
        </p:spPr>
        <p:txBody>
          <a:bodyPr spcFirstLastPara="1" wrap="square" lIns="68650" tIns="34325" rIns="68650" bIns="34325" anchor="t" anchorCtr="0">
            <a:noAutofit/>
          </a:bodyPr>
          <a:lstStyle/>
          <a:p>
            <a:pPr algn="just"/>
            <a:r>
              <a:rPr lang="it-IT" dirty="0">
                <a:latin typeface="Tahoma" panose="020B0604030504040204" pitchFamily="34" charset="0"/>
                <a:ea typeface="Tahoma" panose="020B0604030504040204" pitchFamily="34" charset="0"/>
                <a:cs typeface="Tahoma" panose="020B0604030504040204" pitchFamily="34" charset="0"/>
              </a:rPr>
              <a:t>Resit akuan yang telah diterima balik hendaklah dilekatkan kepada salinan Borang Jadual berkenaan dan boleh dibinasakan selepas tempoh enam bulan.</a:t>
            </a:r>
            <a:endParaRPr lang="en-MY" dirty="0">
              <a:latin typeface="Tahoma" panose="020B0604030504040204" pitchFamily="34" charset="0"/>
              <a:ea typeface="Tahoma" panose="020B0604030504040204" pitchFamily="34" charset="0"/>
              <a:cs typeface="Tahoma" panose="020B0604030504040204" pitchFamily="34" charset="0"/>
            </a:endParaRPr>
          </a:p>
        </p:txBody>
      </p:sp>
      <p:sp>
        <p:nvSpPr>
          <p:cNvPr id="40" name="Google Shape;40;p7"/>
          <p:cNvSpPr/>
          <p:nvPr/>
        </p:nvSpPr>
        <p:spPr>
          <a:xfrm flipH="1">
            <a:off x="4090360" y="2366614"/>
            <a:ext cx="4116508" cy="1015663"/>
          </a:xfrm>
          <a:custGeom>
            <a:avLst/>
            <a:gdLst/>
            <a:ahLst/>
            <a:cxnLst/>
            <a:rect l="l" t="t" r="r" b="b"/>
            <a:pathLst>
              <a:path w="11047" h="13401" extrusionOk="0">
                <a:moveTo>
                  <a:pt x="0" y="13401"/>
                </a:moveTo>
                <a:lnTo>
                  <a:pt x="2437" y="0"/>
                </a:lnTo>
                <a:cubicBezTo>
                  <a:pt x="5298" y="900"/>
                  <a:pt x="8159" y="58"/>
                  <a:pt x="11047" y="261"/>
                </a:cubicBezTo>
                <a:cubicBezTo>
                  <a:pt x="10973" y="2287"/>
                  <a:pt x="10474" y="4575"/>
                  <a:pt x="10400" y="6601"/>
                </a:cubicBezTo>
                <a:lnTo>
                  <a:pt x="0" y="13401"/>
                </a:lnTo>
                <a:close/>
              </a:path>
            </a:pathLst>
          </a:custGeom>
          <a:gradFill>
            <a:gsLst>
              <a:gs pos="0">
                <a:srgbClr val="0C0C0C"/>
              </a:gs>
              <a:gs pos="48000">
                <a:srgbClr val="000000">
                  <a:alpha val="65882"/>
                </a:srgbClr>
              </a:gs>
              <a:gs pos="100000">
                <a:srgbClr val="8F9AA2">
                  <a:alpha val="16862"/>
                </a:srgbClr>
              </a:gs>
            </a:gsLst>
            <a:path path="circle">
              <a:fillToRect l="100000" b="100000"/>
            </a:path>
            <a:tileRect t="-100000" r="-10000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42" name="Google Shape;42;p7"/>
          <p:cNvSpPr/>
          <p:nvPr/>
        </p:nvSpPr>
        <p:spPr>
          <a:xfrm rot="148144" flipH="1">
            <a:off x="1336168" y="1947873"/>
            <a:ext cx="10266979" cy="863028"/>
          </a:xfrm>
          <a:prstGeom prst="rect">
            <a:avLst/>
          </a:prstGeom>
          <a:gradFill>
            <a:gsLst>
              <a:gs pos="0">
                <a:srgbClr val="FEB932"/>
              </a:gs>
              <a:gs pos="100000">
                <a:srgbClr val="C1581D"/>
              </a:gs>
            </a:gsLst>
            <a:lin ang="0" scaled="0"/>
          </a:gradFill>
          <a:ln>
            <a:noFill/>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b="0" i="0" u="none" strike="noStrike" cap="none">
              <a:solidFill>
                <a:srgbClr val="757070"/>
              </a:solidFill>
              <a:latin typeface="Calibri"/>
              <a:ea typeface="Calibri"/>
              <a:cs typeface="Calibri"/>
              <a:sym typeface="Calibri"/>
            </a:endParaRPr>
          </a:p>
        </p:txBody>
      </p:sp>
      <p:sp>
        <p:nvSpPr>
          <p:cNvPr id="44" name="Google Shape;44;p7"/>
          <p:cNvSpPr/>
          <p:nvPr/>
        </p:nvSpPr>
        <p:spPr>
          <a:xfrm rot="-273566" flipH="1">
            <a:off x="3672993" y="1137011"/>
            <a:ext cx="4116508" cy="1015663"/>
          </a:xfrm>
          <a:custGeom>
            <a:avLst/>
            <a:gdLst/>
            <a:ahLst/>
            <a:cxnLst/>
            <a:rect l="l" t="t" r="r" b="b"/>
            <a:pathLst>
              <a:path w="11047" h="13401" extrusionOk="0">
                <a:moveTo>
                  <a:pt x="0" y="13401"/>
                </a:moveTo>
                <a:lnTo>
                  <a:pt x="2437" y="0"/>
                </a:lnTo>
                <a:cubicBezTo>
                  <a:pt x="5298" y="900"/>
                  <a:pt x="8159" y="58"/>
                  <a:pt x="11047" y="261"/>
                </a:cubicBezTo>
                <a:cubicBezTo>
                  <a:pt x="10973" y="2287"/>
                  <a:pt x="10474" y="4575"/>
                  <a:pt x="10400" y="6601"/>
                </a:cubicBezTo>
                <a:lnTo>
                  <a:pt x="0" y="13401"/>
                </a:lnTo>
                <a:close/>
              </a:path>
            </a:pathLst>
          </a:custGeom>
          <a:gradFill>
            <a:gsLst>
              <a:gs pos="0">
                <a:srgbClr val="0C0C0C"/>
              </a:gs>
              <a:gs pos="48000">
                <a:srgbClr val="4D585E"/>
              </a:gs>
              <a:gs pos="100000">
                <a:srgbClr val="8F9AA2"/>
              </a:gs>
            </a:gsLst>
            <a:path path="circle">
              <a:fillToRect l="100000" b="100000"/>
            </a:path>
            <a:tileRect t="-100000" r="-10000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grpSp>
        <p:nvGrpSpPr>
          <p:cNvPr id="45" name="Google Shape;45;p7"/>
          <p:cNvGrpSpPr/>
          <p:nvPr/>
        </p:nvGrpSpPr>
        <p:grpSpPr>
          <a:xfrm rot="-1333280" flipH="1">
            <a:off x="663346" y="-545601"/>
            <a:ext cx="9026254" cy="2248146"/>
            <a:chOff x="5275438" y="-541266"/>
            <a:chExt cx="3758366" cy="2403548"/>
          </a:xfrm>
        </p:grpSpPr>
        <p:sp>
          <p:nvSpPr>
            <p:cNvPr id="46" name="Google Shape;46;p7"/>
            <p:cNvSpPr/>
            <p:nvPr/>
          </p:nvSpPr>
          <p:spPr>
            <a:xfrm rot="20392142">
              <a:off x="5275438" y="939597"/>
              <a:ext cx="3758366" cy="922685"/>
            </a:xfrm>
            <a:prstGeom prst="rect">
              <a:avLst/>
            </a:prstGeom>
            <a:gradFill>
              <a:gsLst>
                <a:gs pos="0">
                  <a:srgbClr val="E42E69"/>
                </a:gs>
                <a:gs pos="100000">
                  <a:srgbClr val="901C40"/>
                </a:gs>
              </a:gsLst>
              <a:lin ang="0" scaled="0"/>
            </a:gradFill>
            <a:ln>
              <a:noFill/>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b="0" i="0" u="none" strike="noStrike" cap="none">
                <a:solidFill>
                  <a:srgbClr val="757070"/>
                </a:solidFill>
                <a:latin typeface="Calibri"/>
                <a:ea typeface="Calibri"/>
                <a:cs typeface="Calibri"/>
                <a:sym typeface="Calibri"/>
              </a:endParaRPr>
            </a:p>
          </p:txBody>
        </p:sp>
        <p:sp>
          <p:nvSpPr>
            <p:cNvPr id="47" name="Google Shape;47;p7"/>
            <p:cNvSpPr/>
            <p:nvPr/>
          </p:nvSpPr>
          <p:spPr>
            <a:xfrm rot="-1207858">
              <a:off x="8528599" y="-541266"/>
              <a:ext cx="402920" cy="922640"/>
            </a:xfrm>
            <a:prstGeom prst="rect">
              <a:avLst/>
            </a:prstGeom>
            <a:gradFill>
              <a:gsLst>
                <a:gs pos="0">
                  <a:srgbClr val="282828"/>
                </a:gs>
                <a:gs pos="3000">
                  <a:srgbClr val="282828"/>
                </a:gs>
                <a:gs pos="100000">
                  <a:srgbClr val="4A4A4A"/>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dirty="0"/>
            </a:p>
          </p:txBody>
        </p:sp>
      </p:grpSp>
      <p:grpSp>
        <p:nvGrpSpPr>
          <p:cNvPr id="48" name="Google Shape;48;p7"/>
          <p:cNvGrpSpPr/>
          <p:nvPr/>
        </p:nvGrpSpPr>
        <p:grpSpPr>
          <a:xfrm>
            <a:off x="2372189" y="326455"/>
            <a:ext cx="960150" cy="6204241"/>
            <a:chOff x="7635546" y="1505862"/>
            <a:chExt cx="644928" cy="3726643"/>
          </a:xfrm>
        </p:grpSpPr>
        <p:grpSp>
          <p:nvGrpSpPr>
            <p:cNvPr id="49" name="Google Shape;49;p7"/>
            <p:cNvGrpSpPr/>
            <p:nvPr/>
          </p:nvGrpSpPr>
          <p:grpSpPr>
            <a:xfrm>
              <a:off x="7655506" y="2808678"/>
              <a:ext cx="607331" cy="2423827"/>
              <a:chOff x="2700879" y="1478500"/>
              <a:chExt cx="482093" cy="1843943"/>
            </a:xfrm>
          </p:grpSpPr>
          <p:sp>
            <p:nvSpPr>
              <p:cNvPr id="50" name="Google Shape;50;p7"/>
              <p:cNvSpPr/>
              <p:nvPr/>
            </p:nvSpPr>
            <p:spPr>
              <a:xfrm rot="10800000" flipH="1">
                <a:off x="2700879" y="1478500"/>
                <a:ext cx="482093" cy="1834742"/>
              </a:xfrm>
              <a:custGeom>
                <a:avLst/>
                <a:gdLst/>
                <a:ahLst/>
                <a:cxnLst/>
                <a:rect l="l" t="t" r="r" b="b"/>
                <a:pathLst>
                  <a:path w="940813" h="3496036" extrusionOk="0">
                    <a:moveTo>
                      <a:pt x="0" y="3496036"/>
                    </a:moveTo>
                    <a:lnTo>
                      <a:pt x="940535" y="3496036"/>
                    </a:lnTo>
                    <a:lnTo>
                      <a:pt x="940535" y="887080"/>
                    </a:lnTo>
                    <a:lnTo>
                      <a:pt x="940813" y="887080"/>
                    </a:lnTo>
                    <a:lnTo>
                      <a:pt x="470407" y="0"/>
                    </a:lnTo>
                    <a:lnTo>
                      <a:pt x="139" y="886818"/>
                    </a:lnTo>
                    <a:lnTo>
                      <a:pt x="0" y="886818"/>
                    </a:lnTo>
                    <a:lnTo>
                      <a:pt x="0" y="887080"/>
                    </a:lnTo>
                    <a:close/>
                  </a:path>
                </a:pathLst>
              </a:custGeom>
              <a:gradFill>
                <a:gsLst>
                  <a:gs pos="0">
                    <a:srgbClr val="FDE2C5"/>
                  </a:gs>
                  <a:gs pos="57000">
                    <a:srgbClr val="E8A374"/>
                  </a:gs>
                  <a:gs pos="73000">
                    <a:srgbClr val="C37E45"/>
                  </a:gs>
                  <a:gs pos="94631">
                    <a:srgbClr val="F1BF99"/>
                  </a:gs>
                  <a:gs pos="100000">
                    <a:srgbClr val="F1BF99"/>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85" b="0" i="0" u="none" strike="noStrike" cap="none">
                  <a:solidFill>
                    <a:srgbClr val="FFFFFF"/>
                  </a:solidFill>
                  <a:latin typeface="Calibri"/>
                  <a:ea typeface="Calibri"/>
                  <a:cs typeface="Calibri"/>
                  <a:sym typeface="Calibri"/>
                </a:endParaRPr>
              </a:p>
            </p:txBody>
          </p:sp>
          <p:sp>
            <p:nvSpPr>
              <p:cNvPr id="51" name="Google Shape;51;p7"/>
              <p:cNvSpPr/>
              <p:nvPr/>
            </p:nvSpPr>
            <p:spPr>
              <a:xfrm>
                <a:off x="2873754" y="3173373"/>
                <a:ext cx="109461" cy="116951"/>
              </a:xfrm>
              <a:custGeom>
                <a:avLst/>
                <a:gdLst/>
                <a:ahLst/>
                <a:cxnLst/>
                <a:rect l="l" t="t" r="r" b="b"/>
                <a:pathLst>
                  <a:path w="206467" h="177143" extrusionOk="0">
                    <a:moveTo>
                      <a:pt x="0" y="0"/>
                    </a:moveTo>
                    <a:lnTo>
                      <a:pt x="206467" y="177143"/>
                    </a:lnTo>
                    <a:lnTo>
                      <a:pt x="206467" y="177143"/>
                    </a:lnTo>
                    <a:lnTo>
                      <a:pt x="0" y="0"/>
                    </a:lnTo>
                    <a:lnTo>
                      <a:pt x="0" y="0"/>
                    </a:lnTo>
                    <a:close/>
                  </a:path>
                </a:pathLst>
              </a:custGeom>
              <a:gradFill>
                <a:gsLst>
                  <a:gs pos="0">
                    <a:srgbClr val="866CAF"/>
                  </a:gs>
                  <a:gs pos="100000">
                    <a:srgbClr val="9B89C0"/>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85" b="0" i="0" u="none" strike="noStrike" cap="none">
                  <a:solidFill>
                    <a:srgbClr val="FFFFFF"/>
                  </a:solidFill>
                  <a:latin typeface="Calibri"/>
                  <a:ea typeface="Calibri"/>
                  <a:cs typeface="Calibri"/>
                  <a:sym typeface="Calibri"/>
                </a:endParaRPr>
              </a:p>
            </p:txBody>
          </p:sp>
          <p:sp>
            <p:nvSpPr>
              <p:cNvPr id="52" name="Google Shape;52;p7"/>
              <p:cNvSpPr/>
              <p:nvPr/>
            </p:nvSpPr>
            <p:spPr>
              <a:xfrm rot="10800000" flipH="1">
                <a:off x="2861078" y="3166736"/>
                <a:ext cx="156913" cy="155707"/>
              </a:xfrm>
              <a:custGeom>
                <a:avLst/>
                <a:gdLst/>
                <a:ahLst/>
                <a:cxnLst/>
                <a:rect l="l" t="t" r="r" b="b"/>
                <a:pathLst>
                  <a:path w="227006" h="195768" extrusionOk="0">
                    <a:moveTo>
                      <a:pt x="0" y="195768"/>
                    </a:moveTo>
                    <a:lnTo>
                      <a:pt x="227006" y="195768"/>
                    </a:lnTo>
                    <a:lnTo>
                      <a:pt x="113503" y="0"/>
                    </a:lnTo>
                    <a:close/>
                  </a:path>
                </a:pathLst>
              </a:custGeom>
              <a:gradFill>
                <a:gsLst>
                  <a:gs pos="0">
                    <a:srgbClr val="0C0C0C"/>
                  </a:gs>
                  <a:gs pos="18000">
                    <a:srgbClr val="0C0C0C"/>
                  </a:gs>
                  <a:gs pos="49000">
                    <a:srgbClr val="3F3F3F"/>
                  </a:gs>
                  <a:gs pos="77000">
                    <a:schemeClr val="dk1"/>
                  </a:gs>
                  <a:gs pos="100000">
                    <a:schemeClr val="dk1"/>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85" b="0" i="0" u="none" strike="noStrike" cap="none">
                  <a:solidFill>
                    <a:srgbClr val="FFFFFF"/>
                  </a:solidFill>
                  <a:latin typeface="Calibri"/>
                  <a:ea typeface="Calibri"/>
                  <a:cs typeface="Calibri"/>
                  <a:sym typeface="Calibri"/>
                </a:endParaRPr>
              </a:p>
            </p:txBody>
          </p:sp>
        </p:grpSp>
        <p:grpSp>
          <p:nvGrpSpPr>
            <p:cNvPr id="53" name="Google Shape;53;p7"/>
            <p:cNvGrpSpPr/>
            <p:nvPr/>
          </p:nvGrpSpPr>
          <p:grpSpPr>
            <a:xfrm flipH="1">
              <a:off x="7654600" y="2488591"/>
              <a:ext cx="609948" cy="2134066"/>
              <a:chOff x="3835539" y="97456"/>
              <a:chExt cx="499930" cy="5386032"/>
            </a:xfrm>
          </p:grpSpPr>
          <p:grpSp>
            <p:nvGrpSpPr>
              <p:cNvPr id="54" name="Google Shape;54;p7"/>
              <p:cNvGrpSpPr/>
              <p:nvPr/>
            </p:nvGrpSpPr>
            <p:grpSpPr>
              <a:xfrm>
                <a:off x="3835539" y="4084854"/>
                <a:ext cx="499930" cy="1398634"/>
                <a:chOff x="2689204" y="1450752"/>
                <a:chExt cx="499930" cy="1398634"/>
              </a:xfrm>
            </p:grpSpPr>
            <p:sp>
              <p:nvSpPr>
                <p:cNvPr id="55" name="Google Shape;55;p7"/>
                <p:cNvSpPr/>
                <p:nvPr/>
              </p:nvSpPr>
              <p:spPr>
                <a:xfrm>
                  <a:off x="2821221" y="1450752"/>
                  <a:ext cx="241840" cy="1364199"/>
                </a:xfrm>
                <a:custGeom>
                  <a:avLst/>
                  <a:gdLst/>
                  <a:ahLst/>
                  <a:cxnLst/>
                  <a:rect l="l" t="t" r="r" b="b"/>
                  <a:pathLst>
                    <a:path w="451189" h="2225348" extrusionOk="0">
                      <a:moveTo>
                        <a:pt x="0" y="0"/>
                      </a:moveTo>
                      <a:lnTo>
                        <a:pt x="451189" y="0"/>
                      </a:lnTo>
                      <a:lnTo>
                        <a:pt x="451189" y="2038397"/>
                      </a:lnTo>
                      <a:lnTo>
                        <a:pt x="447870" y="2035549"/>
                      </a:lnTo>
                      <a:lnTo>
                        <a:pt x="226652" y="2225348"/>
                      </a:lnTo>
                      <a:lnTo>
                        <a:pt x="206467" y="2225348"/>
                      </a:lnTo>
                      <a:lnTo>
                        <a:pt x="0" y="2048205"/>
                      </a:lnTo>
                      <a:lnTo>
                        <a:pt x="0" y="0"/>
                      </a:lnTo>
                      <a:close/>
                    </a:path>
                  </a:pathLst>
                </a:custGeom>
                <a:solidFill>
                  <a:srgbClr val="E39F2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85" b="0" i="0" u="none" strike="noStrike" cap="none">
                    <a:solidFill>
                      <a:srgbClr val="FFFFFF"/>
                    </a:solidFill>
                    <a:latin typeface="Calibri"/>
                    <a:ea typeface="Calibri"/>
                    <a:cs typeface="Calibri"/>
                    <a:sym typeface="Calibri"/>
                  </a:endParaRPr>
                </a:p>
              </p:txBody>
            </p:sp>
            <p:sp>
              <p:nvSpPr>
                <p:cNvPr id="56" name="Google Shape;56;p7"/>
                <p:cNvSpPr/>
                <p:nvPr/>
              </p:nvSpPr>
              <p:spPr>
                <a:xfrm>
                  <a:off x="2689204" y="1450752"/>
                  <a:ext cx="132017" cy="1398634"/>
                </a:xfrm>
                <a:custGeom>
                  <a:avLst/>
                  <a:gdLst/>
                  <a:ahLst/>
                  <a:cxnLst/>
                  <a:rect l="l" t="t" r="r" b="b"/>
                  <a:pathLst>
                    <a:path w="244673" h="2118481" extrusionOk="0">
                      <a:moveTo>
                        <a:pt x="0" y="0"/>
                      </a:moveTo>
                      <a:lnTo>
                        <a:pt x="244673" y="0"/>
                      </a:lnTo>
                      <a:lnTo>
                        <a:pt x="244673" y="1899082"/>
                      </a:lnTo>
                      <a:lnTo>
                        <a:pt x="232036" y="1886445"/>
                      </a:lnTo>
                      <a:lnTo>
                        <a:pt x="0" y="2118481"/>
                      </a:lnTo>
                      <a:close/>
                    </a:path>
                  </a:pathLst>
                </a:custGeom>
                <a:solidFill>
                  <a:srgbClr val="A8753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85" b="0" i="0" u="none" strike="noStrike" cap="none">
                    <a:solidFill>
                      <a:srgbClr val="FFFFFF"/>
                    </a:solidFill>
                    <a:latin typeface="Calibri"/>
                    <a:ea typeface="Calibri"/>
                    <a:cs typeface="Calibri"/>
                    <a:sym typeface="Calibri"/>
                  </a:endParaRPr>
                </a:p>
              </p:txBody>
            </p:sp>
            <p:sp>
              <p:nvSpPr>
                <p:cNvPr id="57" name="Google Shape;57;p7"/>
                <p:cNvSpPr/>
                <p:nvPr/>
              </p:nvSpPr>
              <p:spPr>
                <a:xfrm flipH="1">
                  <a:off x="3059417" y="1450752"/>
                  <a:ext cx="129717" cy="1398634"/>
                </a:xfrm>
                <a:custGeom>
                  <a:avLst/>
                  <a:gdLst/>
                  <a:ahLst/>
                  <a:cxnLst/>
                  <a:rect l="l" t="t" r="r" b="b"/>
                  <a:pathLst>
                    <a:path w="244673" h="2118481" extrusionOk="0">
                      <a:moveTo>
                        <a:pt x="0" y="0"/>
                      </a:moveTo>
                      <a:lnTo>
                        <a:pt x="244673" y="0"/>
                      </a:lnTo>
                      <a:lnTo>
                        <a:pt x="244673" y="1899082"/>
                      </a:lnTo>
                      <a:lnTo>
                        <a:pt x="232036" y="1886445"/>
                      </a:lnTo>
                      <a:lnTo>
                        <a:pt x="0" y="2118481"/>
                      </a:lnTo>
                      <a:close/>
                    </a:path>
                  </a:pathLst>
                </a:custGeom>
                <a:solidFill>
                  <a:srgbClr val="FEF7B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85" b="0" i="0" u="none" strike="noStrike" cap="none">
                    <a:solidFill>
                      <a:srgbClr val="FFFFFF"/>
                    </a:solidFill>
                    <a:latin typeface="Calibri"/>
                    <a:ea typeface="Calibri"/>
                    <a:cs typeface="Calibri"/>
                    <a:sym typeface="Calibri"/>
                  </a:endParaRPr>
                </a:p>
              </p:txBody>
            </p:sp>
          </p:grpSp>
          <p:grpSp>
            <p:nvGrpSpPr>
              <p:cNvPr id="58" name="Google Shape;58;p7"/>
              <p:cNvGrpSpPr/>
              <p:nvPr/>
            </p:nvGrpSpPr>
            <p:grpSpPr>
              <a:xfrm>
                <a:off x="3836436" y="97456"/>
                <a:ext cx="498638" cy="4725966"/>
                <a:chOff x="2687893" y="1450752"/>
                <a:chExt cx="498638" cy="1398634"/>
              </a:xfrm>
            </p:grpSpPr>
            <p:sp>
              <p:nvSpPr>
                <p:cNvPr id="59" name="Google Shape;59;p7"/>
                <p:cNvSpPr/>
                <p:nvPr/>
              </p:nvSpPr>
              <p:spPr>
                <a:xfrm>
                  <a:off x="2817610" y="1450752"/>
                  <a:ext cx="239204" cy="1364198"/>
                </a:xfrm>
                <a:custGeom>
                  <a:avLst/>
                  <a:gdLst/>
                  <a:ahLst/>
                  <a:cxnLst/>
                  <a:rect l="l" t="t" r="r" b="b"/>
                  <a:pathLst>
                    <a:path w="451189" h="2225348" extrusionOk="0">
                      <a:moveTo>
                        <a:pt x="0" y="0"/>
                      </a:moveTo>
                      <a:lnTo>
                        <a:pt x="451189" y="0"/>
                      </a:lnTo>
                      <a:lnTo>
                        <a:pt x="451189" y="2038397"/>
                      </a:lnTo>
                      <a:lnTo>
                        <a:pt x="447870" y="2035549"/>
                      </a:lnTo>
                      <a:lnTo>
                        <a:pt x="226652" y="2225348"/>
                      </a:lnTo>
                      <a:lnTo>
                        <a:pt x="206467" y="2225348"/>
                      </a:lnTo>
                      <a:lnTo>
                        <a:pt x="0" y="2048205"/>
                      </a:lnTo>
                      <a:lnTo>
                        <a:pt x="0" y="0"/>
                      </a:lnTo>
                      <a:close/>
                    </a:path>
                  </a:pathLst>
                </a:custGeom>
                <a:solidFill>
                  <a:srgbClr val="E39F2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85" b="0" i="0" u="none" strike="noStrike" cap="none">
                    <a:solidFill>
                      <a:srgbClr val="FFFFFF"/>
                    </a:solidFill>
                    <a:latin typeface="Calibri"/>
                    <a:ea typeface="Calibri"/>
                    <a:cs typeface="Calibri"/>
                    <a:sym typeface="Calibri"/>
                  </a:endParaRPr>
                </a:p>
              </p:txBody>
            </p:sp>
            <p:sp>
              <p:nvSpPr>
                <p:cNvPr id="60" name="Google Shape;60;p7"/>
                <p:cNvSpPr/>
                <p:nvPr/>
              </p:nvSpPr>
              <p:spPr>
                <a:xfrm>
                  <a:off x="2687893" y="1450752"/>
                  <a:ext cx="129717" cy="1398634"/>
                </a:xfrm>
                <a:custGeom>
                  <a:avLst/>
                  <a:gdLst/>
                  <a:ahLst/>
                  <a:cxnLst/>
                  <a:rect l="l" t="t" r="r" b="b"/>
                  <a:pathLst>
                    <a:path w="244673" h="2118481" extrusionOk="0">
                      <a:moveTo>
                        <a:pt x="0" y="0"/>
                      </a:moveTo>
                      <a:lnTo>
                        <a:pt x="244673" y="0"/>
                      </a:lnTo>
                      <a:lnTo>
                        <a:pt x="244673" y="1899082"/>
                      </a:lnTo>
                      <a:lnTo>
                        <a:pt x="232036" y="1886445"/>
                      </a:lnTo>
                      <a:lnTo>
                        <a:pt x="0" y="2118481"/>
                      </a:lnTo>
                      <a:close/>
                    </a:path>
                  </a:pathLst>
                </a:custGeom>
                <a:solidFill>
                  <a:srgbClr val="A8753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85" b="0" i="0" u="none" strike="noStrike" cap="none">
                    <a:solidFill>
                      <a:srgbClr val="FFFFFF"/>
                    </a:solidFill>
                    <a:latin typeface="Calibri"/>
                    <a:ea typeface="Calibri"/>
                    <a:cs typeface="Calibri"/>
                    <a:sym typeface="Calibri"/>
                  </a:endParaRPr>
                </a:p>
              </p:txBody>
            </p:sp>
            <p:sp>
              <p:nvSpPr>
                <p:cNvPr id="61" name="Google Shape;61;p7"/>
                <p:cNvSpPr/>
                <p:nvPr/>
              </p:nvSpPr>
              <p:spPr>
                <a:xfrm flipH="1">
                  <a:off x="3056814" y="1450752"/>
                  <a:ext cx="129717" cy="1398634"/>
                </a:xfrm>
                <a:custGeom>
                  <a:avLst/>
                  <a:gdLst/>
                  <a:ahLst/>
                  <a:cxnLst/>
                  <a:rect l="l" t="t" r="r" b="b"/>
                  <a:pathLst>
                    <a:path w="244673" h="2118481" extrusionOk="0">
                      <a:moveTo>
                        <a:pt x="0" y="0"/>
                      </a:moveTo>
                      <a:lnTo>
                        <a:pt x="244673" y="0"/>
                      </a:lnTo>
                      <a:lnTo>
                        <a:pt x="244673" y="1899082"/>
                      </a:lnTo>
                      <a:lnTo>
                        <a:pt x="232036" y="1886445"/>
                      </a:lnTo>
                      <a:lnTo>
                        <a:pt x="0" y="2118481"/>
                      </a:lnTo>
                      <a:close/>
                    </a:path>
                  </a:pathLst>
                </a:custGeom>
                <a:solidFill>
                  <a:srgbClr val="FEF7B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85" b="0" i="0" u="none" strike="noStrike" cap="none">
                    <a:solidFill>
                      <a:srgbClr val="FFFFFF"/>
                    </a:solidFill>
                    <a:latin typeface="Calibri"/>
                    <a:ea typeface="Calibri"/>
                    <a:cs typeface="Calibri"/>
                    <a:sym typeface="Calibri"/>
                  </a:endParaRPr>
                </a:p>
              </p:txBody>
            </p:sp>
          </p:grpSp>
        </p:grpSp>
        <p:grpSp>
          <p:nvGrpSpPr>
            <p:cNvPr id="62" name="Google Shape;62;p7"/>
            <p:cNvGrpSpPr/>
            <p:nvPr/>
          </p:nvGrpSpPr>
          <p:grpSpPr>
            <a:xfrm>
              <a:off x="7635546" y="1505862"/>
              <a:ext cx="644928" cy="1008823"/>
              <a:chOff x="8917444" y="2861502"/>
              <a:chExt cx="644928" cy="1008823"/>
            </a:xfrm>
          </p:grpSpPr>
          <p:sp>
            <p:nvSpPr>
              <p:cNvPr id="63" name="Google Shape;63;p7"/>
              <p:cNvSpPr/>
              <p:nvPr/>
            </p:nvSpPr>
            <p:spPr>
              <a:xfrm>
                <a:off x="8963554" y="2861502"/>
                <a:ext cx="560792" cy="272882"/>
              </a:xfrm>
              <a:prstGeom prst="roundRect">
                <a:avLst>
                  <a:gd name="adj" fmla="val 16667"/>
                </a:avLst>
              </a:prstGeom>
              <a:gradFill>
                <a:gsLst>
                  <a:gs pos="0">
                    <a:srgbClr val="B4B4B4"/>
                  </a:gs>
                  <a:gs pos="46000">
                    <a:srgbClr val="EBEBEB"/>
                  </a:gs>
                  <a:gs pos="67000">
                    <a:srgbClr val="D2D2D2"/>
                  </a:gs>
                  <a:gs pos="100000">
                    <a:srgbClr val="D2D2D2"/>
                  </a:gs>
                </a:gsLst>
                <a:lin ang="10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85" b="0" i="0" u="none" strike="noStrike" cap="none">
                  <a:solidFill>
                    <a:srgbClr val="FFFFFF"/>
                  </a:solidFill>
                  <a:latin typeface="Calibri"/>
                  <a:ea typeface="Calibri"/>
                  <a:cs typeface="Calibri"/>
                  <a:sym typeface="Calibri"/>
                </a:endParaRPr>
              </a:p>
            </p:txBody>
          </p:sp>
          <p:sp>
            <p:nvSpPr>
              <p:cNvPr id="64" name="Google Shape;64;p7"/>
              <p:cNvSpPr/>
              <p:nvPr/>
            </p:nvSpPr>
            <p:spPr>
              <a:xfrm>
                <a:off x="8937467" y="3083500"/>
                <a:ext cx="608372" cy="786825"/>
              </a:xfrm>
              <a:prstGeom prst="rect">
                <a:avLst/>
              </a:prstGeom>
              <a:gradFill>
                <a:gsLst>
                  <a:gs pos="0">
                    <a:srgbClr val="7F7F7F"/>
                  </a:gs>
                  <a:gs pos="31000">
                    <a:srgbClr val="F2F2F2"/>
                  </a:gs>
                  <a:gs pos="55000">
                    <a:srgbClr val="757070"/>
                  </a:gs>
                  <a:gs pos="71000">
                    <a:srgbClr val="F2F2F2"/>
                  </a:gs>
                  <a:gs pos="100000">
                    <a:schemeClr val="accent3"/>
                  </a:gs>
                </a:gsLst>
                <a:lin ang="10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85" b="0" i="0" u="none" strike="noStrike" cap="none">
                  <a:solidFill>
                    <a:srgbClr val="FFFFFF"/>
                  </a:solidFill>
                  <a:latin typeface="Calibri"/>
                  <a:ea typeface="Calibri"/>
                  <a:cs typeface="Calibri"/>
                  <a:sym typeface="Calibri"/>
                </a:endParaRPr>
              </a:p>
            </p:txBody>
          </p:sp>
          <p:sp>
            <p:nvSpPr>
              <p:cNvPr id="65" name="Google Shape;65;p7"/>
              <p:cNvSpPr/>
              <p:nvPr/>
            </p:nvSpPr>
            <p:spPr>
              <a:xfrm>
                <a:off x="8920760" y="3134299"/>
                <a:ext cx="641612" cy="70295"/>
              </a:xfrm>
              <a:prstGeom prst="rect">
                <a:avLst/>
              </a:prstGeom>
              <a:gradFill>
                <a:gsLst>
                  <a:gs pos="0">
                    <a:srgbClr val="7F7F7F"/>
                  </a:gs>
                  <a:gs pos="55000">
                    <a:srgbClr val="262626"/>
                  </a:gs>
                  <a:gs pos="100000">
                    <a:schemeClr val="accent3"/>
                  </a:gs>
                </a:gsLst>
                <a:lin ang="10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85" b="0" i="0" u="none" strike="noStrike" cap="none">
                  <a:solidFill>
                    <a:srgbClr val="FFFFFF"/>
                  </a:solidFill>
                  <a:latin typeface="Calibri"/>
                  <a:ea typeface="Calibri"/>
                  <a:cs typeface="Calibri"/>
                  <a:sym typeface="Calibri"/>
                </a:endParaRPr>
              </a:p>
            </p:txBody>
          </p:sp>
          <p:grpSp>
            <p:nvGrpSpPr>
              <p:cNvPr id="66" name="Google Shape;66;p7"/>
              <p:cNvGrpSpPr/>
              <p:nvPr/>
            </p:nvGrpSpPr>
            <p:grpSpPr>
              <a:xfrm>
                <a:off x="8949035" y="3432064"/>
                <a:ext cx="560791" cy="70295"/>
                <a:chOff x="8997025" y="3270540"/>
                <a:chExt cx="477122" cy="69404"/>
              </a:xfrm>
            </p:grpSpPr>
            <p:sp>
              <p:nvSpPr>
                <p:cNvPr id="67" name="Google Shape;67;p7"/>
                <p:cNvSpPr/>
                <p:nvPr/>
              </p:nvSpPr>
              <p:spPr>
                <a:xfrm>
                  <a:off x="9221260" y="3270540"/>
                  <a:ext cx="46618" cy="69404"/>
                </a:xfrm>
                <a:prstGeom prst="ellipse">
                  <a:avLst/>
                </a:prstGeom>
                <a:solidFill>
                  <a:srgbClr val="3F3F3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85" b="0" i="0" u="none" strike="noStrike" cap="none">
                    <a:solidFill>
                      <a:srgbClr val="FFFFFF"/>
                    </a:solidFill>
                    <a:latin typeface="Calibri"/>
                    <a:ea typeface="Calibri"/>
                    <a:cs typeface="Calibri"/>
                    <a:sym typeface="Calibri"/>
                  </a:endParaRPr>
                </a:p>
              </p:txBody>
            </p:sp>
            <p:sp>
              <p:nvSpPr>
                <p:cNvPr id="68" name="Google Shape;68;p7"/>
                <p:cNvSpPr/>
                <p:nvPr/>
              </p:nvSpPr>
              <p:spPr>
                <a:xfrm>
                  <a:off x="9332580" y="3274715"/>
                  <a:ext cx="43813" cy="65228"/>
                </a:xfrm>
                <a:prstGeom prst="ellipse">
                  <a:avLst/>
                </a:prstGeom>
                <a:solidFill>
                  <a:srgbClr val="3F3F3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85" b="0" i="0" u="none" strike="noStrike" cap="none">
                    <a:solidFill>
                      <a:srgbClr val="FFFFFF"/>
                    </a:solidFill>
                    <a:latin typeface="Calibri"/>
                    <a:ea typeface="Calibri"/>
                    <a:cs typeface="Calibri"/>
                    <a:sym typeface="Calibri"/>
                  </a:endParaRPr>
                </a:p>
              </p:txBody>
            </p:sp>
            <p:sp>
              <p:nvSpPr>
                <p:cNvPr id="69" name="Google Shape;69;p7"/>
                <p:cNvSpPr/>
                <p:nvPr/>
              </p:nvSpPr>
              <p:spPr>
                <a:xfrm>
                  <a:off x="9435000" y="3278716"/>
                  <a:ext cx="39147" cy="58282"/>
                </a:xfrm>
                <a:prstGeom prst="ellipse">
                  <a:avLst/>
                </a:prstGeom>
                <a:solidFill>
                  <a:srgbClr val="3F3F3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85" b="0" i="0" u="none" strike="noStrike" cap="none">
                    <a:solidFill>
                      <a:srgbClr val="FFFFFF"/>
                    </a:solidFill>
                    <a:latin typeface="Calibri"/>
                    <a:ea typeface="Calibri"/>
                    <a:cs typeface="Calibri"/>
                    <a:sym typeface="Calibri"/>
                  </a:endParaRPr>
                </a:p>
              </p:txBody>
            </p:sp>
            <p:sp>
              <p:nvSpPr>
                <p:cNvPr id="70" name="Google Shape;70;p7"/>
                <p:cNvSpPr/>
                <p:nvPr/>
              </p:nvSpPr>
              <p:spPr>
                <a:xfrm rot="5400000">
                  <a:off x="9099567" y="3282005"/>
                  <a:ext cx="65228" cy="43813"/>
                </a:xfrm>
                <a:prstGeom prst="ellipse">
                  <a:avLst/>
                </a:prstGeom>
                <a:solidFill>
                  <a:srgbClr val="3F3F3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85" b="0" i="0" u="none" strike="noStrike" cap="none">
                    <a:solidFill>
                      <a:srgbClr val="FFFFFF"/>
                    </a:solidFill>
                    <a:latin typeface="Calibri"/>
                    <a:ea typeface="Calibri"/>
                    <a:cs typeface="Calibri"/>
                    <a:sym typeface="Calibri"/>
                  </a:endParaRPr>
                </a:p>
              </p:txBody>
            </p:sp>
            <p:sp>
              <p:nvSpPr>
                <p:cNvPr id="71" name="Google Shape;71;p7"/>
                <p:cNvSpPr/>
                <p:nvPr/>
              </p:nvSpPr>
              <p:spPr>
                <a:xfrm rot="5400000">
                  <a:off x="8987457" y="3283175"/>
                  <a:ext cx="58282" cy="39147"/>
                </a:xfrm>
                <a:prstGeom prst="ellipse">
                  <a:avLst/>
                </a:prstGeom>
                <a:solidFill>
                  <a:srgbClr val="3F3F3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85" b="0" i="0" u="none" strike="noStrike" cap="none">
                    <a:solidFill>
                      <a:srgbClr val="FFFFFF"/>
                    </a:solidFill>
                    <a:latin typeface="Calibri"/>
                    <a:ea typeface="Calibri"/>
                    <a:cs typeface="Calibri"/>
                    <a:sym typeface="Calibri"/>
                  </a:endParaRPr>
                </a:p>
              </p:txBody>
            </p:sp>
          </p:grpSp>
          <p:sp>
            <p:nvSpPr>
              <p:cNvPr id="72" name="Google Shape;72;p7"/>
              <p:cNvSpPr/>
              <p:nvPr/>
            </p:nvSpPr>
            <p:spPr>
              <a:xfrm>
                <a:off x="8920760" y="3316065"/>
                <a:ext cx="641612" cy="70295"/>
              </a:xfrm>
              <a:prstGeom prst="rect">
                <a:avLst/>
              </a:prstGeom>
              <a:gradFill>
                <a:gsLst>
                  <a:gs pos="0">
                    <a:srgbClr val="7F7F7F"/>
                  </a:gs>
                  <a:gs pos="55000">
                    <a:srgbClr val="262626"/>
                  </a:gs>
                  <a:gs pos="100000">
                    <a:schemeClr val="accent3"/>
                  </a:gs>
                </a:gsLst>
                <a:lin ang="10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85" b="0" i="0" u="none" strike="noStrike" cap="none">
                  <a:solidFill>
                    <a:srgbClr val="FFFFFF"/>
                  </a:solidFill>
                  <a:latin typeface="Calibri"/>
                  <a:ea typeface="Calibri"/>
                  <a:cs typeface="Calibri"/>
                  <a:sym typeface="Calibri"/>
                </a:endParaRPr>
              </a:p>
            </p:txBody>
          </p:sp>
          <p:sp>
            <p:nvSpPr>
              <p:cNvPr id="73" name="Google Shape;73;p7"/>
              <p:cNvSpPr/>
              <p:nvPr/>
            </p:nvSpPr>
            <p:spPr>
              <a:xfrm>
                <a:off x="8920760" y="3225918"/>
                <a:ext cx="641612" cy="70295"/>
              </a:xfrm>
              <a:prstGeom prst="rect">
                <a:avLst/>
              </a:prstGeom>
              <a:gradFill>
                <a:gsLst>
                  <a:gs pos="0">
                    <a:srgbClr val="7F7F7F"/>
                  </a:gs>
                  <a:gs pos="55000">
                    <a:srgbClr val="262626"/>
                  </a:gs>
                  <a:gs pos="100000">
                    <a:schemeClr val="accent3"/>
                  </a:gs>
                </a:gsLst>
                <a:lin ang="10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85" b="0" i="0" u="none" strike="noStrike" cap="none">
                  <a:solidFill>
                    <a:srgbClr val="FFFFFF"/>
                  </a:solidFill>
                  <a:latin typeface="Calibri"/>
                  <a:ea typeface="Calibri"/>
                  <a:cs typeface="Calibri"/>
                  <a:sym typeface="Calibri"/>
                </a:endParaRPr>
              </a:p>
            </p:txBody>
          </p:sp>
          <p:sp>
            <p:nvSpPr>
              <p:cNvPr id="74" name="Google Shape;74;p7"/>
              <p:cNvSpPr/>
              <p:nvPr/>
            </p:nvSpPr>
            <p:spPr>
              <a:xfrm>
                <a:off x="8917444" y="3543202"/>
                <a:ext cx="641612" cy="70295"/>
              </a:xfrm>
              <a:prstGeom prst="rect">
                <a:avLst/>
              </a:prstGeom>
              <a:gradFill>
                <a:gsLst>
                  <a:gs pos="0">
                    <a:srgbClr val="7F7F7F"/>
                  </a:gs>
                  <a:gs pos="55000">
                    <a:srgbClr val="262626"/>
                  </a:gs>
                  <a:gs pos="100000">
                    <a:schemeClr val="accent3"/>
                  </a:gs>
                </a:gsLst>
                <a:lin ang="10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85" b="0" i="0" u="none" strike="noStrike" cap="none">
                  <a:solidFill>
                    <a:srgbClr val="FFFFFF"/>
                  </a:solidFill>
                  <a:latin typeface="Calibri"/>
                  <a:ea typeface="Calibri"/>
                  <a:cs typeface="Calibri"/>
                  <a:sym typeface="Calibri"/>
                </a:endParaRPr>
              </a:p>
            </p:txBody>
          </p:sp>
          <p:sp>
            <p:nvSpPr>
              <p:cNvPr id="75" name="Google Shape;75;p7"/>
              <p:cNvSpPr/>
              <p:nvPr/>
            </p:nvSpPr>
            <p:spPr>
              <a:xfrm>
                <a:off x="8917444" y="3724968"/>
                <a:ext cx="641612" cy="70295"/>
              </a:xfrm>
              <a:prstGeom prst="rect">
                <a:avLst/>
              </a:prstGeom>
              <a:gradFill>
                <a:gsLst>
                  <a:gs pos="0">
                    <a:srgbClr val="7F7F7F"/>
                  </a:gs>
                  <a:gs pos="55000">
                    <a:srgbClr val="262626"/>
                  </a:gs>
                  <a:gs pos="100000">
                    <a:schemeClr val="accent3"/>
                  </a:gs>
                </a:gsLst>
                <a:lin ang="10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85" b="0" i="0" u="none" strike="noStrike" cap="none">
                  <a:solidFill>
                    <a:srgbClr val="FFFFFF"/>
                  </a:solidFill>
                  <a:latin typeface="Calibri"/>
                  <a:ea typeface="Calibri"/>
                  <a:cs typeface="Calibri"/>
                  <a:sym typeface="Calibri"/>
                </a:endParaRPr>
              </a:p>
            </p:txBody>
          </p:sp>
          <p:sp>
            <p:nvSpPr>
              <p:cNvPr id="76" name="Google Shape;76;p7"/>
              <p:cNvSpPr/>
              <p:nvPr/>
            </p:nvSpPr>
            <p:spPr>
              <a:xfrm>
                <a:off x="8917444" y="3634821"/>
                <a:ext cx="641612" cy="70295"/>
              </a:xfrm>
              <a:prstGeom prst="rect">
                <a:avLst/>
              </a:prstGeom>
              <a:gradFill>
                <a:gsLst>
                  <a:gs pos="0">
                    <a:srgbClr val="7F7F7F"/>
                  </a:gs>
                  <a:gs pos="55000">
                    <a:srgbClr val="262626"/>
                  </a:gs>
                  <a:gs pos="100000">
                    <a:schemeClr val="accent3"/>
                  </a:gs>
                </a:gsLst>
                <a:lin ang="10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85" b="0" i="0" u="none" strike="noStrike" cap="none">
                  <a:solidFill>
                    <a:srgbClr val="FFFFFF"/>
                  </a:solidFill>
                  <a:latin typeface="Calibri"/>
                  <a:ea typeface="Calibri"/>
                  <a:cs typeface="Calibri"/>
                  <a:sym typeface="Calibri"/>
                </a:endParaRPr>
              </a:p>
            </p:txBody>
          </p:sp>
        </p:grpSp>
      </p:grpSp>
      <p:sp>
        <p:nvSpPr>
          <p:cNvPr id="77" name="Google Shape;77;p7"/>
          <p:cNvSpPr/>
          <p:nvPr/>
        </p:nvSpPr>
        <p:spPr>
          <a:xfrm rot="-151934">
            <a:off x="2202710" y="754606"/>
            <a:ext cx="8375763" cy="808627"/>
          </a:xfrm>
          <a:prstGeom prst="rect">
            <a:avLst/>
          </a:prstGeom>
          <a:noFill/>
          <a:ln>
            <a:noFill/>
          </a:ln>
        </p:spPr>
        <p:txBody>
          <a:bodyPr spcFirstLastPara="1" wrap="square" lIns="68650" tIns="34325" rIns="68650" bIns="34325" anchor="t" anchorCtr="0">
            <a:noAutofit/>
          </a:bodyPr>
          <a:lstStyle/>
          <a:p>
            <a:pPr lvl="0" algn="ctr"/>
            <a:endParaRPr sz="2800" dirty="0"/>
          </a:p>
        </p:txBody>
      </p:sp>
      <p:sp>
        <p:nvSpPr>
          <p:cNvPr id="78" name="Google Shape;78;p7"/>
          <p:cNvSpPr/>
          <p:nvPr/>
        </p:nvSpPr>
        <p:spPr>
          <a:xfrm rot="121632">
            <a:off x="3317792" y="1937614"/>
            <a:ext cx="8278966" cy="808627"/>
          </a:xfrm>
          <a:prstGeom prst="rect">
            <a:avLst/>
          </a:prstGeom>
          <a:noFill/>
          <a:ln>
            <a:noFill/>
          </a:ln>
        </p:spPr>
        <p:txBody>
          <a:bodyPr spcFirstLastPara="1" wrap="square" lIns="68650" tIns="34325" rIns="68650" bIns="34325" anchor="t" anchorCtr="0">
            <a:noAutofit/>
          </a:bodyPr>
          <a:lstStyle/>
          <a:p>
            <a:pPr algn="just"/>
            <a:r>
              <a:rPr lang="it-IT" dirty="0">
                <a:latin typeface="Tahoma" panose="020B0604030504040204" pitchFamily="34" charset="0"/>
                <a:ea typeface="Tahoma" panose="020B0604030504040204" pitchFamily="34" charset="0"/>
                <a:cs typeface="Tahoma" panose="020B0604030504040204" pitchFamily="34" charset="0"/>
              </a:rPr>
              <a:t>Borang itu hendaklah diisi dalam dua salinan dan salinan yang asal hendaklah dilampirkan bersama-sama dengan rahsia rasmi dan dimasukkan di dalam sampul surat yang pertama. </a:t>
            </a:r>
          </a:p>
        </p:txBody>
      </p:sp>
      <p:pic>
        <p:nvPicPr>
          <p:cNvPr id="79" name="Google Shape;79;p7"/>
          <p:cNvPicPr preferRelativeResize="0"/>
          <p:nvPr/>
        </p:nvPicPr>
        <p:blipFill rotWithShape="1">
          <a:blip r:embed="rId3">
            <a:alphaModFix/>
          </a:blip>
          <a:srcRect l="70214" t="36412" b="35886"/>
          <a:stretch/>
        </p:blipFill>
        <p:spPr>
          <a:xfrm>
            <a:off x="10503118" y="460413"/>
            <a:ext cx="959072" cy="838443"/>
          </a:xfrm>
          <a:prstGeom prst="rect">
            <a:avLst/>
          </a:prstGeom>
          <a:noFill/>
          <a:ln>
            <a:noFill/>
          </a:ln>
        </p:spPr>
      </p:pic>
      <p:pic>
        <p:nvPicPr>
          <p:cNvPr id="80" name="Google Shape;80;p7"/>
          <p:cNvPicPr preferRelativeResize="0"/>
          <p:nvPr/>
        </p:nvPicPr>
        <p:blipFill rotWithShape="1">
          <a:blip r:embed="rId3">
            <a:alphaModFix/>
          </a:blip>
          <a:srcRect l="70513" t="69752" r="-299" b="2546"/>
          <a:stretch/>
        </p:blipFill>
        <p:spPr>
          <a:xfrm>
            <a:off x="11135051" y="1390636"/>
            <a:ext cx="959072" cy="838443"/>
          </a:xfrm>
          <a:prstGeom prst="rect">
            <a:avLst/>
          </a:prstGeom>
          <a:noFill/>
          <a:ln>
            <a:noFill/>
          </a:ln>
        </p:spPr>
      </p:pic>
      <p:pic>
        <p:nvPicPr>
          <p:cNvPr id="81" name="Google Shape;81;p7"/>
          <p:cNvPicPr preferRelativeResize="0"/>
          <p:nvPr/>
        </p:nvPicPr>
        <p:blipFill rotWithShape="1">
          <a:blip r:embed="rId3">
            <a:alphaModFix/>
          </a:blip>
          <a:srcRect l="38111" t="69779" r="32103" b="2520"/>
          <a:stretch/>
        </p:blipFill>
        <p:spPr>
          <a:xfrm>
            <a:off x="10747578" y="3468859"/>
            <a:ext cx="959072" cy="838443"/>
          </a:xfrm>
          <a:prstGeom prst="rect">
            <a:avLst/>
          </a:prstGeom>
          <a:noFill/>
          <a:ln>
            <a:noFill/>
          </a:ln>
        </p:spPr>
      </p:pic>
      <p:sp>
        <p:nvSpPr>
          <p:cNvPr id="82" name="TextBox 81">
            <a:extLst>
              <a:ext uri="{FF2B5EF4-FFF2-40B4-BE49-F238E27FC236}">
                <a16:creationId xmlns="" xmlns:a16="http://schemas.microsoft.com/office/drawing/2014/main" id="{759A48D9-D74F-44C3-87A3-902F76E95A86}"/>
              </a:ext>
            </a:extLst>
          </p:cNvPr>
          <p:cNvSpPr txBox="1"/>
          <p:nvPr/>
        </p:nvSpPr>
        <p:spPr>
          <a:xfrm>
            <a:off x="2184916" y="6167829"/>
            <a:ext cx="6954415" cy="430887"/>
          </a:xfrm>
          <a:prstGeom prst="rect">
            <a:avLst/>
          </a:prstGeom>
          <a:noFill/>
        </p:spPr>
        <p:txBody>
          <a:bodyPr wrap="square">
            <a:spAutoFit/>
          </a:bodyPr>
          <a:lstStyle/>
          <a:p>
            <a:pPr>
              <a:defRPr/>
            </a:pPr>
            <a:r>
              <a:rPr lang="en-US" sz="1100" spc="280" dirty="0"/>
              <a:t>PEJABAT KETUA PEGAWAI KESELAMATAN KERAJAAN MALAYSIA</a:t>
            </a:r>
          </a:p>
          <a:p>
            <a:pPr>
              <a:defRPr/>
            </a:pPr>
            <a:r>
              <a:rPr lang="en-US" sz="1100" spc="280" dirty="0"/>
              <a:t>JABATAN PERDANA MENTERI</a:t>
            </a:r>
          </a:p>
        </p:txBody>
      </p:sp>
      <p:pic>
        <p:nvPicPr>
          <p:cNvPr id="83" name="Picture 82">
            <a:extLst>
              <a:ext uri="{FF2B5EF4-FFF2-40B4-BE49-F238E27FC236}">
                <a16:creationId xmlns="" xmlns:a16="http://schemas.microsoft.com/office/drawing/2014/main" id="{2D532C58-83D0-49E5-9CAC-161218A5A3F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7458" y="5748203"/>
            <a:ext cx="1300637" cy="1042168"/>
          </a:xfrm>
          <a:prstGeom prst="rect">
            <a:avLst/>
          </a:prstGeom>
        </p:spPr>
      </p:pic>
      <p:sp>
        <p:nvSpPr>
          <p:cNvPr id="84" name="Title 1">
            <a:extLst>
              <a:ext uri="{FF2B5EF4-FFF2-40B4-BE49-F238E27FC236}">
                <a16:creationId xmlns="" xmlns:a16="http://schemas.microsoft.com/office/drawing/2014/main" id="{C768F5CE-3EE6-4C50-BDC9-85D45021E1CE}"/>
              </a:ext>
            </a:extLst>
          </p:cNvPr>
          <p:cNvSpPr txBox="1">
            <a:spLocks/>
          </p:cNvSpPr>
          <p:nvPr/>
        </p:nvSpPr>
        <p:spPr>
          <a:xfrm>
            <a:off x="912525" y="194102"/>
            <a:ext cx="10871140" cy="953307"/>
          </a:xfrm>
          <a:prstGeom prst="rect">
            <a:avLst/>
          </a:prstGeom>
        </p:spPr>
        <p:txBody>
          <a:bodyP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r"/>
            <a:r>
              <a:rPr lang="en-US" sz="2800" b="1" dirty="0" err="1">
                <a:latin typeface="Tahoma" panose="020B0604030504040204" pitchFamily="34" charset="0"/>
                <a:ea typeface="Tahoma" panose="020B0604030504040204" pitchFamily="34" charset="0"/>
                <a:cs typeface="Tahoma" panose="020B0604030504040204" pitchFamily="34" charset="0"/>
              </a:rPr>
              <a:t>sambungan</a:t>
            </a:r>
            <a:endParaRPr lang="en-MY" sz="2800" b="1"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8599613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anim calcmode="lin" valueType="num">
                                      <p:cBhvr additive="base">
                                        <p:cTn id="7" dur="500"/>
                                        <p:tgtEl>
                                          <p:spTgt spid="45"/>
                                        </p:tgtEl>
                                        <p:attrNameLst>
                                          <p:attrName>ppt_x</p:attrName>
                                        </p:attrNameLst>
                                      </p:cBhvr>
                                      <p:tavLst>
                                        <p:tav tm="0">
                                          <p:val>
                                            <p:strVal val="#ppt_x-1"/>
                                          </p:val>
                                        </p:tav>
                                        <p:tav tm="100000">
                                          <p:val>
                                            <p:strVal val="#ppt_x"/>
                                          </p:val>
                                        </p:tav>
                                      </p:tavLst>
                                    </p:anim>
                                  </p:childTnLst>
                                </p:cTn>
                              </p:par>
                              <p:par>
                                <p:cTn id="8" presetID="1" presetClass="entr" presetSubtype="0" fill="hold" nodeType="withEffect">
                                  <p:stCondLst>
                                    <p:cond delay="0"/>
                                  </p:stCondLst>
                                  <p:childTnLst>
                                    <p:set>
                                      <p:cBhvr>
                                        <p:cTn id="9" dur="1" fill="hold">
                                          <p:stCondLst>
                                            <p:cond delay="0"/>
                                          </p:stCondLst>
                                        </p:cTn>
                                        <p:tgtEl>
                                          <p:spTgt spid="44"/>
                                        </p:tgtEl>
                                        <p:attrNameLst>
                                          <p:attrName>style.visibility</p:attrName>
                                        </p:attrNameLst>
                                      </p:cBhvr>
                                      <p:to>
                                        <p:strVal val="visible"/>
                                      </p:to>
                                    </p:set>
                                  </p:childTnLst>
                                </p:cTn>
                              </p:par>
                            </p:childTnLst>
                          </p:cTn>
                        </p:par>
                        <p:par>
                          <p:cTn id="10" fill="hold">
                            <p:stCondLst>
                              <p:cond delay="500"/>
                            </p:stCondLst>
                            <p:childTnLst>
                              <p:par>
                                <p:cTn id="11" presetID="23" presetClass="entr" presetSubtype="16" fill="hold" nodeType="afterEffect">
                                  <p:stCondLst>
                                    <p:cond delay="0"/>
                                  </p:stCondLst>
                                  <p:childTnLst>
                                    <p:set>
                                      <p:cBhvr>
                                        <p:cTn id="12" dur="1" fill="hold">
                                          <p:stCondLst>
                                            <p:cond delay="0"/>
                                          </p:stCondLst>
                                        </p:cTn>
                                        <p:tgtEl>
                                          <p:spTgt spid="77"/>
                                        </p:tgtEl>
                                        <p:attrNameLst>
                                          <p:attrName>style.visibility</p:attrName>
                                        </p:attrNameLst>
                                      </p:cBhvr>
                                      <p:to>
                                        <p:strVal val="visible"/>
                                      </p:to>
                                    </p:set>
                                    <p:anim calcmode="lin" valueType="num">
                                      <p:cBhvr additive="base">
                                        <p:cTn id="13" dur="500"/>
                                        <p:tgtEl>
                                          <p:spTgt spid="77"/>
                                        </p:tgtEl>
                                        <p:attrNameLst>
                                          <p:attrName>ppt_w</p:attrName>
                                        </p:attrNameLst>
                                      </p:cBhvr>
                                      <p:tavLst>
                                        <p:tav tm="0">
                                          <p:val>
                                            <p:strVal val="0"/>
                                          </p:val>
                                        </p:tav>
                                        <p:tav tm="100000">
                                          <p:val>
                                            <p:strVal val="#ppt_w"/>
                                          </p:val>
                                        </p:tav>
                                      </p:tavLst>
                                    </p:anim>
                                    <p:anim calcmode="lin" valueType="num">
                                      <p:cBhvr additive="base">
                                        <p:cTn id="14" dur="500"/>
                                        <p:tgtEl>
                                          <p:spTgt spid="77"/>
                                        </p:tgtEl>
                                        <p:attrNameLst>
                                          <p:attrName>ppt_h</p:attrName>
                                        </p:attrNameLst>
                                      </p:cBhvr>
                                      <p:tavLst>
                                        <p:tav tm="0">
                                          <p:val>
                                            <p:strVal val="0"/>
                                          </p:val>
                                        </p:tav>
                                        <p:tav tm="100000">
                                          <p:val>
                                            <p:strVal val="#ppt_h"/>
                                          </p:val>
                                        </p:tav>
                                      </p:tavLst>
                                    </p:anim>
                                  </p:childTnLst>
                                </p:cTn>
                              </p:par>
                            </p:childTnLst>
                          </p:cTn>
                        </p:par>
                        <p:par>
                          <p:cTn id="15" fill="hold">
                            <p:stCondLst>
                              <p:cond delay="1000"/>
                            </p:stCondLst>
                            <p:childTnLst>
                              <p:par>
                                <p:cTn id="16" presetID="10" presetClass="entr" presetSubtype="0" fill="hold" nodeType="afterEffect">
                                  <p:stCondLst>
                                    <p:cond delay="0"/>
                                  </p:stCondLst>
                                  <p:childTnLst>
                                    <p:set>
                                      <p:cBhvr>
                                        <p:cTn id="17" dur="1" fill="hold">
                                          <p:stCondLst>
                                            <p:cond delay="0"/>
                                          </p:stCondLst>
                                        </p:cTn>
                                        <p:tgtEl>
                                          <p:spTgt spid="79"/>
                                        </p:tgtEl>
                                        <p:attrNameLst>
                                          <p:attrName>style.visibility</p:attrName>
                                        </p:attrNameLst>
                                      </p:cBhvr>
                                      <p:to>
                                        <p:strVal val="visible"/>
                                      </p:to>
                                    </p:set>
                                    <p:animEffect transition="in" filter="fade">
                                      <p:cBhvr>
                                        <p:cTn id="18" dur="500"/>
                                        <p:tgtEl>
                                          <p:spTgt spid="79"/>
                                        </p:tgtEl>
                                      </p:cBhvr>
                                    </p:animEffect>
                                  </p:childTnLst>
                                </p:cTn>
                              </p:par>
                              <p:par>
                                <p:cTn id="19" presetID="1" presetClass="entr" presetSubtype="0" fill="hold" nodeType="withEffect">
                                  <p:stCondLst>
                                    <p:cond delay="0"/>
                                  </p:stCondLst>
                                  <p:childTnLst>
                                    <p:set>
                                      <p:cBhvr>
                                        <p:cTn id="20" dur="1" fill="hold">
                                          <p:stCondLst>
                                            <p:cond delay="0"/>
                                          </p:stCondLst>
                                        </p:cTn>
                                        <p:tgtEl>
                                          <p:spTgt spid="40"/>
                                        </p:tgtEl>
                                        <p:attrNameLst>
                                          <p:attrName>style.visibility</p:attrName>
                                        </p:attrNameLst>
                                      </p:cBhvr>
                                      <p:to>
                                        <p:strVal val="visible"/>
                                      </p:to>
                                    </p:set>
                                  </p:childTnLst>
                                </p:cTn>
                              </p:par>
                            </p:childTnLst>
                          </p:cTn>
                        </p:par>
                        <p:par>
                          <p:cTn id="21" fill="hold">
                            <p:stCondLst>
                              <p:cond delay="1500"/>
                            </p:stCondLst>
                            <p:childTnLst>
                              <p:par>
                                <p:cTn id="22" presetID="23" presetClass="entr" presetSubtype="16" fill="hold" nodeType="afterEffect">
                                  <p:stCondLst>
                                    <p:cond delay="0"/>
                                  </p:stCondLst>
                                  <p:childTnLst>
                                    <p:set>
                                      <p:cBhvr>
                                        <p:cTn id="23" dur="1" fill="hold">
                                          <p:stCondLst>
                                            <p:cond delay="0"/>
                                          </p:stCondLst>
                                        </p:cTn>
                                        <p:tgtEl>
                                          <p:spTgt spid="78"/>
                                        </p:tgtEl>
                                        <p:attrNameLst>
                                          <p:attrName>style.visibility</p:attrName>
                                        </p:attrNameLst>
                                      </p:cBhvr>
                                      <p:to>
                                        <p:strVal val="visible"/>
                                      </p:to>
                                    </p:set>
                                    <p:anim calcmode="lin" valueType="num">
                                      <p:cBhvr additive="base">
                                        <p:cTn id="24" dur="500"/>
                                        <p:tgtEl>
                                          <p:spTgt spid="78"/>
                                        </p:tgtEl>
                                        <p:attrNameLst>
                                          <p:attrName>ppt_w</p:attrName>
                                        </p:attrNameLst>
                                      </p:cBhvr>
                                      <p:tavLst>
                                        <p:tav tm="0">
                                          <p:val>
                                            <p:strVal val="0"/>
                                          </p:val>
                                        </p:tav>
                                        <p:tav tm="100000">
                                          <p:val>
                                            <p:strVal val="#ppt_w"/>
                                          </p:val>
                                        </p:tav>
                                      </p:tavLst>
                                    </p:anim>
                                    <p:anim calcmode="lin" valueType="num">
                                      <p:cBhvr additive="base">
                                        <p:cTn id="25" dur="500"/>
                                        <p:tgtEl>
                                          <p:spTgt spid="78"/>
                                        </p:tgtEl>
                                        <p:attrNameLst>
                                          <p:attrName>ppt_h</p:attrName>
                                        </p:attrNameLst>
                                      </p:cBhvr>
                                      <p:tavLst>
                                        <p:tav tm="0">
                                          <p:val>
                                            <p:strVal val="0"/>
                                          </p:val>
                                        </p:tav>
                                        <p:tav tm="100000">
                                          <p:val>
                                            <p:strVal val="#ppt_h"/>
                                          </p:val>
                                        </p:tav>
                                      </p:tavLst>
                                    </p:anim>
                                  </p:childTnLst>
                                </p:cTn>
                              </p:par>
                              <p:par>
                                <p:cTn id="26" presetID="10" presetClass="entr" presetSubtype="0" fill="hold" nodeType="withEffect">
                                  <p:stCondLst>
                                    <p:cond delay="0"/>
                                  </p:stCondLst>
                                  <p:childTnLst>
                                    <p:set>
                                      <p:cBhvr>
                                        <p:cTn id="27" dur="1" fill="hold">
                                          <p:stCondLst>
                                            <p:cond delay="0"/>
                                          </p:stCondLst>
                                        </p:cTn>
                                        <p:tgtEl>
                                          <p:spTgt spid="80"/>
                                        </p:tgtEl>
                                        <p:attrNameLst>
                                          <p:attrName>style.visibility</p:attrName>
                                        </p:attrNameLst>
                                      </p:cBhvr>
                                      <p:to>
                                        <p:strVal val="visible"/>
                                      </p:to>
                                    </p:set>
                                    <p:animEffect transition="in" filter="fade">
                                      <p:cBhvr>
                                        <p:cTn id="28" dur="500"/>
                                        <p:tgtEl>
                                          <p:spTgt spid="80"/>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2" fill="hold" nodeType="clickEffect">
                                  <p:stCondLst>
                                    <p:cond delay="0"/>
                                  </p:stCondLst>
                                  <p:childTnLst>
                                    <p:set>
                                      <p:cBhvr>
                                        <p:cTn id="32" dur="1" fill="hold">
                                          <p:stCondLst>
                                            <p:cond delay="0"/>
                                          </p:stCondLst>
                                        </p:cTn>
                                        <p:tgtEl>
                                          <p:spTgt spid="24"/>
                                        </p:tgtEl>
                                        <p:attrNameLst>
                                          <p:attrName>style.visibility</p:attrName>
                                        </p:attrNameLst>
                                      </p:cBhvr>
                                      <p:to>
                                        <p:strVal val="visible"/>
                                      </p:to>
                                    </p:set>
                                    <p:anim calcmode="lin" valueType="num">
                                      <p:cBhvr additive="base">
                                        <p:cTn id="33" dur="500"/>
                                        <p:tgtEl>
                                          <p:spTgt spid="24"/>
                                        </p:tgtEl>
                                        <p:attrNameLst>
                                          <p:attrName>ppt_x</p:attrName>
                                        </p:attrNameLst>
                                      </p:cBhvr>
                                      <p:tavLst>
                                        <p:tav tm="0">
                                          <p:val>
                                            <p:strVal val="#ppt_x+1"/>
                                          </p:val>
                                        </p:tav>
                                        <p:tav tm="100000">
                                          <p:val>
                                            <p:strVal val="#ppt_x"/>
                                          </p:val>
                                        </p:tav>
                                      </p:tavLst>
                                    </p:anim>
                                  </p:childTnLst>
                                </p:cTn>
                              </p:par>
                              <p:par>
                                <p:cTn id="34" presetID="1" presetClass="entr" presetSubtype="0" fill="hold" nodeType="withEffect">
                                  <p:stCondLst>
                                    <p:cond delay="0"/>
                                  </p:stCondLst>
                                  <p:childTnLst>
                                    <p:set>
                                      <p:cBhvr>
                                        <p:cTn id="35" dur="1" fill="hold">
                                          <p:stCondLst>
                                            <p:cond delay="0"/>
                                          </p:stCondLst>
                                        </p:cTn>
                                        <p:tgtEl>
                                          <p:spTgt spid="23"/>
                                        </p:tgtEl>
                                        <p:attrNameLst>
                                          <p:attrName>style.visibility</p:attrName>
                                        </p:attrNameLst>
                                      </p:cBhvr>
                                      <p:to>
                                        <p:strVal val="visible"/>
                                      </p:to>
                                    </p:set>
                                  </p:childTnLst>
                                </p:cTn>
                              </p:par>
                            </p:childTnLst>
                          </p:cTn>
                        </p:par>
                        <p:par>
                          <p:cTn id="36" fill="hold">
                            <p:stCondLst>
                              <p:cond delay="500"/>
                            </p:stCondLst>
                            <p:childTnLst>
                              <p:par>
                                <p:cTn id="37" presetID="23" presetClass="entr" presetSubtype="16" fill="hold" nodeType="afterEffect">
                                  <p:stCondLst>
                                    <p:cond delay="0"/>
                                  </p:stCondLst>
                                  <p:childTnLst>
                                    <p:set>
                                      <p:cBhvr>
                                        <p:cTn id="38" dur="1" fill="hold">
                                          <p:stCondLst>
                                            <p:cond delay="0"/>
                                          </p:stCondLst>
                                        </p:cTn>
                                        <p:tgtEl>
                                          <p:spTgt spid="27"/>
                                        </p:tgtEl>
                                        <p:attrNameLst>
                                          <p:attrName>style.visibility</p:attrName>
                                        </p:attrNameLst>
                                      </p:cBhvr>
                                      <p:to>
                                        <p:strVal val="visible"/>
                                      </p:to>
                                    </p:set>
                                    <p:anim calcmode="lin" valueType="num">
                                      <p:cBhvr additive="base">
                                        <p:cTn id="39" dur="500"/>
                                        <p:tgtEl>
                                          <p:spTgt spid="27"/>
                                        </p:tgtEl>
                                        <p:attrNameLst>
                                          <p:attrName>ppt_w</p:attrName>
                                        </p:attrNameLst>
                                      </p:cBhvr>
                                      <p:tavLst>
                                        <p:tav tm="0">
                                          <p:val>
                                            <p:strVal val="0"/>
                                          </p:val>
                                        </p:tav>
                                        <p:tav tm="100000">
                                          <p:val>
                                            <p:strVal val="#ppt_w"/>
                                          </p:val>
                                        </p:tav>
                                      </p:tavLst>
                                    </p:anim>
                                    <p:anim calcmode="lin" valueType="num">
                                      <p:cBhvr additive="base">
                                        <p:cTn id="40" dur="500"/>
                                        <p:tgtEl>
                                          <p:spTgt spid="27"/>
                                        </p:tgtEl>
                                        <p:attrNameLst>
                                          <p:attrName>ppt_h</p:attrName>
                                        </p:attrNameLst>
                                      </p:cBhvr>
                                      <p:tavLst>
                                        <p:tav tm="0">
                                          <p:val>
                                            <p:strVal val="0"/>
                                          </p:val>
                                        </p:tav>
                                        <p:tav tm="100000">
                                          <p:val>
                                            <p:strVal val="#ppt_h"/>
                                          </p:val>
                                        </p:tav>
                                      </p:tavLst>
                                    </p:anim>
                                  </p:childTnLst>
                                </p:cTn>
                              </p:par>
                            </p:childTnLst>
                          </p:cTn>
                        </p:par>
                        <p:par>
                          <p:cTn id="41" fill="hold">
                            <p:stCondLst>
                              <p:cond delay="1000"/>
                            </p:stCondLst>
                            <p:childTnLst>
                              <p:par>
                                <p:cTn id="42" presetID="10" presetClass="entr" presetSubtype="0" fill="hold" nodeType="afterEffect">
                                  <p:stCondLst>
                                    <p:cond delay="0"/>
                                  </p:stCondLst>
                                  <p:childTnLst>
                                    <p:set>
                                      <p:cBhvr>
                                        <p:cTn id="43" dur="1" fill="hold">
                                          <p:stCondLst>
                                            <p:cond delay="0"/>
                                          </p:stCondLst>
                                        </p:cTn>
                                        <p:tgtEl>
                                          <p:spTgt spid="28"/>
                                        </p:tgtEl>
                                        <p:attrNameLst>
                                          <p:attrName>style.visibility</p:attrName>
                                        </p:attrNameLst>
                                      </p:cBhvr>
                                      <p:to>
                                        <p:strVal val="visible"/>
                                      </p:to>
                                    </p:set>
                                    <p:animEffect transition="in" filter="fade">
                                      <p:cBhvr>
                                        <p:cTn id="44" dur="500"/>
                                        <p:tgtEl>
                                          <p:spTgt spid="28"/>
                                        </p:tgtEl>
                                      </p:cBhvr>
                                    </p:animEffect>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nodeType="clickEffect">
                                  <p:stCondLst>
                                    <p:cond delay="0"/>
                                  </p:stCondLst>
                                  <p:childTnLst>
                                    <p:set>
                                      <p:cBhvr>
                                        <p:cTn id="48" dur="1" fill="hold">
                                          <p:stCondLst>
                                            <p:cond delay="0"/>
                                          </p:stCondLst>
                                        </p:cTn>
                                        <p:tgtEl>
                                          <p:spTgt spid="36"/>
                                        </p:tgtEl>
                                        <p:attrNameLst>
                                          <p:attrName>style.visibility</p:attrName>
                                        </p:attrNameLst>
                                      </p:cBhvr>
                                      <p:to>
                                        <p:strVal val="visible"/>
                                      </p:to>
                                    </p:set>
                                    <p:anim calcmode="lin" valueType="num">
                                      <p:cBhvr additive="base">
                                        <p:cTn id="49" dur="500"/>
                                        <p:tgtEl>
                                          <p:spTgt spid="36"/>
                                        </p:tgtEl>
                                        <p:attrNameLst>
                                          <p:attrName>ppt_x</p:attrName>
                                        </p:attrNameLst>
                                      </p:cBhvr>
                                      <p:tavLst>
                                        <p:tav tm="0">
                                          <p:val>
                                            <p:strVal val="#ppt_x-1"/>
                                          </p:val>
                                        </p:tav>
                                        <p:tav tm="100000">
                                          <p:val>
                                            <p:strVal val="#ppt_x"/>
                                          </p:val>
                                        </p:tav>
                                      </p:tavLst>
                                    </p:anim>
                                  </p:childTnLst>
                                </p:cTn>
                              </p:par>
                              <p:par>
                                <p:cTn id="50" presetID="1" presetClass="entr" presetSubtype="0" fill="hold" nodeType="withEffect">
                                  <p:stCondLst>
                                    <p:cond delay="0"/>
                                  </p:stCondLst>
                                  <p:childTnLst>
                                    <p:set>
                                      <p:cBhvr>
                                        <p:cTn id="51" dur="1" fill="hold">
                                          <p:stCondLst>
                                            <p:cond delay="0"/>
                                          </p:stCondLst>
                                        </p:cTn>
                                        <p:tgtEl>
                                          <p:spTgt spid="35"/>
                                        </p:tgtEl>
                                        <p:attrNameLst>
                                          <p:attrName>style.visibility</p:attrName>
                                        </p:attrNameLst>
                                      </p:cBhvr>
                                      <p:to>
                                        <p:strVal val="visible"/>
                                      </p:to>
                                    </p:set>
                                  </p:childTnLst>
                                </p:cTn>
                              </p:par>
                            </p:childTnLst>
                          </p:cTn>
                        </p:par>
                        <p:par>
                          <p:cTn id="52" fill="hold">
                            <p:stCondLst>
                              <p:cond delay="500"/>
                            </p:stCondLst>
                            <p:childTnLst>
                              <p:par>
                                <p:cTn id="53" presetID="23" presetClass="entr" presetSubtype="16" fill="hold" nodeType="afterEffect">
                                  <p:stCondLst>
                                    <p:cond delay="0"/>
                                  </p:stCondLst>
                                  <p:childTnLst>
                                    <p:set>
                                      <p:cBhvr>
                                        <p:cTn id="54" dur="1" fill="hold">
                                          <p:stCondLst>
                                            <p:cond delay="0"/>
                                          </p:stCondLst>
                                        </p:cTn>
                                        <p:tgtEl>
                                          <p:spTgt spid="39"/>
                                        </p:tgtEl>
                                        <p:attrNameLst>
                                          <p:attrName>style.visibility</p:attrName>
                                        </p:attrNameLst>
                                      </p:cBhvr>
                                      <p:to>
                                        <p:strVal val="visible"/>
                                      </p:to>
                                    </p:set>
                                    <p:anim calcmode="lin" valueType="num">
                                      <p:cBhvr additive="base">
                                        <p:cTn id="55" dur="500"/>
                                        <p:tgtEl>
                                          <p:spTgt spid="39"/>
                                        </p:tgtEl>
                                        <p:attrNameLst>
                                          <p:attrName>ppt_w</p:attrName>
                                        </p:attrNameLst>
                                      </p:cBhvr>
                                      <p:tavLst>
                                        <p:tav tm="0">
                                          <p:val>
                                            <p:strVal val="0"/>
                                          </p:val>
                                        </p:tav>
                                        <p:tav tm="100000">
                                          <p:val>
                                            <p:strVal val="#ppt_w"/>
                                          </p:val>
                                        </p:tav>
                                      </p:tavLst>
                                    </p:anim>
                                    <p:anim calcmode="lin" valueType="num">
                                      <p:cBhvr additive="base">
                                        <p:cTn id="56" dur="500"/>
                                        <p:tgtEl>
                                          <p:spTgt spid="39"/>
                                        </p:tgtEl>
                                        <p:attrNameLst>
                                          <p:attrName>ppt_h</p:attrName>
                                        </p:attrNameLst>
                                      </p:cBhvr>
                                      <p:tavLst>
                                        <p:tav tm="0">
                                          <p:val>
                                            <p:strVal val="0"/>
                                          </p:val>
                                        </p:tav>
                                        <p:tav tm="100000">
                                          <p:val>
                                            <p:strVal val="#ppt_h"/>
                                          </p:val>
                                        </p:tav>
                                      </p:tavLst>
                                    </p:anim>
                                  </p:childTnLst>
                                </p:cTn>
                              </p:par>
                            </p:childTnLst>
                          </p:cTn>
                        </p:par>
                        <p:par>
                          <p:cTn id="57" fill="hold">
                            <p:stCondLst>
                              <p:cond delay="1000"/>
                            </p:stCondLst>
                            <p:childTnLst>
                              <p:par>
                                <p:cTn id="58" presetID="10" presetClass="entr" presetSubtype="0" fill="hold" nodeType="afterEffect">
                                  <p:stCondLst>
                                    <p:cond delay="0"/>
                                  </p:stCondLst>
                                  <p:childTnLst>
                                    <p:set>
                                      <p:cBhvr>
                                        <p:cTn id="59" dur="1" fill="hold">
                                          <p:stCondLst>
                                            <p:cond delay="0"/>
                                          </p:stCondLst>
                                        </p:cTn>
                                        <p:tgtEl>
                                          <p:spTgt spid="81"/>
                                        </p:tgtEl>
                                        <p:attrNameLst>
                                          <p:attrName>style.visibility</p:attrName>
                                        </p:attrNameLst>
                                      </p:cBhvr>
                                      <p:to>
                                        <p:strVal val="visible"/>
                                      </p:to>
                                    </p:set>
                                    <p:animEffect transition="in" filter="fade">
                                      <p:cBhvr>
                                        <p:cTn id="60" dur="500"/>
                                        <p:tgtEl>
                                          <p:spTgt spid="81"/>
                                        </p:tgtEl>
                                      </p:cBhvr>
                                    </p:animEffect>
                                  </p:childTnLst>
                                </p:cTn>
                              </p:par>
                            </p:childTnLst>
                          </p:cTn>
                        </p:par>
                      </p:childTnLst>
                    </p:cTn>
                  </p:par>
                  <p:par>
                    <p:cTn id="61" fill="hold">
                      <p:stCondLst>
                        <p:cond delay="indefinite"/>
                      </p:stCondLst>
                      <p:childTnLst>
                        <p:par>
                          <p:cTn id="62" fill="hold">
                            <p:stCondLst>
                              <p:cond delay="0"/>
                            </p:stCondLst>
                            <p:childTnLst>
                              <p:par>
                                <p:cTn id="63" presetID="2" presetClass="entr" presetSubtype="8" fill="hold" nodeType="clickEffect">
                                  <p:stCondLst>
                                    <p:cond delay="0"/>
                                  </p:stCondLst>
                                  <p:childTnLst>
                                    <p:set>
                                      <p:cBhvr>
                                        <p:cTn id="64" dur="1" fill="hold">
                                          <p:stCondLst>
                                            <p:cond delay="0"/>
                                          </p:stCondLst>
                                        </p:cTn>
                                        <p:tgtEl>
                                          <p:spTgt spid="30"/>
                                        </p:tgtEl>
                                        <p:attrNameLst>
                                          <p:attrName>style.visibility</p:attrName>
                                        </p:attrNameLst>
                                      </p:cBhvr>
                                      <p:to>
                                        <p:strVal val="visible"/>
                                      </p:to>
                                    </p:set>
                                    <p:anim calcmode="lin" valueType="num">
                                      <p:cBhvr additive="base">
                                        <p:cTn id="65" dur="500"/>
                                        <p:tgtEl>
                                          <p:spTgt spid="30"/>
                                        </p:tgtEl>
                                        <p:attrNameLst>
                                          <p:attrName>ppt_x</p:attrName>
                                        </p:attrNameLst>
                                      </p:cBhvr>
                                      <p:tavLst>
                                        <p:tav tm="0">
                                          <p:val>
                                            <p:strVal val="#ppt_x-1"/>
                                          </p:val>
                                        </p:tav>
                                        <p:tav tm="100000">
                                          <p:val>
                                            <p:strVal val="#ppt_x"/>
                                          </p:val>
                                        </p:tav>
                                      </p:tavLst>
                                    </p:anim>
                                  </p:childTnLst>
                                </p:cTn>
                              </p:par>
                              <p:par>
                                <p:cTn id="66" presetID="1" presetClass="entr" presetSubtype="0" fill="hold" nodeType="withEffect">
                                  <p:stCondLst>
                                    <p:cond delay="0"/>
                                  </p:stCondLst>
                                  <p:childTnLst>
                                    <p:set>
                                      <p:cBhvr>
                                        <p:cTn id="67" dur="1" fill="hold">
                                          <p:stCondLst>
                                            <p:cond delay="0"/>
                                          </p:stCondLst>
                                        </p:cTn>
                                        <p:tgtEl>
                                          <p:spTgt spid="29"/>
                                        </p:tgtEl>
                                        <p:attrNameLst>
                                          <p:attrName>style.visibility</p:attrName>
                                        </p:attrNameLst>
                                      </p:cBhvr>
                                      <p:to>
                                        <p:strVal val="visible"/>
                                      </p:to>
                                    </p:set>
                                  </p:childTnLst>
                                </p:cTn>
                              </p:par>
                            </p:childTnLst>
                          </p:cTn>
                        </p:par>
                        <p:par>
                          <p:cTn id="68" fill="hold">
                            <p:stCondLst>
                              <p:cond delay="500"/>
                            </p:stCondLst>
                            <p:childTnLst>
                              <p:par>
                                <p:cTn id="69" presetID="23" presetClass="entr" presetSubtype="16" fill="hold" nodeType="afterEffect">
                                  <p:stCondLst>
                                    <p:cond delay="0"/>
                                  </p:stCondLst>
                                  <p:childTnLst>
                                    <p:set>
                                      <p:cBhvr>
                                        <p:cTn id="70" dur="1" fill="hold">
                                          <p:stCondLst>
                                            <p:cond delay="0"/>
                                          </p:stCondLst>
                                        </p:cTn>
                                        <p:tgtEl>
                                          <p:spTgt spid="33"/>
                                        </p:tgtEl>
                                        <p:attrNameLst>
                                          <p:attrName>style.visibility</p:attrName>
                                        </p:attrNameLst>
                                      </p:cBhvr>
                                      <p:to>
                                        <p:strVal val="visible"/>
                                      </p:to>
                                    </p:set>
                                    <p:anim calcmode="lin" valueType="num">
                                      <p:cBhvr additive="base">
                                        <p:cTn id="71" dur="500"/>
                                        <p:tgtEl>
                                          <p:spTgt spid="33"/>
                                        </p:tgtEl>
                                        <p:attrNameLst>
                                          <p:attrName>ppt_w</p:attrName>
                                        </p:attrNameLst>
                                      </p:cBhvr>
                                      <p:tavLst>
                                        <p:tav tm="0">
                                          <p:val>
                                            <p:strVal val="0"/>
                                          </p:val>
                                        </p:tav>
                                        <p:tav tm="100000">
                                          <p:val>
                                            <p:strVal val="#ppt_w"/>
                                          </p:val>
                                        </p:tav>
                                      </p:tavLst>
                                    </p:anim>
                                    <p:anim calcmode="lin" valueType="num">
                                      <p:cBhvr additive="base">
                                        <p:cTn id="72" dur="500"/>
                                        <p:tgtEl>
                                          <p:spTgt spid="33"/>
                                        </p:tgtEl>
                                        <p:attrNameLst>
                                          <p:attrName>ppt_h</p:attrName>
                                        </p:attrNameLst>
                                      </p:cBhvr>
                                      <p:tavLst>
                                        <p:tav tm="0">
                                          <p:val>
                                            <p:strVal val="0"/>
                                          </p:val>
                                        </p:tav>
                                        <p:tav tm="100000">
                                          <p:val>
                                            <p:strVal val="#ppt_h"/>
                                          </p:val>
                                        </p:tav>
                                      </p:tavLst>
                                    </p:anim>
                                  </p:childTnLst>
                                </p:cTn>
                              </p:par>
                            </p:childTnLst>
                          </p:cTn>
                        </p:par>
                        <p:par>
                          <p:cTn id="73" fill="hold">
                            <p:stCondLst>
                              <p:cond delay="1000"/>
                            </p:stCondLst>
                            <p:childTnLst>
                              <p:par>
                                <p:cTn id="74" presetID="10" presetClass="entr" presetSubtype="0" fill="hold" nodeType="afterEffect">
                                  <p:stCondLst>
                                    <p:cond delay="0"/>
                                  </p:stCondLst>
                                  <p:childTnLst>
                                    <p:set>
                                      <p:cBhvr>
                                        <p:cTn id="75" dur="1" fill="hold">
                                          <p:stCondLst>
                                            <p:cond delay="0"/>
                                          </p:stCondLst>
                                        </p:cTn>
                                        <p:tgtEl>
                                          <p:spTgt spid="34"/>
                                        </p:tgtEl>
                                        <p:attrNameLst>
                                          <p:attrName>style.visibility</p:attrName>
                                        </p:attrNameLst>
                                      </p:cBhvr>
                                      <p:to>
                                        <p:strVal val="visible"/>
                                      </p:to>
                                    </p:set>
                                    <p:animEffect transition="in" filter="fade">
                                      <p:cBhvr>
                                        <p:cTn id="76" dur="500"/>
                                        <p:tgtEl>
                                          <p:spTgt spid="34"/>
                                        </p:tgtEl>
                                      </p:cBhvr>
                                    </p:animEffect>
                                  </p:childTnLst>
                                </p:cTn>
                              </p:par>
                            </p:childTnLst>
                          </p:cTn>
                        </p:par>
                      </p:childTnLst>
                    </p:cTn>
                  </p:par>
                  <p:par>
                    <p:cTn id="77" fill="hold">
                      <p:stCondLst>
                        <p:cond delay="indefinite"/>
                      </p:stCondLst>
                      <p:childTnLst>
                        <p:par>
                          <p:cTn id="78" fill="hold">
                            <p:stCondLst>
                              <p:cond delay="0"/>
                            </p:stCondLst>
                            <p:childTnLst>
                              <p:par>
                                <p:cTn id="79" presetID="2" presetClass="entr" presetSubtype="8" fill="hold" nodeType="clickEffect">
                                  <p:stCondLst>
                                    <p:cond delay="0"/>
                                  </p:stCondLst>
                                  <p:childTnLst>
                                    <p:set>
                                      <p:cBhvr>
                                        <p:cTn id="80" dur="1" fill="hold">
                                          <p:stCondLst>
                                            <p:cond delay="0"/>
                                          </p:stCondLst>
                                        </p:cTn>
                                        <p:tgtEl>
                                          <p:spTgt spid="48"/>
                                        </p:tgtEl>
                                        <p:attrNameLst>
                                          <p:attrName>style.visibility</p:attrName>
                                        </p:attrNameLst>
                                      </p:cBhvr>
                                      <p:to>
                                        <p:strVal val="visible"/>
                                      </p:to>
                                    </p:set>
                                    <p:anim calcmode="lin" valueType="num">
                                      <p:cBhvr additive="base">
                                        <p:cTn id="81" dur="500"/>
                                        <p:tgtEl>
                                          <p:spTgt spid="48"/>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6"/>
        <p:cNvGrpSpPr/>
        <p:nvPr/>
      </p:nvGrpSpPr>
      <p:grpSpPr>
        <a:xfrm>
          <a:off x="0" y="0"/>
          <a:ext cx="0" cy="0"/>
          <a:chOff x="0" y="0"/>
          <a:chExt cx="0" cy="0"/>
        </a:xfrm>
      </p:grpSpPr>
      <p:sp>
        <p:nvSpPr>
          <p:cNvPr id="17" name="Google Shape;17;p3"/>
          <p:cNvSpPr/>
          <p:nvPr/>
        </p:nvSpPr>
        <p:spPr>
          <a:xfrm>
            <a:off x="5960853" y="548611"/>
            <a:ext cx="482596" cy="482596"/>
          </a:xfrm>
          <a:prstGeom prst="ellipse">
            <a:avLst/>
          </a:prstGeom>
          <a:solidFill>
            <a:srgbClr val="A7A6A8"/>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8" name="Google Shape;18;p3"/>
          <p:cNvSpPr/>
          <p:nvPr/>
        </p:nvSpPr>
        <p:spPr>
          <a:xfrm>
            <a:off x="7374830" y="1068591"/>
            <a:ext cx="987432" cy="1659917"/>
          </a:xfrm>
          <a:prstGeom prst="roundRect">
            <a:avLst>
              <a:gd name="adj" fmla="val 14129"/>
            </a:avLst>
          </a:prstGeom>
          <a:solidFill>
            <a:srgbClr val="185359"/>
          </a:solidFill>
          <a:ln>
            <a:noFill/>
          </a:ln>
          <a:effectLst>
            <a:outerShdw blurRad="101600" dist="118426" dir="8890792" rotWithShape="0">
              <a:srgbClr val="000000">
                <a:alpha val="23137"/>
              </a:srgbClr>
            </a:outerShdw>
          </a:effectLst>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9" name="Google Shape;19;p3"/>
          <p:cNvSpPr/>
          <p:nvPr/>
        </p:nvSpPr>
        <p:spPr>
          <a:xfrm>
            <a:off x="1668964" y="1368843"/>
            <a:ext cx="6617205" cy="1056287"/>
          </a:xfrm>
          <a:prstGeom prst="rect">
            <a:avLst/>
          </a:prstGeom>
          <a:gradFill>
            <a:gsLst>
              <a:gs pos="0">
                <a:srgbClr val="F8FCFF"/>
              </a:gs>
              <a:gs pos="69000">
                <a:srgbClr val="F8FCFF"/>
              </a:gs>
              <a:gs pos="99000">
                <a:srgbClr val="B8BCC0"/>
              </a:gs>
              <a:gs pos="100000">
                <a:srgbClr val="B8BCC0"/>
              </a:gs>
            </a:gsLst>
            <a:lin ang="17400000" scaled="0"/>
          </a:gradFill>
          <a:ln>
            <a:noFill/>
          </a:ln>
          <a:effectLst>
            <a:outerShdw blurRad="101600" dist="118426" dir="2118751" rotWithShape="0">
              <a:srgbClr val="000000">
                <a:alpha val="23137"/>
              </a:srgbClr>
            </a:outerShdw>
          </a:effectLst>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0" name="Google Shape;20;p3"/>
          <p:cNvSpPr/>
          <p:nvPr/>
        </p:nvSpPr>
        <p:spPr>
          <a:xfrm rot="10800000" flipH="1">
            <a:off x="7486008" y="1890419"/>
            <a:ext cx="1495228" cy="835212"/>
          </a:xfrm>
          <a:custGeom>
            <a:avLst/>
            <a:gdLst/>
            <a:ahLst/>
            <a:cxnLst/>
            <a:rect l="l" t="t" r="r" b="b"/>
            <a:pathLst>
              <a:path w="21600" h="21600" extrusionOk="0">
                <a:moveTo>
                  <a:pt x="0" y="0"/>
                </a:moveTo>
                <a:lnTo>
                  <a:pt x="11778" y="0"/>
                </a:lnTo>
                <a:lnTo>
                  <a:pt x="21600" y="21600"/>
                </a:lnTo>
                <a:lnTo>
                  <a:pt x="9980" y="21479"/>
                </a:lnTo>
                <a:lnTo>
                  <a:pt x="0" y="0"/>
                </a:lnTo>
                <a:close/>
              </a:path>
            </a:pathLst>
          </a:custGeom>
          <a:gradFill>
            <a:gsLst>
              <a:gs pos="0">
                <a:srgbClr val="206269"/>
              </a:gs>
              <a:gs pos="2987">
                <a:srgbClr val="206269"/>
              </a:gs>
              <a:gs pos="17836">
                <a:srgbClr val="2C848D"/>
              </a:gs>
              <a:gs pos="100000">
                <a:srgbClr val="2C848D"/>
              </a:gs>
            </a:gsLst>
            <a:lin ang="5400000"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1" name="Google Shape;21;p3"/>
          <p:cNvSpPr/>
          <p:nvPr/>
        </p:nvSpPr>
        <p:spPr>
          <a:xfrm>
            <a:off x="7486008" y="1066853"/>
            <a:ext cx="1495464" cy="829396"/>
          </a:xfrm>
          <a:custGeom>
            <a:avLst/>
            <a:gdLst/>
            <a:ahLst/>
            <a:cxnLst/>
            <a:rect l="l" t="t" r="r" b="b"/>
            <a:pathLst>
              <a:path w="21600" h="21600" extrusionOk="0">
                <a:moveTo>
                  <a:pt x="0" y="0"/>
                </a:moveTo>
                <a:lnTo>
                  <a:pt x="11776" y="0"/>
                </a:lnTo>
                <a:lnTo>
                  <a:pt x="21600" y="21529"/>
                </a:lnTo>
                <a:lnTo>
                  <a:pt x="9951" y="21600"/>
                </a:lnTo>
                <a:lnTo>
                  <a:pt x="0" y="0"/>
                </a:lnTo>
                <a:close/>
              </a:path>
            </a:pathLst>
          </a:custGeom>
          <a:gradFill>
            <a:gsLst>
              <a:gs pos="0">
                <a:srgbClr val="5FCFCF"/>
              </a:gs>
              <a:gs pos="6895">
                <a:srgbClr val="5FCFCF"/>
              </a:gs>
              <a:gs pos="15323">
                <a:srgbClr val="00AAB8"/>
              </a:gs>
              <a:gs pos="100000">
                <a:srgbClr val="00AAB8"/>
              </a:gs>
            </a:gsLst>
            <a:lin ang="5400000"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3" name="Google Shape;23;p3"/>
          <p:cNvSpPr txBox="1"/>
          <p:nvPr/>
        </p:nvSpPr>
        <p:spPr>
          <a:xfrm>
            <a:off x="1966499" y="1608506"/>
            <a:ext cx="5332238" cy="1052462"/>
          </a:xfrm>
          <a:prstGeom prst="rect">
            <a:avLst/>
          </a:prstGeom>
          <a:noFill/>
          <a:ln>
            <a:noFill/>
          </a:ln>
        </p:spPr>
        <p:txBody>
          <a:bodyPr spcFirstLastPara="1" wrap="square" lIns="45700" tIns="45700" rIns="45700" bIns="45700" anchor="t" anchorCtr="0">
            <a:noAutofit/>
          </a:bodyPr>
          <a:lstStyle/>
          <a:p>
            <a:r>
              <a:rPr lang="en-GB" sz="2800" b="1" dirty="0">
                <a:solidFill>
                  <a:srgbClr val="C00000"/>
                </a:solidFill>
                <a:latin typeface="Tahoma" panose="020B0604030504040204" pitchFamily="34" charset="0"/>
                <a:ea typeface="Tahoma" panose="020B0604030504040204" pitchFamily="34" charset="0"/>
                <a:cs typeface="Tahoma" panose="020B0604030504040204" pitchFamily="34" charset="0"/>
              </a:rPr>
              <a:t>Resit </a:t>
            </a:r>
            <a:r>
              <a:rPr lang="en-GB" sz="2800" b="1" dirty="0" err="1">
                <a:solidFill>
                  <a:srgbClr val="C00000"/>
                </a:solidFill>
                <a:latin typeface="Tahoma" panose="020B0604030504040204" pitchFamily="34" charset="0"/>
                <a:ea typeface="Tahoma" panose="020B0604030504040204" pitchFamily="34" charset="0"/>
                <a:cs typeface="Tahoma" panose="020B0604030504040204" pitchFamily="34" charset="0"/>
              </a:rPr>
              <a:t>akuan</a:t>
            </a:r>
            <a:r>
              <a:rPr lang="en-GB" sz="2800" b="1" dirty="0">
                <a:solidFill>
                  <a:srgbClr val="C00000"/>
                </a:solidFill>
                <a:latin typeface="Tahoma" panose="020B0604030504040204" pitchFamily="34" charset="0"/>
                <a:ea typeface="Tahoma" panose="020B0604030504040204" pitchFamily="34" charset="0"/>
                <a:cs typeface="Tahoma" panose="020B0604030504040204" pitchFamily="34" charset="0"/>
              </a:rPr>
              <a:t> </a:t>
            </a:r>
            <a:r>
              <a:rPr lang="en-GB" sz="2800" b="1" dirty="0" err="1">
                <a:solidFill>
                  <a:srgbClr val="C00000"/>
                </a:solidFill>
                <a:latin typeface="Tahoma" panose="020B0604030504040204" pitchFamily="34" charset="0"/>
                <a:ea typeface="Tahoma" panose="020B0604030504040204" pitchFamily="34" charset="0"/>
                <a:cs typeface="Tahoma" panose="020B0604030504040204" pitchFamily="34" charset="0"/>
              </a:rPr>
              <a:t>terima</a:t>
            </a:r>
            <a:endParaRPr lang="ms-MY" sz="2800" b="1" dirty="0">
              <a:latin typeface="Tahoma" panose="020B0604030504040204" pitchFamily="34" charset="0"/>
              <a:ea typeface="Tahoma" panose="020B0604030504040204" pitchFamily="34" charset="0"/>
              <a:cs typeface="Tahoma" panose="020B0604030504040204" pitchFamily="34" charset="0"/>
            </a:endParaRPr>
          </a:p>
        </p:txBody>
      </p:sp>
      <p:sp>
        <p:nvSpPr>
          <p:cNvPr id="26" name="Google Shape;26;p3"/>
          <p:cNvSpPr/>
          <p:nvPr/>
        </p:nvSpPr>
        <p:spPr>
          <a:xfrm>
            <a:off x="8981236" y="2763379"/>
            <a:ext cx="987431" cy="1659917"/>
          </a:xfrm>
          <a:prstGeom prst="roundRect">
            <a:avLst>
              <a:gd name="adj" fmla="val 14129"/>
            </a:avLst>
          </a:prstGeom>
          <a:solidFill>
            <a:srgbClr val="794C0C"/>
          </a:solidFill>
          <a:ln>
            <a:noFill/>
          </a:ln>
          <a:effectLst>
            <a:outerShdw blurRad="101600" dist="118426" dir="8890792" rotWithShape="0">
              <a:srgbClr val="000000">
                <a:alpha val="23137"/>
              </a:srgbClr>
            </a:outerShdw>
          </a:effectLst>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7" name="Google Shape;27;p3"/>
          <p:cNvSpPr/>
          <p:nvPr/>
        </p:nvSpPr>
        <p:spPr>
          <a:xfrm>
            <a:off x="1668964" y="3121443"/>
            <a:ext cx="8071384" cy="1056287"/>
          </a:xfrm>
          <a:prstGeom prst="rect">
            <a:avLst/>
          </a:prstGeom>
          <a:gradFill>
            <a:gsLst>
              <a:gs pos="0">
                <a:srgbClr val="F8FCFF"/>
              </a:gs>
              <a:gs pos="69000">
                <a:srgbClr val="F8FCFF"/>
              </a:gs>
              <a:gs pos="99000">
                <a:srgbClr val="B8BCC0"/>
              </a:gs>
              <a:gs pos="100000">
                <a:srgbClr val="B8BCC0"/>
              </a:gs>
            </a:gsLst>
            <a:lin ang="17400000" scaled="0"/>
          </a:gradFill>
          <a:ln>
            <a:noFill/>
          </a:ln>
          <a:effectLst>
            <a:outerShdw blurRad="101600" dist="118426" dir="2118751" rotWithShape="0">
              <a:srgbClr val="000000">
                <a:alpha val="23137"/>
              </a:srgbClr>
            </a:outerShdw>
          </a:effectLst>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8" name="Google Shape;28;p3"/>
          <p:cNvSpPr/>
          <p:nvPr/>
        </p:nvSpPr>
        <p:spPr>
          <a:xfrm rot="10800000" flipH="1">
            <a:off x="9064527" y="3522658"/>
            <a:ext cx="1495228" cy="835212"/>
          </a:xfrm>
          <a:custGeom>
            <a:avLst/>
            <a:gdLst/>
            <a:ahLst/>
            <a:cxnLst/>
            <a:rect l="l" t="t" r="r" b="b"/>
            <a:pathLst>
              <a:path w="21600" h="21600" extrusionOk="0">
                <a:moveTo>
                  <a:pt x="0" y="0"/>
                </a:moveTo>
                <a:lnTo>
                  <a:pt x="11778" y="0"/>
                </a:lnTo>
                <a:lnTo>
                  <a:pt x="21600" y="21600"/>
                </a:lnTo>
                <a:lnTo>
                  <a:pt x="9980" y="21479"/>
                </a:lnTo>
                <a:lnTo>
                  <a:pt x="0" y="0"/>
                </a:lnTo>
                <a:close/>
              </a:path>
            </a:pathLst>
          </a:custGeom>
          <a:gradFill>
            <a:gsLst>
              <a:gs pos="0">
                <a:srgbClr val="7B4910"/>
              </a:gs>
              <a:gs pos="2987">
                <a:srgbClr val="7B4910"/>
              </a:gs>
              <a:gs pos="17836">
                <a:srgbClr val="B96F18"/>
              </a:gs>
              <a:gs pos="100000">
                <a:srgbClr val="B96F18"/>
              </a:gs>
            </a:gsLst>
            <a:lin ang="5400000"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9" name="Google Shape;29;p3"/>
          <p:cNvSpPr/>
          <p:nvPr/>
        </p:nvSpPr>
        <p:spPr>
          <a:xfrm>
            <a:off x="9064527" y="2725631"/>
            <a:ext cx="1495464" cy="829396"/>
          </a:xfrm>
          <a:custGeom>
            <a:avLst/>
            <a:gdLst/>
            <a:ahLst/>
            <a:cxnLst/>
            <a:rect l="l" t="t" r="r" b="b"/>
            <a:pathLst>
              <a:path w="21600" h="21600" extrusionOk="0">
                <a:moveTo>
                  <a:pt x="0" y="0"/>
                </a:moveTo>
                <a:lnTo>
                  <a:pt x="11776" y="0"/>
                </a:lnTo>
                <a:lnTo>
                  <a:pt x="21600" y="21529"/>
                </a:lnTo>
                <a:lnTo>
                  <a:pt x="9951" y="21600"/>
                </a:lnTo>
                <a:lnTo>
                  <a:pt x="0" y="0"/>
                </a:lnTo>
                <a:close/>
              </a:path>
            </a:pathLst>
          </a:custGeom>
          <a:gradFill>
            <a:gsLst>
              <a:gs pos="0">
                <a:srgbClr val="F9CD3E"/>
              </a:gs>
              <a:gs pos="7016">
                <a:srgbClr val="F9CD3E"/>
              </a:gs>
              <a:gs pos="15323">
                <a:srgbClr val="FDA943"/>
              </a:gs>
              <a:gs pos="100000">
                <a:srgbClr val="FDA943"/>
              </a:gs>
            </a:gsLst>
            <a:lin ang="5400000"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31" name="Google Shape;31;p3"/>
          <p:cNvSpPr txBox="1"/>
          <p:nvPr/>
        </p:nvSpPr>
        <p:spPr>
          <a:xfrm>
            <a:off x="1698071" y="3051002"/>
            <a:ext cx="6743827" cy="1008050"/>
          </a:xfrm>
          <a:prstGeom prst="rect">
            <a:avLst/>
          </a:prstGeom>
          <a:noFill/>
          <a:ln>
            <a:noFill/>
          </a:ln>
        </p:spPr>
        <p:txBody>
          <a:bodyPr spcFirstLastPara="1" wrap="square" lIns="45700" tIns="45700" rIns="45700" bIns="45700" anchor="t" anchorCtr="0">
            <a:noAutofit/>
          </a:bodyPr>
          <a:lstStyle/>
          <a:p>
            <a:pPr algn="just"/>
            <a:r>
              <a:rPr lang="fi-FI" dirty="0">
                <a:latin typeface="Tahoma" panose="020B0604030504040204" pitchFamily="34" charset="0"/>
                <a:ea typeface="Tahoma" panose="020B0604030504040204" pitchFamily="34" charset="0"/>
                <a:cs typeface="Tahoma" panose="020B0604030504040204" pitchFamily="34" charset="0"/>
              </a:rPr>
              <a:t>Salinan</a:t>
            </a:r>
            <a:r>
              <a:rPr lang="en-GB" dirty="0">
                <a:latin typeface="Tahoma" panose="020B0604030504040204" pitchFamily="34" charset="0"/>
                <a:ea typeface="Tahoma" panose="020B0604030504040204" pitchFamily="34" charset="0"/>
                <a:cs typeface="Tahoma" panose="020B0604030504040204" pitchFamily="34" charset="0"/>
              </a:rPr>
              <a:t> </a:t>
            </a:r>
            <a:r>
              <a:rPr lang="ms-MY" dirty="0">
                <a:latin typeface="Tahoma" panose="020B0604030504040204" pitchFamily="34" charset="0"/>
                <a:ea typeface="Tahoma" panose="020B0604030504040204" pitchFamily="34" charset="0"/>
                <a:cs typeface="Tahoma" panose="020B0604030504040204" pitchFamily="34" charset="0"/>
              </a:rPr>
              <a:t>Borang Jadual yang dihantar hendaklah disemak pada setiap hari untuk menentukan sama ada resit-resitnya diterima semula</a:t>
            </a:r>
            <a:r>
              <a:rPr lang="en-GB" dirty="0">
                <a:latin typeface="Tahoma" panose="020B0604030504040204" pitchFamily="34" charset="0"/>
                <a:ea typeface="Tahoma" panose="020B0604030504040204" pitchFamily="34" charset="0"/>
                <a:cs typeface="Tahoma" panose="020B0604030504040204" pitchFamily="34" charset="0"/>
              </a:rPr>
              <a:t>. </a:t>
            </a:r>
          </a:p>
        </p:txBody>
      </p:sp>
      <p:sp>
        <p:nvSpPr>
          <p:cNvPr id="34" name="Google Shape;34;p3"/>
          <p:cNvSpPr/>
          <p:nvPr/>
        </p:nvSpPr>
        <p:spPr>
          <a:xfrm>
            <a:off x="9930322" y="4550631"/>
            <a:ext cx="987431" cy="1659917"/>
          </a:xfrm>
          <a:prstGeom prst="roundRect">
            <a:avLst>
              <a:gd name="adj" fmla="val 14129"/>
            </a:avLst>
          </a:prstGeom>
          <a:solidFill>
            <a:srgbClr val="7C2C21"/>
          </a:solidFill>
          <a:ln>
            <a:noFill/>
          </a:ln>
          <a:effectLst>
            <a:outerShdw blurRad="101600" dist="118426" dir="8890792" rotWithShape="0">
              <a:srgbClr val="000000">
                <a:alpha val="23137"/>
              </a:srgbClr>
            </a:outerShdw>
          </a:effectLst>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35" name="Google Shape;35;p3"/>
          <p:cNvSpPr/>
          <p:nvPr/>
        </p:nvSpPr>
        <p:spPr>
          <a:xfrm>
            <a:off x="1668965" y="4861269"/>
            <a:ext cx="9083992" cy="1056287"/>
          </a:xfrm>
          <a:prstGeom prst="rect">
            <a:avLst/>
          </a:prstGeom>
          <a:gradFill>
            <a:gsLst>
              <a:gs pos="0">
                <a:srgbClr val="F8FCFF"/>
              </a:gs>
              <a:gs pos="69000">
                <a:srgbClr val="F8FCFF"/>
              </a:gs>
              <a:gs pos="99000">
                <a:srgbClr val="B8BCC0"/>
              </a:gs>
              <a:gs pos="100000">
                <a:srgbClr val="B8BCC0"/>
              </a:gs>
            </a:gsLst>
            <a:lin ang="17400000" scaled="0"/>
          </a:gradFill>
          <a:ln>
            <a:noFill/>
          </a:ln>
          <a:effectLst>
            <a:outerShdw blurRad="101600" dist="118426" dir="2118751" rotWithShape="0">
              <a:srgbClr val="000000">
                <a:alpha val="23137"/>
              </a:srgbClr>
            </a:outerShdw>
          </a:effectLst>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36" name="Google Shape;36;p3"/>
          <p:cNvSpPr/>
          <p:nvPr/>
        </p:nvSpPr>
        <p:spPr>
          <a:xfrm rot="10800000" flipH="1">
            <a:off x="9996551" y="5321023"/>
            <a:ext cx="1495228" cy="835212"/>
          </a:xfrm>
          <a:custGeom>
            <a:avLst/>
            <a:gdLst/>
            <a:ahLst/>
            <a:cxnLst/>
            <a:rect l="l" t="t" r="r" b="b"/>
            <a:pathLst>
              <a:path w="21600" h="21600" extrusionOk="0">
                <a:moveTo>
                  <a:pt x="0" y="0"/>
                </a:moveTo>
                <a:lnTo>
                  <a:pt x="11778" y="0"/>
                </a:lnTo>
                <a:lnTo>
                  <a:pt x="21600" y="21600"/>
                </a:lnTo>
                <a:lnTo>
                  <a:pt x="9980" y="21479"/>
                </a:lnTo>
                <a:lnTo>
                  <a:pt x="0" y="0"/>
                </a:lnTo>
                <a:close/>
              </a:path>
            </a:pathLst>
          </a:custGeom>
          <a:gradFill>
            <a:gsLst>
              <a:gs pos="0">
                <a:srgbClr val="80291C"/>
              </a:gs>
              <a:gs pos="2987">
                <a:srgbClr val="80291C"/>
              </a:gs>
              <a:gs pos="17836">
                <a:srgbClr val="B33C24"/>
              </a:gs>
              <a:gs pos="100000">
                <a:srgbClr val="B33C24"/>
              </a:gs>
            </a:gsLst>
            <a:lin ang="5400000"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37" name="Google Shape;37;p3"/>
          <p:cNvSpPr/>
          <p:nvPr/>
        </p:nvSpPr>
        <p:spPr>
          <a:xfrm>
            <a:off x="9991192" y="4518180"/>
            <a:ext cx="1495464" cy="829396"/>
          </a:xfrm>
          <a:custGeom>
            <a:avLst/>
            <a:gdLst/>
            <a:ahLst/>
            <a:cxnLst/>
            <a:rect l="l" t="t" r="r" b="b"/>
            <a:pathLst>
              <a:path w="21600" h="21600" extrusionOk="0">
                <a:moveTo>
                  <a:pt x="0" y="0"/>
                </a:moveTo>
                <a:lnTo>
                  <a:pt x="11776" y="0"/>
                </a:lnTo>
                <a:lnTo>
                  <a:pt x="21600" y="21529"/>
                </a:lnTo>
                <a:lnTo>
                  <a:pt x="9951" y="21600"/>
                </a:lnTo>
                <a:lnTo>
                  <a:pt x="0" y="0"/>
                </a:lnTo>
                <a:close/>
              </a:path>
            </a:pathLst>
          </a:custGeom>
          <a:gradFill>
            <a:gsLst>
              <a:gs pos="0">
                <a:srgbClr val="FF556C"/>
              </a:gs>
              <a:gs pos="6895">
                <a:srgbClr val="FF556C"/>
              </a:gs>
              <a:gs pos="17635">
                <a:srgbClr val="FF3A32"/>
              </a:gs>
              <a:gs pos="100000">
                <a:srgbClr val="FF3A32"/>
              </a:gs>
            </a:gsLst>
            <a:lin ang="5400000"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39" name="Google Shape;39;p3"/>
          <p:cNvSpPr txBox="1"/>
          <p:nvPr/>
        </p:nvSpPr>
        <p:spPr>
          <a:xfrm>
            <a:off x="1716979" y="4799617"/>
            <a:ext cx="8208220" cy="1056287"/>
          </a:xfrm>
          <a:prstGeom prst="rect">
            <a:avLst/>
          </a:prstGeom>
          <a:noFill/>
          <a:ln>
            <a:noFill/>
          </a:ln>
        </p:spPr>
        <p:txBody>
          <a:bodyPr spcFirstLastPara="1" wrap="square" lIns="45700" tIns="45700" rIns="45700" bIns="45700" anchor="t" anchorCtr="0">
            <a:noAutofit/>
          </a:bodyPr>
          <a:lstStyle/>
          <a:p>
            <a:pPr algn="just"/>
            <a:r>
              <a:rPr lang="ms-MY" dirty="0">
                <a:latin typeface="Tahoma" panose="020B0604030504040204" pitchFamily="34" charset="0"/>
                <a:ea typeface="Tahoma" panose="020B0604030504040204" pitchFamily="34" charset="0"/>
                <a:cs typeface="Tahoma" panose="020B0604030504040204" pitchFamily="34" charset="0"/>
              </a:rPr>
              <a:t>Sekiranya resit akuan tidak diterima dalam tempoh tujuh hari, surat peringatan hendaklah dihantar serentak dengan satu penyiasatan serta-merta dijalankan untuk mengetahui kedudukan dokumen yang dihantar</a:t>
            </a:r>
            <a:r>
              <a:rPr lang="en-GB" dirty="0">
                <a:latin typeface="Tahoma" panose="020B0604030504040204" pitchFamily="34" charset="0"/>
                <a:ea typeface="Tahoma" panose="020B0604030504040204" pitchFamily="34" charset="0"/>
                <a:cs typeface="Tahoma" panose="020B0604030504040204" pitchFamily="34" charset="0"/>
              </a:rPr>
              <a:t>. </a:t>
            </a:r>
          </a:p>
        </p:txBody>
      </p:sp>
      <p:sp>
        <p:nvSpPr>
          <p:cNvPr id="42" name="Google Shape;42;p3"/>
          <p:cNvSpPr/>
          <p:nvPr/>
        </p:nvSpPr>
        <p:spPr>
          <a:xfrm>
            <a:off x="8442135" y="3345688"/>
            <a:ext cx="497455" cy="495297"/>
          </a:xfrm>
          <a:custGeom>
            <a:avLst/>
            <a:gdLst/>
            <a:ahLst/>
            <a:cxnLst/>
            <a:rect l="l" t="t" r="r" b="b"/>
            <a:pathLst>
              <a:path w="21600" h="21599" extrusionOk="0">
                <a:moveTo>
                  <a:pt x="9384" y="0"/>
                </a:moveTo>
                <a:cubicBezTo>
                  <a:pt x="9373" y="0"/>
                  <a:pt x="9237" y="27"/>
                  <a:pt x="9075" y="54"/>
                </a:cubicBezTo>
                <a:lnTo>
                  <a:pt x="7468" y="445"/>
                </a:lnTo>
                <a:cubicBezTo>
                  <a:pt x="7312" y="494"/>
                  <a:pt x="7177" y="531"/>
                  <a:pt x="7166" y="537"/>
                </a:cubicBezTo>
                <a:cubicBezTo>
                  <a:pt x="7161" y="542"/>
                  <a:pt x="7154" y="677"/>
                  <a:pt x="7154" y="840"/>
                </a:cubicBezTo>
                <a:lnTo>
                  <a:pt x="7166" y="1761"/>
                </a:lnTo>
                <a:cubicBezTo>
                  <a:pt x="7166" y="1924"/>
                  <a:pt x="7047" y="2119"/>
                  <a:pt x="6902" y="2190"/>
                </a:cubicBezTo>
                <a:lnTo>
                  <a:pt x="6151" y="2574"/>
                </a:lnTo>
                <a:cubicBezTo>
                  <a:pt x="6006" y="2655"/>
                  <a:pt x="5778" y="2644"/>
                  <a:pt x="5649" y="2547"/>
                </a:cubicBezTo>
                <a:lnTo>
                  <a:pt x="4900" y="2010"/>
                </a:lnTo>
                <a:cubicBezTo>
                  <a:pt x="4765" y="1913"/>
                  <a:pt x="4651" y="1842"/>
                  <a:pt x="4645" y="1848"/>
                </a:cubicBezTo>
                <a:cubicBezTo>
                  <a:pt x="4640" y="1853"/>
                  <a:pt x="4527" y="1941"/>
                  <a:pt x="4398" y="2044"/>
                </a:cubicBezTo>
                <a:lnTo>
                  <a:pt x="3162" y="3116"/>
                </a:lnTo>
                <a:cubicBezTo>
                  <a:pt x="3043" y="3230"/>
                  <a:pt x="2941" y="3327"/>
                  <a:pt x="2936" y="3333"/>
                </a:cubicBezTo>
                <a:cubicBezTo>
                  <a:pt x="2930" y="3338"/>
                  <a:pt x="2990" y="3462"/>
                  <a:pt x="3065" y="3609"/>
                </a:cubicBezTo>
                <a:lnTo>
                  <a:pt x="3490" y="4401"/>
                </a:lnTo>
                <a:cubicBezTo>
                  <a:pt x="3566" y="4548"/>
                  <a:pt x="3551" y="4769"/>
                  <a:pt x="3448" y="4899"/>
                </a:cubicBezTo>
                <a:lnTo>
                  <a:pt x="2909" y="5648"/>
                </a:lnTo>
                <a:cubicBezTo>
                  <a:pt x="2817" y="5783"/>
                  <a:pt x="2612" y="5879"/>
                  <a:pt x="2450" y="5858"/>
                </a:cubicBezTo>
                <a:lnTo>
                  <a:pt x="1548" y="5739"/>
                </a:lnTo>
                <a:cubicBezTo>
                  <a:pt x="1386" y="5717"/>
                  <a:pt x="1251" y="5707"/>
                  <a:pt x="1246" y="5712"/>
                </a:cubicBezTo>
                <a:cubicBezTo>
                  <a:pt x="1241" y="5717"/>
                  <a:pt x="1181" y="5848"/>
                  <a:pt x="1111" y="6000"/>
                </a:cubicBezTo>
                <a:lnTo>
                  <a:pt x="518" y="7483"/>
                </a:lnTo>
                <a:cubicBezTo>
                  <a:pt x="464" y="7640"/>
                  <a:pt x="420" y="7776"/>
                  <a:pt x="415" y="7781"/>
                </a:cubicBezTo>
                <a:cubicBezTo>
                  <a:pt x="415" y="7792"/>
                  <a:pt x="523" y="7874"/>
                  <a:pt x="658" y="7966"/>
                </a:cubicBezTo>
                <a:lnTo>
                  <a:pt x="1381" y="8454"/>
                </a:lnTo>
                <a:cubicBezTo>
                  <a:pt x="1516" y="8546"/>
                  <a:pt x="1602" y="8752"/>
                  <a:pt x="1570" y="8914"/>
                </a:cubicBezTo>
                <a:lnTo>
                  <a:pt x="1420" y="9944"/>
                </a:lnTo>
                <a:cubicBezTo>
                  <a:pt x="1404" y="10106"/>
                  <a:pt x="1263" y="10291"/>
                  <a:pt x="1106" y="10345"/>
                </a:cubicBezTo>
                <a:lnTo>
                  <a:pt x="280" y="10648"/>
                </a:lnTo>
                <a:cubicBezTo>
                  <a:pt x="123" y="10702"/>
                  <a:pt x="0" y="10758"/>
                  <a:pt x="0" y="10769"/>
                </a:cubicBezTo>
                <a:cubicBezTo>
                  <a:pt x="0" y="10779"/>
                  <a:pt x="6" y="10919"/>
                  <a:pt x="17" y="11082"/>
                </a:cubicBezTo>
                <a:lnTo>
                  <a:pt x="167" y="12626"/>
                </a:lnTo>
                <a:cubicBezTo>
                  <a:pt x="194" y="12789"/>
                  <a:pt x="210" y="12930"/>
                  <a:pt x="216" y="12941"/>
                </a:cubicBezTo>
                <a:cubicBezTo>
                  <a:pt x="216" y="12952"/>
                  <a:pt x="350" y="12974"/>
                  <a:pt x="518" y="12990"/>
                </a:cubicBezTo>
                <a:lnTo>
                  <a:pt x="1354" y="13082"/>
                </a:lnTo>
                <a:cubicBezTo>
                  <a:pt x="1516" y="13098"/>
                  <a:pt x="1688" y="13245"/>
                  <a:pt x="1737" y="13402"/>
                </a:cubicBezTo>
                <a:lnTo>
                  <a:pt x="2121" y="14501"/>
                </a:lnTo>
                <a:cubicBezTo>
                  <a:pt x="2181" y="14653"/>
                  <a:pt x="2142" y="14881"/>
                  <a:pt x="2028" y="15000"/>
                </a:cubicBezTo>
                <a:lnTo>
                  <a:pt x="1457" y="15624"/>
                </a:lnTo>
                <a:cubicBezTo>
                  <a:pt x="1349" y="15743"/>
                  <a:pt x="1258" y="15850"/>
                  <a:pt x="1263" y="15856"/>
                </a:cubicBezTo>
                <a:cubicBezTo>
                  <a:pt x="1268" y="15861"/>
                  <a:pt x="1338" y="15986"/>
                  <a:pt x="1425" y="16127"/>
                </a:cubicBezTo>
                <a:lnTo>
                  <a:pt x="2256" y="17380"/>
                </a:lnTo>
                <a:cubicBezTo>
                  <a:pt x="2353" y="17510"/>
                  <a:pt x="2440" y="17623"/>
                  <a:pt x="2445" y="17634"/>
                </a:cubicBezTo>
                <a:cubicBezTo>
                  <a:pt x="2450" y="17639"/>
                  <a:pt x="2579" y="17595"/>
                  <a:pt x="2730" y="17535"/>
                </a:cubicBezTo>
                <a:lnTo>
                  <a:pt x="3490" y="17232"/>
                </a:lnTo>
                <a:cubicBezTo>
                  <a:pt x="3641" y="17173"/>
                  <a:pt x="3863" y="17216"/>
                  <a:pt x="3976" y="17336"/>
                </a:cubicBezTo>
                <a:lnTo>
                  <a:pt x="4905" y="18192"/>
                </a:lnTo>
                <a:cubicBezTo>
                  <a:pt x="5029" y="18295"/>
                  <a:pt x="5100" y="18511"/>
                  <a:pt x="5062" y="18673"/>
                </a:cubicBezTo>
                <a:lnTo>
                  <a:pt x="4851" y="19476"/>
                </a:lnTo>
                <a:cubicBezTo>
                  <a:pt x="4808" y="19633"/>
                  <a:pt x="4780" y="19769"/>
                  <a:pt x="4785" y="19774"/>
                </a:cubicBezTo>
                <a:cubicBezTo>
                  <a:pt x="4791" y="19780"/>
                  <a:pt x="4915" y="19850"/>
                  <a:pt x="5055" y="19937"/>
                </a:cubicBezTo>
                <a:lnTo>
                  <a:pt x="6345" y="20631"/>
                </a:lnTo>
                <a:cubicBezTo>
                  <a:pt x="6491" y="20701"/>
                  <a:pt x="6621" y="20761"/>
                  <a:pt x="6632" y="20766"/>
                </a:cubicBezTo>
                <a:cubicBezTo>
                  <a:pt x="6637" y="20772"/>
                  <a:pt x="6735" y="20668"/>
                  <a:pt x="6843" y="20543"/>
                </a:cubicBezTo>
                <a:lnTo>
                  <a:pt x="7370" y="19932"/>
                </a:lnTo>
                <a:cubicBezTo>
                  <a:pt x="7478" y="19807"/>
                  <a:pt x="7694" y="19742"/>
                  <a:pt x="7851" y="19791"/>
                </a:cubicBezTo>
                <a:lnTo>
                  <a:pt x="9136" y="20116"/>
                </a:lnTo>
                <a:cubicBezTo>
                  <a:pt x="9298" y="20149"/>
                  <a:pt x="9459" y="20306"/>
                  <a:pt x="9497" y="20468"/>
                </a:cubicBezTo>
                <a:lnTo>
                  <a:pt x="9680" y="21259"/>
                </a:lnTo>
                <a:cubicBezTo>
                  <a:pt x="9718" y="21422"/>
                  <a:pt x="9756" y="21552"/>
                  <a:pt x="9761" y="21552"/>
                </a:cubicBezTo>
                <a:cubicBezTo>
                  <a:pt x="9767" y="21552"/>
                  <a:pt x="9911" y="21562"/>
                  <a:pt x="10073" y="21573"/>
                </a:cubicBezTo>
                <a:lnTo>
                  <a:pt x="10500" y="21595"/>
                </a:lnTo>
                <a:cubicBezTo>
                  <a:pt x="10662" y="21600"/>
                  <a:pt x="10931" y="21600"/>
                  <a:pt x="11098" y="21595"/>
                </a:cubicBezTo>
                <a:lnTo>
                  <a:pt x="11525" y="21573"/>
                </a:lnTo>
                <a:cubicBezTo>
                  <a:pt x="11687" y="21562"/>
                  <a:pt x="11828" y="21552"/>
                  <a:pt x="11839" y="21552"/>
                </a:cubicBezTo>
                <a:cubicBezTo>
                  <a:pt x="11849" y="21552"/>
                  <a:pt x="11882" y="21416"/>
                  <a:pt x="11920" y="21259"/>
                </a:cubicBezTo>
                <a:lnTo>
                  <a:pt x="12103" y="20468"/>
                </a:lnTo>
                <a:cubicBezTo>
                  <a:pt x="12141" y="20306"/>
                  <a:pt x="12302" y="20149"/>
                  <a:pt x="12464" y="20116"/>
                </a:cubicBezTo>
                <a:lnTo>
                  <a:pt x="13749" y="19791"/>
                </a:lnTo>
                <a:cubicBezTo>
                  <a:pt x="13906" y="19742"/>
                  <a:pt x="14120" y="19807"/>
                  <a:pt x="14228" y="19932"/>
                </a:cubicBezTo>
                <a:lnTo>
                  <a:pt x="14757" y="20543"/>
                </a:lnTo>
                <a:cubicBezTo>
                  <a:pt x="14865" y="20668"/>
                  <a:pt x="14957" y="20767"/>
                  <a:pt x="14968" y="20766"/>
                </a:cubicBezTo>
                <a:cubicBezTo>
                  <a:pt x="14974" y="20761"/>
                  <a:pt x="15102" y="20701"/>
                  <a:pt x="15253" y="20631"/>
                </a:cubicBezTo>
                <a:lnTo>
                  <a:pt x="16543" y="19937"/>
                </a:lnTo>
                <a:cubicBezTo>
                  <a:pt x="16683" y="19850"/>
                  <a:pt x="16802" y="19780"/>
                  <a:pt x="16813" y="19774"/>
                </a:cubicBezTo>
                <a:cubicBezTo>
                  <a:pt x="16818" y="19769"/>
                  <a:pt x="16792" y="19633"/>
                  <a:pt x="16749" y="19476"/>
                </a:cubicBezTo>
                <a:lnTo>
                  <a:pt x="16538" y="18673"/>
                </a:lnTo>
                <a:cubicBezTo>
                  <a:pt x="16495" y="18516"/>
                  <a:pt x="16565" y="18301"/>
                  <a:pt x="16695" y="18192"/>
                </a:cubicBezTo>
                <a:lnTo>
                  <a:pt x="17622" y="17336"/>
                </a:lnTo>
                <a:cubicBezTo>
                  <a:pt x="17736" y="17216"/>
                  <a:pt x="17957" y="17173"/>
                  <a:pt x="18108" y="17232"/>
                </a:cubicBezTo>
                <a:lnTo>
                  <a:pt x="18868" y="17535"/>
                </a:lnTo>
                <a:cubicBezTo>
                  <a:pt x="19019" y="17595"/>
                  <a:pt x="19150" y="17639"/>
                  <a:pt x="19155" y="17634"/>
                </a:cubicBezTo>
                <a:cubicBezTo>
                  <a:pt x="19160" y="17628"/>
                  <a:pt x="19247" y="17515"/>
                  <a:pt x="19344" y="17380"/>
                </a:cubicBezTo>
                <a:lnTo>
                  <a:pt x="20175" y="16127"/>
                </a:lnTo>
                <a:cubicBezTo>
                  <a:pt x="20262" y="15986"/>
                  <a:pt x="20332" y="15861"/>
                  <a:pt x="20337" y="15856"/>
                </a:cubicBezTo>
                <a:cubicBezTo>
                  <a:pt x="20342" y="15850"/>
                  <a:pt x="20256" y="15743"/>
                  <a:pt x="20143" y="15624"/>
                </a:cubicBezTo>
                <a:lnTo>
                  <a:pt x="19570" y="14989"/>
                </a:lnTo>
                <a:cubicBezTo>
                  <a:pt x="19462" y="14869"/>
                  <a:pt x="19419" y="14642"/>
                  <a:pt x="19479" y="14491"/>
                </a:cubicBezTo>
                <a:lnTo>
                  <a:pt x="19862" y="13390"/>
                </a:lnTo>
                <a:cubicBezTo>
                  <a:pt x="19910" y="13233"/>
                  <a:pt x="20082" y="13088"/>
                  <a:pt x="20244" y="13072"/>
                </a:cubicBezTo>
                <a:lnTo>
                  <a:pt x="21081" y="12978"/>
                </a:lnTo>
                <a:cubicBezTo>
                  <a:pt x="21243" y="12962"/>
                  <a:pt x="21379" y="12940"/>
                  <a:pt x="21384" y="12929"/>
                </a:cubicBezTo>
                <a:cubicBezTo>
                  <a:pt x="21384" y="12918"/>
                  <a:pt x="21404" y="12784"/>
                  <a:pt x="21431" y="12616"/>
                </a:cubicBezTo>
                <a:lnTo>
                  <a:pt x="21583" y="11072"/>
                </a:lnTo>
                <a:cubicBezTo>
                  <a:pt x="21594" y="10909"/>
                  <a:pt x="21600" y="10767"/>
                  <a:pt x="21600" y="10757"/>
                </a:cubicBezTo>
                <a:cubicBezTo>
                  <a:pt x="21584" y="10757"/>
                  <a:pt x="21460" y="10702"/>
                  <a:pt x="21303" y="10648"/>
                </a:cubicBezTo>
                <a:lnTo>
                  <a:pt x="20477" y="10345"/>
                </a:lnTo>
                <a:cubicBezTo>
                  <a:pt x="20321" y="10291"/>
                  <a:pt x="20180" y="10106"/>
                  <a:pt x="20163" y="9944"/>
                </a:cubicBezTo>
                <a:lnTo>
                  <a:pt x="20013" y="8914"/>
                </a:lnTo>
                <a:cubicBezTo>
                  <a:pt x="19981" y="8752"/>
                  <a:pt x="20067" y="8546"/>
                  <a:pt x="20202" y="8454"/>
                </a:cubicBezTo>
                <a:lnTo>
                  <a:pt x="20926" y="7966"/>
                </a:lnTo>
                <a:cubicBezTo>
                  <a:pt x="21060" y="7874"/>
                  <a:pt x="21174" y="7792"/>
                  <a:pt x="21168" y="7781"/>
                </a:cubicBezTo>
                <a:cubicBezTo>
                  <a:pt x="21168" y="7770"/>
                  <a:pt x="21119" y="7640"/>
                  <a:pt x="21065" y="7483"/>
                </a:cubicBezTo>
                <a:lnTo>
                  <a:pt x="20472" y="6000"/>
                </a:lnTo>
                <a:cubicBezTo>
                  <a:pt x="20402" y="5848"/>
                  <a:pt x="20342" y="5723"/>
                  <a:pt x="20337" y="5712"/>
                </a:cubicBezTo>
                <a:cubicBezTo>
                  <a:pt x="20332" y="5701"/>
                  <a:pt x="20197" y="5717"/>
                  <a:pt x="20035" y="5739"/>
                </a:cubicBezTo>
                <a:lnTo>
                  <a:pt x="19133" y="5858"/>
                </a:lnTo>
                <a:cubicBezTo>
                  <a:pt x="18971" y="5879"/>
                  <a:pt x="18761" y="5788"/>
                  <a:pt x="18674" y="5648"/>
                </a:cubicBezTo>
                <a:lnTo>
                  <a:pt x="18135" y="4899"/>
                </a:lnTo>
                <a:cubicBezTo>
                  <a:pt x="18032" y="4769"/>
                  <a:pt x="18017" y="4548"/>
                  <a:pt x="18093" y="4401"/>
                </a:cubicBezTo>
                <a:lnTo>
                  <a:pt x="18518" y="3609"/>
                </a:lnTo>
                <a:cubicBezTo>
                  <a:pt x="18593" y="3462"/>
                  <a:pt x="18653" y="3338"/>
                  <a:pt x="18647" y="3333"/>
                </a:cubicBezTo>
                <a:cubicBezTo>
                  <a:pt x="18642" y="3327"/>
                  <a:pt x="18540" y="3230"/>
                  <a:pt x="18422" y="3116"/>
                </a:cubicBezTo>
                <a:lnTo>
                  <a:pt x="17186" y="2044"/>
                </a:lnTo>
                <a:cubicBezTo>
                  <a:pt x="17056" y="1941"/>
                  <a:pt x="16943" y="1853"/>
                  <a:pt x="16938" y="1848"/>
                </a:cubicBezTo>
                <a:cubicBezTo>
                  <a:pt x="16932" y="1842"/>
                  <a:pt x="16813" y="1918"/>
                  <a:pt x="16683" y="2010"/>
                </a:cubicBezTo>
                <a:lnTo>
                  <a:pt x="15934" y="2547"/>
                </a:lnTo>
                <a:cubicBezTo>
                  <a:pt x="15800" y="2644"/>
                  <a:pt x="15572" y="2655"/>
                  <a:pt x="15432" y="2574"/>
                </a:cubicBezTo>
                <a:lnTo>
                  <a:pt x="14682" y="2190"/>
                </a:lnTo>
                <a:cubicBezTo>
                  <a:pt x="14531" y="2119"/>
                  <a:pt x="14411" y="1929"/>
                  <a:pt x="14417" y="1761"/>
                </a:cubicBezTo>
                <a:lnTo>
                  <a:pt x="14429" y="840"/>
                </a:lnTo>
                <a:cubicBezTo>
                  <a:pt x="14429" y="677"/>
                  <a:pt x="14428" y="537"/>
                  <a:pt x="14417" y="537"/>
                </a:cubicBezTo>
                <a:cubicBezTo>
                  <a:pt x="14411" y="531"/>
                  <a:pt x="14272" y="494"/>
                  <a:pt x="14115" y="445"/>
                </a:cubicBezTo>
                <a:lnTo>
                  <a:pt x="12508" y="54"/>
                </a:lnTo>
                <a:cubicBezTo>
                  <a:pt x="12346" y="22"/>
                  <a:pt x="12205" y="0"/>
                  <a:pt x="12200" y="0"/>
                </a:cubicBezTo>
                <a:cubicBezTo>
                  <a:pt x="12189" y="0"/>
                  <a:pt x="12125" y="120"/>
                  <a:pt x="12049" y="266"/>
                </a:cubicBezTo>
                <a:lnTo>
                  <a:pt x="11628" y="1096"/>
                </a:lnTo>
                <a:cubicBezTo>
                  <a:pt x="11552" y="1242"/>
                  <a:pt x="11358" y="1355"/>
                  <a:pt x="11196" y="1350"/>
                </a:cubicBezTo>
                <a:lnTo>
                  <a:pt x="10387" y="1350"/>
                </a:lnTo>
                <a:cubicBezTo>
                  <a:pt x="10225" y="1355"/>
                  <a:pt x="10025" y="1242"/>
                  <a:pt x="9955" y="1096"/>
                </a:cubicBezTo>
                <a:lnTo>
                  <a:pt x="9534" y="266"/>
                </a:lnTo>
                <a:cubicBezTo>
                  <a:pt x="9458" y="120"/>
                  <a:pt x="9394" y="0"/>
                  <a:pt x="9384" y="0"/>
                </a:cubicBezTo>
                <a:close/>
                <a:moveTo>
                  <a:pt x="10792" y="5820"/>
                </a:moveTo>
                <a:cubicBezTo>
                  <a:pt x="13533" y="5820"/>
                  <a:pt x="15761" y="8053"/>
                  <a:pt x="15761" y="10811"/>
                </a:cubicBezTo>
                <a:cubicBezTo>
                  <a:pt x="15761" y="13569"/>
                  <a:pt x="13533" y="15801"/>
                  <a:pt x="10792" y="15801"/>
                </a:cubicBezTo>
                <a:cubicBezTo>
                  <a:pt x="8051" y="15801"/>
                  <a:pt x="5822" y="13569"/>
                  <a:pt x="5822" y="10811"/>
                </a:cubicBezTo>
                <a:cubicBezTo>
                  <a:pt x="5822" y="8053"/>
                  <a:pt x="8045" y="5820"/>
                  <a:pt x="10792" y="5820"/>
                </a:cubicBezTo>
                <a:close/>
                <a:moveTo>
                  <a:pt x="10792" y="7592"/>
                </a:moveTo>
                <a:cubicBezTo>
                  <a:pt x="9016" y="7592"/>
                  <a:pt x="7581" y="9033"/>
                  <a:pt x="7581" y="10816"/>
                </a:cubicBezTo>
                <a:cubicBezTo>
                  <a:pt x="7581" y="12593"/>
                  <a:pt x="9016" y="14040"/>
                  <a:pt x="10792" y="14040"/>
                </a:cubicBezTo>
                <a:cubicBezTo>
                  <a:pt x="12567" y="14040"/>
                  <a:pt x="14002" y="12599"/>
                  <a:pt x="14002" y="10816"/>
                </a:cubicBezTo>
                <a:cubicBezTo>
                  <a:pt x="14002" y="9033"/>
                  <a:pt x="12567" y="7592"/>
                  <a:pt x="10792" y="7592"/>
                </a:cubicBezTo>
                <a:close/>
              </a:path>
            </a:pathLst>
          </a:custGeom>
          <a:solidFill>
            <a:srgbClr val="F9A94C"/>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43" name="Google Shape;43;p3"/>
          <p:cNvSpPr/>
          <p:nvPr/>
        </p:nvSpPr>
        <p:spPr>
          <a:xfrm>
            <a:off x="7106402" y="1635231"/>
            <a:ext cx="479940" cy="540608"/>
          </a:xfrm>
          <a:custGeom>
            <a:avLst/>
            <a:gdLst/>
            <a:ahLst/>
            <a:cxnLst/>
            <a:rect l="l" t="t" r="r" b="b"/>
            <a:pathLst>
              <a:path w="21048" h="21600" extrusionOk="0">
                <a:moveTo>
                  <a:pt x="10524" y="0"/>
                </a:moveTo>
                <a:cubicBezTo>
                  <a:pt x="9635" y="0"/>
                  <a:pt x="8359" y="577"/>
                  <a:pt x="7326" y="3327"/>
                </a:cubicBezTo>
                <a:cubicBezTo>
                  <a:pt x="7137" y="3832"/>
                  <a:pt x="6970" y="4380"/>
                  <a:pt x="6824" y="4961"/>
                </a:cubicBezTo>
                <a:cubicBezTo>
                  <a:pt x="6200" y="4785"/>
                  <a:pt x="5595" y="4643"/>
                  <a:pt x="5020" y="4540"/>
                </a:cubicBezTo>
                <a:cubicBezTo>
                  <a:pt x="1890" y="3980"/>
                  <a:pt x="703" y="4698"/>
                  <a:pt x="258" y="5400"/>
                </a:cubicBezTo>
                <a:cubicBezTo>
                  <a:pt x="-186" y="6101"/>
                  <a:pt x="-276" y="7396"/>
                  <a:pt x="1822" y="9586"/>
                </a:cubicBezTo>
                <a:cubicBezTo>
                  <a:pt x="2207" y="9988"/>
                  <a:pt x="2643" y="10394"/>
                  <a:pt x="3123" y="10799"/>
                </a:cubicBezTo>
                <a:cubicBezTo>
                  <a:pt x="2644" y="11204"/>
                  <a:pt x="2207" y="11610"/>
                  <a:pt x="1822" y="12013"/>
                </a:cubicBezTo>
                <a:cubicBezTo>
                  <a:pt x="-276" y="14202"/>
                  <a:pt x="-186" y="15499"/>
                  <a:pt x="258" y="16200"/>
                </a:cubicBezTo>
                <a:cubicBezTo>
                  <a:pt x="591" y="16726"/>
                  <a:pt x="1341" y="17260"/>
                  <a:pt x="3011" y="17260"/>
                </a:cubicBezTo>
                <a:cubicBezTo>
                  <a:pt x="3571" y="17260"/>
                  <a:pt x="4234" y="17200"/>
                  <a:pt x="5020" y="17060"/>
                </a:cubicBezTo>
                <a:cubicBezTo>
                  <a:pt x="5595" y="16957"/>
                  <a:pt x="6200" y="16815"/>
                  <a:pt x="6824" y="16639"/>
                </a:cubicBezTo>
                <a:cubicBezTo>
                  <a:pt x="6970" y="17220"/>
                  <a:pt x="7137" y="17766"/>
                  <a:pt x="7326" y="18271"/>
                </a:cubicBezTo>
                <a:cubicBezTo>
                  <a:pt x="8359" y="21022"/>
                  <a:pt x="9635" y="21600"/>
                  <a:pt x="10524" y="21600"/>
                </a:cubicBezTo>
                <a:cubicBezTo>
                  <a:pt x="11413" y="21600"/>
                  <a:pt x="12689" y="21022"/>
                  <a:pt x="13722" y="18271"/>
                </a:cubicBezTo>
                <a:cubicBezTo>
                  <a:pt x="13911" y="17766"/>
                  <a:pt x="14080" y="17220"/>
                  <a:pt x="14226" y="16639"/>
                </a:cubicBezTo>
                <a:cubicBezTo>
                  <a:pt x="14850" y="16815"/>
                  <a:pt x="15453" y="16957"/>
                  <a:pt x="16028" y="17060"/>
                </a:cubicBezTo>
                <a:cubicBezTo>
                  <a:pt x="16814" y="17200"/>
                  <a:pt x="17479" y="17260"/>
                  <a:pt x="18038" y="17260"/>
                </a:cubicBezTo>
                <a:cubicBezTo>
                  <a:pt x="19709" y="17260"/>
                  <a:pt x="20457" y="16726"/>
                  <a:pt x="20790" y="16200"/>
                </a:cubicBezTo>
                <a:cubicBezTo>
                  <a:pt x="21234" y="15499"/>
                  <a:pt x="21324" y="14202"/>
                  <a:pt x="19226" y="12013"/>
                </a:cubicBezTo>
                <a:cubicBezTo>
                  <a:pt x="18841" y="11610"/>
                  <a:pt x="18405" y="11204"/>
                  <a:pt x="17925" y="10799"/>
                </a:cubicBezTo>
                <a:cubicBezTo>
                  <a:pt x="18404" y="10394"/>
                  <a:pt x="18841" y="9988"/>
                  <a:pt x="19226" y="9586"/>
                </a:cubicBezTo>
                <a:cubicBezTo>
                  <a:pt x="21324" y="7396"/>
                  <a:pt x="21234" y="6101"/>
                  <a:pt x="20790" y="5400"/>
                </a:cubicBezTo>
                <a:cubicBezTo>
                  <a:pt x="20345" y="4698"/>
                  <a:pt x="19158" y="3980"/>
                  <a:pt x="16028" y="4540"/>
                </a:cubicBezTo>
                <a:cubicBezTo>
                  <a:pt x="15453" y="4643"/>
                  <a:pt x="14850" y="4785"/>
                  <a:pt x="14226" y="4961"/>
                </a:cubicBezTo>
                <a:cubicBezTo>
                  <a:pt x="14080" y="4380"/>
                  <a:pt x="13911" y="3832"/>
                  <a:pt x="13722" y="3327"/>
                </a:cubicBezTo>
                <a:cubicBezTo>
                  <a:pt x="12689" y="577"/>
                  <a:pt x="11413" y="0"/>
                  <a:pt x="10524" y="0"/>
                </a:cubicBezTo>
                <a:close/>
                <a:moveTo>
                  <a:pt x="10524" y="856"/>
                </a:moveTo>
                <a:cubicBezTo>
                  <a:pt x="11556" y="856"/>
                  <a:pt x="12661" y="2513"/>
                  <a:pt x="13329" y="5231"/>
                </a:cubicBezTo>
                <a:cubicBezTo>
                  <a:pt x="12420" y="5525"/>
                  <a:pt x="11478" y="5885"/>
                  <a:pt x="10524" y="6304"/>
                </a:cubicBezTo>
                <a:cubicBezTo>
                  <a:pt x="9571" y="5885"/>
                  <a:pt x="8628" y="5525"/>
                  <a:pt x="7719" y="5231"/>
                </a:cubicBezTo>
                <a:cubicBezTo>
                  <a:pt x="8386" y="2513"/>
                  <a:pt x="9492" y="856"/>
                  <a:pt x="10524" y="856"/>
                </a:cubicBezTo>
                <a:close/>
                <a:moveTo>
                  <a:pt x="3015" y="5197"/>
                </a:moveTo>
                <a:cubicBezTo>
                  <a:pt x="3968" y="5197"/>
                  <a:pt x="5206" y="5394"/>
                  <a:pt x="6633" y="5801"/>
                </a:cubicBezTo>
                <a:cubicBezTo>
                  <a:pt x="6458" y="6665"/>
                  <a:pt x="6330" y="7591"/>
                  <a:pt x="6252" y="8553"/>
                </a:cubicBezTo>
                <a:cubicBezTo>
                  <a:pt x="5377" y="9095"/>
                  <a:pt x="4562" y="9658"/>
                  <a:pt x="3828" y="10229"/>
                </a:cubicBezTo>
                <a:cubicBezTo>
                  <a:pt x="3348" y="9826"/>
                  <a:pt x="2912" y="9422"/>
                  <a:pt x="2530" y="9023"/>
                </a:cubicBezTo>
                <a:cubicBezTo>
                  <a:pt x="1217" y="7653"/>
                  <a:pt x="672" y="6459"/>
                  <a:pt x="1072" y="5828"/>
                </a:cubicBezTo>
                <a:cubicBezTo>
                  <a:pt x="1335" y="5413"/>
                  <a:pt x="2020" y="5197"/>
                  <a:pt x="3015" y="5197"/>
                </a:cubicBezTo>
                <a:close/>
                <a:moveTo>
                  <a:pt x="18035" y="5197"/>
                </a:moveTo>
                <a:cubicBezTo>
                  <a:pt x="19030" y="5197"/>
                  <a:pt x="19713" y="5413"/>
                  <a:pt x="19976" y="5828"/>
                </a:cubicBezTo>
                <a:cubicBezTo>
                  <a:pt x="20376" y="6459"/>
                  <a:pt x="19831" y="7653"/>
                  <a:pt x="18518" y="9023"/>
                </a:cubicBezTo>
                <a:cubicBezTo>
                  <a:pt x="18136" y="9422"/>
                  <a:pt x="17702" y="9826"/>
                  <a:pt x="17221" y="10229"/>
                </a:cubicBezTo>
                <a:cubicBezTo>
                  <a:pt x="16488" y="9658"/>
                  <a:pt x="15673" y="9095"/>
                  <a:pt x="14798" y="8553"/>
                </a:cubicBezTo>
                <a:cubicBezTo>
                  <a:pt x="14720" y="7591"/>
                  <a:pt x="14590" y="6665"/>
                  <a:pt x="14415" y="5801"/>
                </a:cubicBezTo>
                <a:cubicBezTo>
                  <a:pt x="15842" y="5394"/>
                  <a:pt x="17082" y="5197"/>
                  <a:pt x="18035" y="5197"/>
                </a:cubicBezTo>
                <a:close/>
                <a:moveTo>
                  <a:pt x="7532" y="6078"/>
                </a:moveTo>
                <a:cubicBezTo>
                  <a:pt x="8148" y="6281"/>
                  <a:pt x="8794" y="6520"/>
                  <a:pt x="9461" y="6795"/>
                </a:cubicBezTo>
                <a:cubicBezTo>
                  <a:pt x="9088" y="6975"/>
                  <a:pt x="8715" y="7162"/>
                  <a:pt x="8343" y="7358"/>
                </a:cubicBezTo>
                <a:cubicBezTo>
                  <a:pt x="7971" y="7553"/>
                  <a:pt x="7605" y="7754"/>
                  <a:pt x="7248" y="7958"/>
                </a:cubicBezTo>
                <a:cubicBezTo>
                  <a:pt x="7320" y="7295"/>
                  <a:pt x="7416" y="6666"/>
                  <a:pt x="7532" y="6078"/>
                </a:cubicBezTo>
                <a:close/>
                <a:moveTo>
                  <a:pt x="13516" y="6078"/>
                </a:moveTo>
                <a:cubicBezTo>
                  <a:pt x="13632" y="6666"/>
                  <a:pt x="13728" y="7295"/>
                  <a:pt x="13800" y="7958"/>
                </a:cubicBezTo>
                <a:cubicBezTo>
                  <a:pt x="13443" y="7754"/>
                  <a:pt x="13078" y="7553"/>
                  <a:pt x="12706" y="7358"/>
                </a:cubicBezTo>
                <a:cubicBezTo>
                  <a:pt x="12335" y="7162"/>
                  <a:pt x="11962" y="6975"/>
                  <a:pt x="11589" y="6795"/>
                </a:cubicBezTo>
                <a:cubicBezTo>
                  <a:pt x="12256" y="6520"/>
                  <a:pt x="12900" y="6281"/>
                  <a:pt x="13516" y="6078"/>
                </a:cubicBezTo>
                <a:close/>
                <a:moveTo>
                  <a:pt x="10524" y="7258"/>
                </a:moveTo>
                <a:cubicBezTo>
                  <a:pt x="11084" y="7514"/>
                  <a:pt x="11656" y="7793"/>
                  <a:pt x="12236" y="8099"/>
                </a:cubicBezTo>
                <a:cubicBezTo>
                  <a:pt x="12807" y="8399"/>
                  <a:pt x="13361" y="8709"/>
                  <a:pt x="13892" y="9029"/>
                </a:cubicBezTo>
                <a:cubicBezTo>
                  <a:pt x="13929" y="9598"/>
                  <a:pt x="13948" y="10189"/>
                  <a:pt x="13948" y="10799"/>
                </a:cubicBezTo>
                <a:cubicBezTo>
                  <a:pt x="13948" y="11410"/>
                  <a:pt x="13927" y="12000"/>
                  <a:pt x="13890" y="12570"/>
                </a:cubicBezTo>
                <a:cubicBezTo>
                  <a:pt x="13359" y="12889"/>
                  <a:pt x="12806" y="13201"/>
                  <a:pt x="12236" y="13501"/>
                </a:cubicBezTo>
                <a:cubicBezTo>
                  <a:pt x="11655" y="13807"/>
                  <a:pt x="11084" y="14087"/>
                  <a:pt x="10524" y="14342"/>
                </a:cubicBezTo>
                <a:cubicBezTo>
                  <a:pt x="9964" y="14087"/>
                  <a:pt x="9393" y="13807"/>
                  <a:pt x="8812" y="13501"/>
                </a:cubicBezTo>
                <a:cubicBezTo>
                  <a:pt x="8241" y="13201"/>
                  <a:pt x="7689" y="12891"/>
                  <a:pt x="7158" y="12571"/>
                </a:cubicBezTo>
                <a:cubicBezTo>
                  <a:pt x="7121" y="12002"/>
                  <a:pt x="7100" y="11410"/>
                  <a:pt x="7100" y="10799"/>
                </a:cubicBezTo>
                <a:cubicBezTo>
                  <a:pt x="7100" y="10189"/>
                  <a:pt x="7121" y="9598"/>
                  <a:pt x="7158" y="9029"/>
                </a:cubicBezTo>
                <a:cubicBezTo>
                  <a:pt x="7689" y="8709"/>
                  <a:pt x="8241" y="8399"/>
                  <a:pt x="8812" y="8099"/>
                </a:cubicBezTo>
                <a:cubicBezTo>
                  <a:pt x="9393" y="7793"/>
                  <a:pt x="9964" y="7514"/>
                  <a:pt x="10524" y="7258"/>
                </a:cubicBezTo>
                <a:close/>
                <a:moveTo>
                  <a:pt x="10524" y="9608"/>
                </a:moveTo>
                <a:cubicBezTo>
                  <a:pt x="10189" y="9608"/>
                  <a:pt x="9855" y="9724"/>
                  <a:pt x="9600" y="9957"/>
                </a:cubicBezTo>
                <a:cubicBezTo>
                  <a:pt x="9089" y="10422"/>
                  <a:pt x="9089" y="11178"/>
                  <a:pt x="9600" y="11643"/>
                </a:cubicBezTo>
                <a:cubicBezTo>
                  <a:pt x="10110" y="12108"/>
                  <a:pt x="10938" y="12108"/>
                  <a:pt x="11448" y="11643"/>
                </a:cubicBezTo>
                <a:cubicBezTo>
                  <a:pt x="11959" y="11178"/>
                  <a:pt x="11959" y="10422"/>
                  <a:pt x="11448" y="9957"/>
                </a:cubicBezTo>
                <a:cubicBezTo>
                  <a:pt x="11193" y="9724"/>
                  <a:pt x="10859" y="9608"/>
                  <a:pt x="10524" y="9608"/>
                </a:cubicBezTo>
                <a:close/>
                <a:moveTo>
                  <a:pt x="6185" y="9638"/>
                </a:moveTo>
                <a:cubicBezTo>
                  <a:pt x="6169" y="10021"/>
                  <a:pt x="6161" y="10408"/>
                  <a:pt x="6161" y="10799"/>
                </a:cubicBezTo>
                <a:cubicBezTo>
                  <a:pt x="6161" y="11190"/>
                  <a:pt x="6169" y="11579"/>
                  <a:pt x="6185" y="11962"/>
                </a:cubicBezTo>
                <a:cubicBezTo>
                  <a:pt x="5601" y="11581"/>
                  <a:pt x="5050" y="11191"/>
                  <a:pt x="4540" y="10799"/>
                </a:cubicBezTo>
                <a:cubicBezTo>
                  <a:pt x="5050" y="10407"/>
                  <a:pt x="5601" y="10019"/>
                  <a:pt x="6185" y="9638"/>
                </a:cubicBezTo>
                <a:close/>
                <a:moveTo>
                  <a:pt x="14863" y="9638"/>
                </a:moveTo>
                <a:cubicBezTo>
                  <a:pt x="15447" y="10019"/>
                  <a:pt x="15998" y="10407"/>
                  <a:pt x="16508" y="10799"/>
                </a:cubicBezTo>
                <a:cubicBezTo>
                  <a:pt x="15998" y="11191"/>
                  <a:pt x="15447" y="11581"/>
                  <a:pt x="14863" y="11962"/>
                </a:cubicBezTo>
                <a:cubicBezTo>
                  <a:pt x="14879" y="11579"/>
                  <a:pt x="14887" y="11190"/>
                  <a:pt x="14887" y="10799"/>
                </a:cubicBezTo>
                <a:cubicBezTo>
                  <a:pt x="14887" y="10408"/>
                  <a:pt x="14879" y="10021"/>
                  <a:pt x="14863" y="9638"/>
                </a:cubicBezTo>
                <a:close/>
                <a:moveTo>
                  <a:pt x="3828" y="11371"/>
                </a:moveTo>
                <a:cubicBezTo>
                  <a:pt x="4562" y="11942"/>
                  <a:pt x="5377" y="12505"/>
                  <a:pt x="6252" y="13047"/>
                </a:cubicBezTo>
                <a:cubicBezTo>
                  <a:pt x="6330" y="14009"/>
                  <a:pt x="6458" y="14933"/>
                  <a:pt x="6633" y="15797"/>
                </a:cubicBezTo>
                <a:cubicBezTo>
                  <a:pt x="5206" y="16204"/>
                  <a:pt x="3968" y="16403"/>
                  <a:pt x="3015" y="16403"/>
                </a:cubicBezTo>
                <a:cubicBezTo>
                  <a:pt x="2020" y="16403"/>
                  <a:pt x="1335" y="16187"/>
                  <a:pt x="1072" y="15772"/>
                </a:cubicBezTo>
                <a:cubicBezTo>
                  <a:pt x="672" y="15141"/>
                  <a:pt x="1217" y="13947"/>
                  <a:pt x="2530" y="12577"/>
                </a:cubicBezTo>
                <a:cubicBezTo>
                  <a:pt x="2912" y="12178"/>
                  <a:pt x="3348" y="11774"/>
                  <a:pt x="3828" y="11371"/>
                </a:cubicBezTo>
                <a:close/>
                <a:moveTo>
                  <a:pt x="17220" y="11371"/>
                </a:moveTo>
                <a:cubicBezTo>
                  <a:pt x="17700" y="11774"/>
                  <a:pt x="18136" y="12178"/>
                  <a:pt x="18518" y="12577"/>
                </a:cubicBezTo>
                <a:cubicBezTo>
                  <a:pt x="19831" y="13947"/>
                  <a:pt x="20376" y="15141"/>
                  <a:pt x="19976" y="15772"/>
                </a:cubicBezTo>
                <a:cubicBezTo>
                  <a:pt x="19713" y="16187"/>
                  <a:pt x="19030" y="16403"/>
                  <a:pt x="18035" y="16403"/>
                </a:cubicBezTo>
                <a:cubicBezTo>
                  <a:pt x="17082" y="16403"/>
                  <a:pt x="15842" y="16204"/>
                  <a:pt x="14415" y="15797"/>
                </a:cubicBezTo>
                <a:cubicBezTo>
                  <a:pt x="14590" y="14933"/>
                  <a:pt x="14718" y="14009"/>
                  <a:pt x="14796" y="13047"/>
                </a:cubicBezTo>
                <a:cubicBezTo>
                  <a:pt x="15671" y="12505"/>
                  <a:pt x="16486" y="11942"/>
                  <a:pt x="17220" y="11371"/>
                </a:cubicBezTo>
                <a:close/>
                <a:moveTo>
                  <a:pt x="7248" y="13642"/>
                </a:moveTo>
                <a:cubicBezTo>
                  <a:pt x="7605" y="13846"/>
                  <a:pt x="7971" y="14047"/>
                  <a:pt x="8343" y="14242"/>
                </a:cubicBezTo>
                <a:cubicBezTo>
                  <a:pt x="8715" y="14438"/>
                  <a:pt x="9088" y="14625"/>
                  <a:pt x="9461" y="14805"/>
                </a:cubicBezTo>
                <a:cubicBezTo>
                  <a:pt x="8794" y="15080"/>
                  <a:pt x="8148" y="15319"/>
                  <a:pt x="7532" y="15522"/>
                </a:cubicBezTo>
                <a:cubicBezTo>
                  <a:pt x="7416" y="14934"/>
                  <a:pt x="7320" y="14305"/>
                  <a:pt x="7248" y="13642"/>
                </a:cubicBezTo>
                <a:close/>
                <a:moveTo>
                  <a:pt x="13800" y="13642"/>
                </a:moveTo>
                <a:cubicBezTo>
                  <a:pt x="13728" y="14305"/>
                  <a:pt x="13632" y="14934"/>
                  <a:pt x="13516" y="15522"/>
                </a:cubicBezTo>
                <a:cubicBezTo>
                  <a:pt x="12900" y="15319"/>
                  <a:pt x="12256" y="15080"/>
                  <a:pt x="11589" y="14805"/>
                </a:cubicBezTo>
                <a:cubicBezTo>
                  <a:pt x="11962" y="14625"/>
                  <a:pt x="12335" y="14438"/>
                  <a:pt x="12706" y="14242"/>
                </a:cubicBezTo>
                <a:cubicBezTo>
                  <a:pt x="13078" y="14047"/>
                  <a:pt x="13443" y="13846"/>
                  <a:pt x="13800" y="13642"/>
                </a:cubicBezTo>
                <a:close/>
                <a:moveTo>
                  <a:pt x="10524" y="15294"/>
                </a:moveTo>
                <a:cubicBezTo>
                  <a:pt x="11478" y="15713"/>
                  <a:pt x="12420" y="16075"/>
                  <a:pt x="13329" y="16369"/>
                </a:cubicBezTo>
                <a:cubicBezTo>
                  <a:pt x="12661" y="19087"/>
                  <a:pt x="11556" y="20744"/>
                  <a:pt x="10524" y="20744"/>
                </a:cubicBezTo>
                <a:cubicBezTo>
                  <a:pt x="9492" y="20744"/>
                  <a:pt x="8386" y="19087"/>
                  <a:pt x="7719" y="16369"/>
                </a:cubicBezTo>
                <a:cubicBezTo>
                  <a:pt x="8628" y="16075"/>
                  <a:pt x="9571" y="15713"/>
                  <a:pt x="10524" y="15294"/>
                </a:cubicBezTo>
                <a:close/>
              </a:path>
            </a:pathLst>
          </a:custGeom>
          <a:solidFill>
            <a:srgbClr val="4BA7B6"/>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44" name="Google Shape;44;p3"/>
          <p:cNvSpPr/>
          <p:nvPr/>
        </p:nvSpPr>
        <p:spPr>
          <a:xfrm>
            <a:off x="9986069" y="5057275"/>
            <a:ext cx="427296" cy="645503"/>
          </a:xfrm>
          <a:custGeom>
            <a:avLst/>
            <a:gdLst/>
            <a:ahLst/>
            <a:cxnLst/>
            <a:rect l="l" t="t" r="r" b="b"/>
            <a:pathLst>
              <a:path w="21483" h="21600" extrusionOk="0">
                <a:moveTo>
                  <a:pt x="10250" y="0"/>
                </a:moveTo>
                <a:cubicBezTo>
                  <a:pt x="9814" y="0"/>
                  <a:pt x="9433" y="155"/>
                  <a:pt x="9220" y="385"/>
                </a:cubicBezTo>
                <a:cubicBezTo>
                  <a:pt x="9223" y="388"/>
                  <a:pt x="9226" y="391"/>
                  <a:pt x="9230" y="394"/>
                </a:cubicBezTo>
                <a:cubicBezTo>
                  <a:pt x="9058" y="411"/>
                  <a:pt x="8887" y="431"/>
                  <a:pt x="8717" y="453"/>
                </a:cubicBezTo>
                <a:cubicBezTo>
                  <a:pt x="8396" y="278"/>
                  <a:pt x="7949" y="215"/>
                  <a:pt x="7531" y="316"/>
                </a:cubicBezTo>
                <a:lnTo>
                  <a:pt x="6587" y="545"/>
                </a:lnTo>
                <a:cubicBezTo>
                  <a:pt x="6177" y="644"/>
                  <a:pt x="5899" y="876"/>
                  <a:pt x="5817" y="1141"/>
                </a:cubicBezTo>
                <a:cubicBezTo>
                  <a:pt x="5823" y="1143"/>
                  <a:pt x="5828" y="1147"/>
                  <a:pt x="5835" y="1149"/>
                </a:cubicBezTo>
                <a:cubicBezTo>
                  <a:pt x="5683" y="1204"/>
                  <a:pt x="5533" y="1261"/>
                  <a:pt x="5386" y="1321"/>
                </a:cubicBezTo>
                <a:cubicBezTo>
                  <a:pt x="4992" y="1227"/>
                  <a:pt x="4537" y="1270"/>
                  <a:pt x="4194" y="1462"/>
                </a:cubicBezTo>
                <a:lnTo>
                  <a:pt x="3426" y="1891"/>
                </a:lnTo>
                <a:cubicBezTo>
                  <a:pt x="3092" y="2078"/>
                  <a:pt x="2949" y="2358"/>
                  <a:pt x="3008" y="2627"/>
                </a:cubicBezTo>
                <a:cubicBezTo>
                  <a:pt x="3018" y="2628"/>
                  <a:pt x="3026" y="2630"/>
                  <a:pt x="3036" y="2632"/>
                </a:cubicBezTo>
                <a:cubicBezTo>
                  <a:pt x="2922" y="2717"/>
                  <a:pt x="2810" y="2805"/>
                  <a:pt x="2702" y="2895"/>
                </a:cubicBezTo>
                <a:cubicBezTo>
                  <a:pt x="2281" y="2894"/>
                  <a:pt x="1873" y="3038"/>
                  <a:pt x="1648" y="3297"/>
                </a:cubicBezTo>
                <a:lnTo>
                  <a:pt x="1146" y="3876"/>
                </a:lnTo>
                <a:cubicBezTo>
                  <a:pt x="928" y="4128"/>
                  <a:pt x="937" y="4424"/>
                  <a:pt x="1130" y="4662"/>
                </a:cubicBezTo>
                <a:cubicBezTo>
                  <a:pt x="1140" y="4661"/>
                  <a:pt x="1149" y="4662"/>
                  <a:pt x="1159" y="4661"/>
                </a:cubicBezTo>
                <a:cubicBezTo>
                  <a:pt x="1095" y="4767"/>
                  <a:pt x="1035" y="4874"/>
                  <a:pt x="980" y="4983"/>
                </a:cubicBezTo>
                <a:cubicBezTo>
                  <a:pt x="585" y="5078"/>
                  <a:pt x="275" y="5307"/>
                  <a:pt x="197" y="5601"/>
                </a:cubicBezTo>
                <a:lnTo>
                  <a:pt x="23" y="6260"/>
                </a:lnTo>
                <a:cubicBezTo>
                  <a:pt x="-52" y="6546"/>
                  <a:pt x="109" y="6822"/>
                  <a:pt x="414" y="7002"/>
                </a:cubicBezTo>
                <a:cubicBezTo>
                  <a:pt x="423" y="6998"/>
                  <a:pt x="432" y="6997"/>
                  <a:pt x="442" y="6993"/>
                </a:cubicBezTo>
                <a:cubicBezTo>
                  <a:pt x="439" y="7058"/>
                  <a:pt x="437" y="7123"/>
                  <a:pt x="437" y="7189"/>
                </a:cubicBezTo>
                <a:cubicBezTo>
                  <a:pt x="437" y="7238"/>
                  <a:pt x="440" y="7287"/>
                  <a:pt x="442" y="7336"/>
                </a:cubicBezTo>
                <a:cubicBezTo>
                  <a:pt x="118" y="7516"/>
                  <a:pt x="-60" y="7802"/>
                  <a:pt x="18" y="8097"/>
                </a:cubicBezTo>
                <a:lnTo>
                  <a:pt x="194" y="8756"/>
                </a:lnTo>
                <a:cubicBezTo>
                  <a:pt x="270" y="9042"/>
                  <a:pt x="563" y="9265"/>
                  <a:pt x="942" y="9365"/>
                </a:cubicBezTo>
                <a:cubicBezTo>
                  <a:pt x="947" y="9361"/>
                  <a:pt x="954" y="9356"/>
                  <a:pt x="960" y="9352"/>
                </a:cubicBezTo>
                <a:cubicBezTo>
                  <a:pt x="1014" y="9461"/>
                  <a:pt x="1073" y="9569"/>
                  <a:pt x="1136" y="9676"/>
                </a:cubicBezTo>
                <a:cubicBezTo>
                  <a:pt x="927" y="9918"/>
                  <a:pt x="912" y="10224"/>
                  <a:pt x="1136" y="10483"/>
                </a:cubicBezTo>
                <a:lnTo>
                  <a:pt x="1636" y="11061"/>
                </a:lnTo>
                <a:cubicBezTo>
                  <a:pt x="1854" y="11313"/>
                  <a:pt x="2246" y="11456"/>
                  <a:pt x="2653" y="11464"/>
                </a:cubicBezTo>
                <a:cubicBezTo>
                  <a:pt x="2656" y="11459"/>
                  <a:pt x="2661" y="11454"/>
                  <a:pt x="2664" y="11449"/>
                </a:cubicBezTo>
                <a:cubicBezTo>
                  <a:pt x="2771" y="11539"/>
                  <a:pt x="2881" y="11629"/>
                  <a:pt x="2995" y="11715"/>
                </a:cubicBezTo>
                <a:cubicBezTo>
                  <a:pt x="2924" y="11989"/>
                  <a:pt x="3066" y="12279"/>
                  <a:pt x="3409" y="12471"/>
                </a:cubicBezTo>
                <a:lnTo>
                  <a:pt x="4176" y="12900"/>
                </a:lnTo>
                <a:cubicBezTo>
                  <a:pt x="4511" y="13087"/>
                  <a:pt x="4953" y="13131"/>
                  <a:pt x="5340" y="13046"/>
                </a:cubicBezTo>
                <a:cubicBezTo>
                  <a:pt x="5340" y="13043"/>
                  <a:pt x="5340" y="13040"/>
                  <a:pt x="5340" y="13036"/>
                </a:cubicBezTo>
                <a:cubicBezTo>
                  <a:pt x="5487" y="13097"/>
                  <a:pt x="5639" y="13155"/>
                  <a:pt x="5791" y="13211"/>
                </a:cubicBezTo>
                <a:cubicBezTo>
                  <a:pt x="5868" y="13482"/>
                  <a:pt x="6150" y="13721"/>
                  <a:pt x="6567" y="13822"/>
                </a:cubicBezTo>
                <a:lnTo>
                  <a:pt x="7511" y="14050"/>
                </a:lnTo>
                <a:cubicBezTo>
                  <a:pt x="7920" y="14149"/>
                  <a:pt x="8357" y="14090"/>
                  <a:pt x="8676" y="13922"/>
                </a:cubicBezTo>
                <a:cubicBezTo>
                  <a:pt x="8676" y="13921"/>
                  <a:pt x="8675" y="13921"/>
                  <a:pt x="8674" y="13919"/>
                </a:cubicBezTo>
                <a:cubicBezTo>
                  <a:pt x="8844" y="13942"/>
                  <a:pt x="9016" y="13962"/>
                  <a:pt x="9189" y="13980"/>
                </a:cubicBezTo>
                <a:cubicBezTo>
                  <a:pt x="9402" y="14215"/>
                  <a:pt x="9789" y="14372"/>
                  <a:pt x="10230" y="14372"/>
                </a:cubicBezTo>
                <a:lnTo>
                  <a:pt x="11233" y="14372"/>
                </a:lnTo>
                <a:cubicBezTo>
                  <a:pt x="11669" y="14372"/>
                  <a:pt x="12049" y="14217"/>
                  <a:pt x="12263" y="13987"/>
                </a:cubicBezTo>
                <a:cubicBezTo>
                  <a:pt x="12263" y="13987"/>
                  <a:pt x="12263" y="13985"/>
                  <a:pt x="12263" y="13985"/>
                </a:cubicBezTo>
                <a:cubicBezTo>
                  <a:pt x="12437" y="13968"/>
                  <a:pt x="12610" y="13948"/>
                  <a:pt x="12781" y="13926"/>
                </a:cubicBezTo>
                <a:cubicBezTo>
                  <a:pt x="13101" y="14095"/>
                  <a:pt x="13541" y="14154"/>
                  <a:pt x="13952" y="14055"/>
                </a:cubicBezTo>
                <a:lnTo>
                  <a:pt x="14896" y="13827"/>
                </a:lnTo>
                <a:cubicBezTo>
                  <a:pt x="15303" y="13729"/>
                  <a:pt x="15582" y="13498"/>
                  <a:pt x="15666" y="13235"/>
                </a:cubicBezTo>
                <a:cubicBezTo>
                  <a:pt x="15823" y="13178"/>
                  <a:pt x="15979" y="13118"/>
                  <a:pt x="16131" y="13056"/>
                </a:cubicBezTo>
                <a:cubicBezTo>
                  <a:pt x="16516" y="13141"/>
                  <a:pt x="16955" y="13097"/>
                  <a:pt x="17289" y="12910"/>
                </a:cubicBezTo>
                <a:lnTo>
                  <a:pt x="18059" y="12481"/>
                </a:lnTo>
                <a:cubicBezTo>
                  <a:pt x="18391" y="12296"/>
                  <a:pt x="18533" y="12017"/>
                  <a:pt x="18477" y="11751"/>
                </a:cubicBezTo>
                <a:cubicBezTo>
                  <a:pt x="18597" y="11662"/>
                  <a:pt x="18712" y="11569"/>
                  <a:pt x="18824" y="11476"/>
                </a:cubicBezTo>
                <a:cubicBezTo>
                  <a:pt x="19229" y="11467"/>
                  <a:pt x="19620" y="11325"/>
                  <a:pt x="19837" y="11075"/>
                </a:cubicBezTo>
                <a:lnTo>
                  <a:pt x="20337" y="10496"/>
                </a:lnTo>
                <a:cubicBezTo>
                  <a:pt x="20552" y="10248"/>
                  <a:pt x="20546" y="9955"/>
                  <a:pt x="20360" y="9718"/>
                </a:cubicBezTo>
                <a:cubicBezTo>
                  <a:pt x="20427" y="9606"/>
                  <a:pt x="20491" y="9493"/>
                  <a:pt x="20549" y="9377"/>
                </a:cubicBezTo>
                <a:cubicBezTo>
                  <a:pt x="20922" y="9276"/>
                  <a:pt x="21211" y="9052"/>
                  <a:pt x="21286" y="8769"/>
                </a:cubicBezTo>
                <a:lnTo>
                  <a:pt x="21460" y="8112"/>
                </a:lnTo>
                <a:cubicBezTo>
                  <a:pt x="21534" y="7829"/>
                  <a:pt x="21377" y="7554"/>
                  <a:pt x="21080" y="7374"/>
                </a:cubicBezTo>
                <a:cubicBezTo>
                  <a:pt x="21082" y="7312"/>
                  <a:pt x="21082" y="7251"/>
                  <a:pt x="21082" y="7189"/>
                </a:cubicBezTo>
                <a:cubicBezTo>
                  <a:pt x="21082" y="7130"/>
                  <a:pt x="21082" y="7072"/>
                  <a:pt x="21080" y="7014"/>
                </a:cubicBezTo>
                <a:cubicBezTo>
                  <a:pt x="21380" y="6834"/>
                  <a:pt x="21540" y="6557"/>
                  <a:pt x="21465" y="6274"/>
                </a:cubicBezTo>
                <a:lnTo>
                  <a:pt x="21289" y="5616"/>
                </a:lnTo>
                <a:cubicBezTo>
                  <a:pt x="21214" y="5334"/>
                  <a:pt x="20924" y="5112"/>
                  <a:pt x="20551" y="5010"/>
                </a:cubicBezTo>
                <a:cubicBezTo>
                  <a:pt x="20494" y="4896"/>
                  <a:pt x="20434" y="4783"/>
                  <a:pt x="20368" y="4671"/>
                </a:cubicBezTo>
                <a:cubicBezTo>
                  <a:pt x="20557" y="4433"/>
                  <a:pt x="20567" y="4138"/>
                  <a:pt x="20350" y="3888"/>
                </a:cubicBezTo>
                <a:lnTo>
                  <a:pt x="19847" y="3309"/>
                </a:lnTo>
                <a:cubicBezTo>
                  <a:pt x="19630" y="3059"/>
                  <a:pt x="19240" y="2917"/>
                  <a:pt x="18835" y="2908"/>
                </a:cubicBezTo>
                <a:cubicBezTo>
                  <a:pt x="18725" y="2816"/>
                  <a:pt x="18610" y="2726"/>
                  <a:pt x="18493" y="2638"/>
                </a:cubicBezTo>
                <a:cubicBezTo>
                  <a:pt x="18553" y="2370"/>
                  <a:pt x="18409" y="2087"/>
                  <a:pt x="18074" y="1900"/>
                </a:cubicBezTo>
                <a:lnTo>
                  <a:pt x="17307" y="1470"/>
                </a:lnTo>
                <a:cubicBezTo>
                  <a:pt x="16972" y="1284"/>
                  <a:pt x="16530" y="1239"/>
                  <a:pt x="16143" y="1324"/>
                </a:cubicBezTo>
                <a:cubicBezTo>
                  <a:pt x="16143" y="1325"/>
                  <a:pt x="16143" y="1326"/>
                  <a:pt x="16143" y="1326"/>
                </a:cubicBezTo>
                <a:cubicBezTo>
                  <a:pt x="15994" y="1265"/>
                  <a:pt x="15843" y="1207"/>
                  <a:pt x="15689" y="1151"/>
                </a:cubicBezTo>
                <a:cubicBezTo>
                  <a:pt x="15609" y="884"/>
                  <a:pt x="15328" y="650"/>
                  <a:pt x="14916" y="550"/>
                </a:cubicBezTo>
                <a:lnTo>
                  <a:pt x="13972" y="321"/>
                </a:lnTo>
                <a:cubicBezTo>
                  <a:pt x="13562" y="222"/>
                  <a:pt x="13126" y="280"/>
                  <a:pt x="12807" y="448"/>
                </a:cubicBezTo>
                <a:cubicBezTo>
                  <a:pt x="12808" y="450"/>
                  <a:pt x="12808" y="452"/>
                  <a:pt x="12809" y="453"/>
                </a:cubicBezTo>
                <a:cubicBezTo>
                  <a:pt x="12639" y="431"/>
                  <a:pt x="12466" y="411"/>
                  <a:pt x="12294" y="394"/>
                </a:cubicBezTo>
                <a:cubicBezTo>
                  <a:pt x="12082" y="158"/>
                  <a:pt x="11697" y="0"/>
                  <a:pt x="11256" y="0"/>
                </a:cubicBezTo>
                <a:lnTo>
                  <a:pt x="10250" y="0"/>
                </a:lnTo>
                <a:close/>
                <a:moveTo>
                  <a:pt x="10761" y="2494"/>
                </a:moveTo>
                <a:cubicBezTo>
                  <a:pt x="14153" y="2494"/>
                  <a:pt x="16984" y="4085"/>
                  <a:pt x="17666" y="6207"/>
                </a:cubicBezTo>
                <a:cubicBezTo>
                  <a:pt x="17678" y="6243"/>
                  <a:pt x="17689" y="6280"/>
                  <a:pt x="17699" y="6316"/>
                </a:cubicBezTo>
                <a:cubicBezTo>
                  <a:pt x="17710" y="6352"/>
                  <a:pt x="17718" y="6388"/>
                  <a:pt x="17727" y="6425"/>
                </a:cubicBezTo>
                <a:cubicBezTo>
                  <a:pt x="17735" y="6454"/>
                  <a:pt x="17744" y="6482"/>
                  <a:pt x="17750" y="6511"/>
                </a:cubicBezTo>
                <a:cubicBezTo>
                  <a:pt x="17762" y="6564"/>
                  <a:pt x="17770" y="6616"/>
                  <a:pt x="17778" y="6669"/>
                </a:cubicBezTo>
                <a:cubicBezTo>
                  <a:pt x="17785" y="6707"/>
                  <a:pt x="17791" y="6744"/>
                  <a:pt x="17796" y="6781"/>
                </a:cubicBezTo>
                <a:cubicBezTo>
                  <a:pt x="17800" y="6805"/>
                  <a:pt x="17801" y="6830"/>
                  <a:pt x="17804" y="6854"/>
                </a:cubicBezTo>
                <a:cubicBezTo>
                  <a:pt x="17812" y="6927"/>
                  <a:pt x="17817" y="6999"/>
                  <a:pt x="17819" y="7072"/>
                </a:cubicBezTo>
                <a:cubicBezTo>
                  <a:pt x="17820" y="7082"/>
                  <a:pt x="17822" y="7093"/>
                  <a:pt x="17822" y="7104"/>
                </a:cubicBezTo>
                <a:cubicBezTo>
                  <a:pt x="17826" y="7244"/>
                  <a:pt x="17819" y="7385"/>
                  <a:pt x="17804" y="7523"/>
                </a:cubicBezTo>
                <a:lnTo>
                  <a:pt x="17807" y="7523"/>
                </a:lnTo>
                <a:cubicBezTo>
                  <a:pt x="17796" y="7624"/>
                  <a:pt x="17780" y="7723"/>
                  <a:pt x="17761" y="7822"/>
                </a:cubicBezTo>
                <a:lnTo>
                  <a:pt x="17756" y="7822"/>
                </a:lnTo>
                <a:cubicBezTo>
                  <a:pt x="17743" y="7882"/>
                  <a:pt x="17731" y="7943"/>
                  <a:pt x="17715" y="8004"/>
                </a:cubicBezTo>
                <a:cubicBezTo>
                  <a:pt x="17611" y="8394"/>
                  <a:pt x="17437" y="8765"/>
                  <a:pt x="17205" y="9111"/>
                </a:cubicBezTo>
                <a:lnTo>
                  <a:pt x="17212" y="9111"/>
                </a:lnTo>
                <a:cubicBezTo>
                  <a:pt x="17151" y="9202"/>
                  <a:pt x="17086" y="9294"/>
                  <a:pt x="17016" y="9382"/>
                </a:cubicBezTo>
                <a:lnTo>
                  <a:pt x="17006" y="9381"/>
                </a:lnTo>
                <a:cubicBezTo>
                  <a:pt x="16963" y="9435"/>
                  <a:pt x="16919" y="9489"/>
                  <a:pt x="16873" y="9542"/>
                </a:cubicBezTo>
                <a:cubicBezTo>
                  <a:pt x="16575" y="9885"/>
                  <a:pt x="16224" y="10193"/>
                  <a:pt x="15827" y="10466"/>
                </a:cubicBezTo>
                <a:lnTo>
                  <a:pt x="15832" y="10467"/>
                </a:lnTo>
                <a:cubicBezTo>
                  <a:pt x="15727" y="10539"/>
                  <a:pt x="15620" y="10610"/>
                  <a:pt x="15508" y="10678"/>
                </a:cubicBezTo>
                <a:lnTo>
                  <a:pt x="15500" y="10674"/>
                </a:lnTo>
                <a:cubicBezTo>
                  <a:pt x="15433" y="10715"/>
                  <a:pt x="15365" y="10755"/>
                  <a:pt x="15294" y="10795"/>
                </a:cubicBezTo>
                <a:cubicBezTo>
                  <a:pt x="14838" y="11049"/>
                  <a:pt x="14347" y="11259"/>
                  <a:pt x="13835" y="11425"/>
                </a:cubicBezTo>
                <a:lnTo>
                  <a:pt x="13840" y="11430"/>
                </a:lnTo>
                <a:cubicBezTo>
                  <a:pt x="13704" y="11474"/>
                  <a:pt x="13564" y="11512"/>
                  <a:pt x="13424" y="11550"/>
                </a:cubicBezTo>
                <a:lnTo>
                  <a:pt x="13421" y="11547"/>
                </a:lnTo>
                <a:cubicBezTo>
                  <a:pt x="13337" y="11570"/>
                  <a:pt x="13251" y="11592"/>
                  <a:pt x="13164" y="11613"/>
                </a:cubicBezTo>
                <a:cubicBezTo>
                  <a:pt x="12604" y="11749"/>
                  <a:pt x="12037" y="11834"/>
                  <a:pt x="11470" y="11873"/>
                </a:cubicBezTo>
                <a:lnTo>
                  <a:pt x="11470" y="11875"/>
                </a:lnTo>
                <a:cubicBezTo>
                  <a:pt x="11269" y="11888"/>
                  <a:pt x="11066" y="11895"/>
                  <a:pt x="10860" y="11897"/>
                </a:cubicBezTo>
                <a:cubicBezTo>
                  <a:pt x="10824" y="11897"/>
                  <a:pt x="10786" y="11898"/>
                  <a:pt x="10750" y="11899"/>
                </a:cubicBezTo>
                <a:cubicBezTo>
                  <a:pt x="6853" y="11895"/>
                  <a:pt x="3697" y="9792"/>
                  <a:pt x="3697" y="7197"/>
                </a:cubicBezTo>
                <a:cubicBezTo>
                  <a:pt x="3697" y="4600"/>
                  <a:pt x="6859" y="2494"/>
                  <a:pt x="10761" y="2494"/>
                </a:cubicBezTo>
                <a:close/>
                <a:moveTo>
                  <a:pt x="10740" y="2745"/>
                </a:moveTo>
                <a:cubicBezTo>
                  <a:pt x="7061" y="2745"/>
                  <a:pt x="4069" y="4737"/>
                  <a:pt x="4069" y="7185"/>
                </a:cubicBezTo>
                <a:cubicBezTo>
                  <a:pt x="4069" y="9634"/>
                  <a:pt x="7061" y="11625"/>
                  <a:pt x="10740" y="11625"/>
                </a:cubicBezTo>
                <a:cubicBezTo>
                  <a:pt x="14419" y="11625"/>
                  <a:pt x="17414" y="9634"/>
                  <a:pt x="17414" y="7185"/>
                </a:cubicBezTo>
                <a:cubicBezTo>
                  <a:pt x="17414" y="4737"/>
                  <a:pt x="14419" y="2745"/>
                  <a:pt x="10740" y="2745"/>
                </a:cubicBezTo>
                <a:close/>
                <a:moveTo>
                  <a:pt x="16115" y="13233"/>
                </a:moveTo>
                <a:lnTo>
                  <a:pt x="16100" y="13289"/>
                </a:lnTo>
                <a:cubicBezTo>
                  <a:pt x="15983" y="13667"/>
                  <a:pt x="15588" y="13971"/>
                  <a:pt x="15046" y="14102"/>
                </a:cubicBezTo>
                <a:lnTo>
                  <a:pt x="14102" y="14332"/>
                </a:lnTo>
                <a:cubicBezTo>
                  <a:pt x="13920" y="14376"/>
                  <a:pt x="13731" y="14398"/>
                  <a:pt x="13539" y="14398"/>
                </a:cubicBezTo>
                <a:cubicBezTo>
                  <a:pt x="13190" y="14398"/>
                  <a:pt x="12858" y="14324"/>
                  <a:pt x="12585" y="14196"/>
                </a:cubicBezTo>
                <a:cubicBezTo>
                  <a:pt x="12381" y="14389"/>
                  <a:pt x="12098" y="14530"/>
                  <a:pt x="11773" y="14605"/>
                </a:cubicBezTo>
                <a:lnTo>
                  <a:pt x="10965" y="16610"/>
                </a:lnTo>
                <a:lnTo>
                  <a:pt x="12975" y="21600"/>
                </a:lnTo>
                <a:lnTo>
                  <a:pt x="15587" y="20004"/>
                </a:lnTo>
                <a:lnTo>
                  <a:pt x="19049" y="20517"/>
                </a:lnTo>
                <a:lnTo>
                  <a:pt x="16115" y="13233"/>
                </a:lnTo>
                <a:close/>
                <a:moveTo>
                  <a:pt x="5365" y="13294"/>
                </a:moveTo>
                <a:lnTo>
                  <a:pt x="2457" y="20517"/>
                </a:lnTo>
                <a:lnTo>
                  <a:pt x="5921" y="20004"/>
                </a:lnTo>
                <a:lnTo>
                  <a:pt x="8534" y="21600"/>
                </a:lnTo>
                <a:lnTo>
                  <a:pt x="11327" y="14663"/>
                </a:lnTo>
                <a:cubicBezTo>
                  <a:pt x="11296" y="14664"/>
                  <a:pt x="11264" y="14664"/>
                  <a:pt x="11233" y="14664"/>
                </a:cubicBezTo>
                <a:lnTo>
                  <a:pt x="10227" y="14664"/>
                </a:lnTo>
                <a:cubicBezTo>
                  <a:pt x="9666" y="14664"/>
                  <a:pt x="9169" y="14476"/>
                  <a:pt x="8870" y="14191"/>
                </a:cubicBezTo>
                <a:cubicBezTo>
                  <a:pt x="8592" y="14320"/>
                  <a:pt x="8260" y="14393"/>
                  <a:pt x="7921" y="14393"/>
                </a:cubicBezTo>
                <a:cubicBezTo>
                  <a:pt x="7729" y="14393"/>
                  <a:pt x="7541" y="14370"/>
                  <a:pt x="7360" y="14326"/>
                </a:cubicBezTo>
                <a:lnTo>
                  <a:pt x="6416" y="14097"/>
                </a:lnTo>
                <a:cubicBezTo>
                  <a:pt x="6002" y="13997"/>
                  <a:pt x="5669" y="13795"/>
                  <a:pt x="5483" y="13528"/>
                </a:cubicBezTo>
                <a:cubicBezTo>
                  <a:pt x="5429" y="13452"/>
                  <a:pt x="5391" y="13374"/>
                  <a:pt x="5365" y="13294"/>
                </a:cubicBezTo>
                <a:close/>
              </a:path>
            </a:pathLst>
          </a:custGeom>
          <a:solidFill>
            <a:srgbClr val="EB4D3F"/>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pic>
        <p:nvPicPr>
          <p:cNvPr id="45" name="Google Shape;45;p3" descr="Picture1.png"/>
          <p:cNvPicPr preferRelativeResize="0"/>
          <p:nvPr/>
        </p:nvPicPr>
        <p:blipFill rotWithShape="1">
          <a:blip r:embed="rId3">
            <a:alphaModFix amt="71516"/>
          </a:blip>
          <a:srcRect/>
          <a:stretch/>
        </p:blipFill>
        <p:spPr>
          <a:xfrm flipH="1">
            <a:off x="1489795" y="496189"/>
            <a:ext cx="179169" cy="6293660"/>
          </a:xfrm>
          <a:prstGeom prst="rect">
            <a:avLst/>
          </a:prstGeom>
          <a:noFill/>
          <a:ln>
            <a:noFill/>
          </a:ln>
        </p:spPr>
      </p:pic>
      <p:pic>
        <p:nvPicPr>
          <p:cNvPr id="50" name="Picture 49">
            <a:extLst>
              <a:ext uri="{FF2B5EF4-FFF2-40B4-BE49-F238E27FC236}">
                <a16:creationId xmlns="" xmlns:a16="http://schemas.microsoft.com/office/drawing/2014/main" id="{BE88DE25-C00B-4FC1-9B1E-32ED8F34FC5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03582" y="5842997"/>
            <a:ext cx="835393" cy="669380"/>
          </a:xfrm>
          <a:prstGeom prst="rect">
            <a:avLst/>
          </a:prstGeom>
        </p:spPr>
      </p:pic>
      <p:sp>
        <p:nvSpPr>
          <p:cNvPr id="51" name="TextBox 50">
            <a:extLst>
              <a:ext uri="{FF2B5EF4-FFF2-40B4-BE49-F238E27FC236}">
                <a16:creationId xmlns="" xmlns:a16="http://schemas.microsoft.com/office/drawing/2014/main" id="{8058EB17-A479-47E2-BD13-3135BD668C06}"/>
              </a:ext>
            </a:extLst>
          </p:cNvPr>
          <p:cNvSpPr txBox="1"/>
          <p:nvPr/>
        </p:nvSpPr>
        <p:spPr>
          <a:xfrm>
            <a:off x="2044213" y="5977632"/>
            <a:ext cx="6106049" cy="400110"/>
          </a:xfrm>
          <a:prstGeom prst="rect">
            <a:avLst/>
          </a:prstGeom>
          <a:noFill/>
        </p:spPr>
        <p:txBody>
          <a:bodyPr wrap="square">
            <a:spAutoFit/>
          </a:bodyPr>
          <a:lstStyle/>
          <a:p>
            <a:pPr>
              <a:defRPr/>
            </a:pPr>
            <a:r>
              <a:rPr lang="en-US" sz="1000" spc="280" dirty="0"/>
              <a:t>PEJABAT KETUA PEGAWAI KESELAMATAN KERAJAAN MALAYSIA</a:t>
            </a:r>
          </a:p>
          <a:p>
            <a:pPr>
              <a:defRPr/>
            </a:pPr>
            <a:r>
              <a:rPr lang="en-US" sz="1000" spc="280" dirty="0"/>
              <a:t>JABATAN PERDANA MENTERI</a:t>
            </a:r>
          </a:p>
        </p:txBody>
      </p:sp>
    </p:spTree>
    <p:extLst>
      <p:ext uri="{BB962C8B-B14F-4D97-AF65-F5344CB8AC3E}">
        <p14:creationId xmlns:p14="http://schemas.microsoft.com/office/powerpoint/2010/main" val="27537327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p:tgtEl>
                                          <p:spTgt spid="17"/>
                                        </p:tgtEl>
                                        <p:attrNameLst>
                                          <p:attrName>ppt_w</p:attrName>
                                        </p:attrNameLst>
                                      </p:cBhvr>
                                      <p:tavLst>
                                        <p:tav tm="0">
                                          <p:val>
                                            <p:strVal val="0"/>
                                          </p:val>
                                        </p:tav>
                                        <p:tav tm="100000">
                                          <p:val>
                                            <p:strVal val="#ppt_w"/>
                                          </p:val>
                                        </p:tav>
                                      </p:tavLst>
                                    </p:anim>
                                    <p:anim calcmode="lin" valueType="num">
                                      <p:cBhvr additive="base">
                                        <p:cTn id="8" dur="500"/>
                                        <p:tgtEl>
                                          <p:spTgt spid="17"/>
                                        </p:tgtEl>
                                        <p:attrNameLst>
                                          <p:attrName>ppt_h</p:attrName>
                                        </p:attrNameLst>
                                      </p:cBhvr>
                                      <p:tavLst>
                                        <p:tav tm="0">
                                          <p:val>
                                            <p:strVal val="0"/>
                                          </p:val>
                                        </p:tav>
                                        <p:tav tm="100000">
                                          <p:val>
                                            <p:strVal val="#ppt_h"/>
                                          </p:val>
                                        </p:tav>
                                      </p:tavLst>
                                    </p:anim>
                                  </p:childTnLst>
                                </p:cTn>
                              </p:par>
                            </p:childTnLst>
                          </p:cTn>
                        </p:par>
                        <p:par>
                          <p:cTn id="9" fill="hold">
                            <p:stCondLst>
                              <p:cond delay="500"/>
                            </p:stCondLst>
                            <p:childTnLst>
                              <p:par>
                                <p:cTn id="10" presetID="23" presetClass="entr" presetSubtype="16" fill="hold" nodeType="afterEffect">
                                  <p:stCondLst>
                                    <p:cond delay="0"/>
                                  </p:stCondLst>
                                  <p:childTnLst>
                                    <p:set>
                                      <p:cBhvr>
                                        <p:cTn id="11" dur="1" fill="hold">
                                          <p:stCondLst>
                                            <p:cond delay="0"/>
                                          </p:stCondLst>
                                        </p:cTn>
                                        <p:tgtEl>
                                          <p:spTgt spid="45"/>
                                        </p:tgtEl>
                                        <p:attrNameLst>
                                          <p:attrName>style.visibility</p:attrName>
                                        </p:attrNameLst>
                                      </p:cBhvr>
                                      <p:to>
                                        <p:strVal val="visible"/>
                                      </p:to>
                                    </p:set>
                                    <p:anim calcmode="lin" valueType="num">
                                      <p:cBhvr additive="base">
                                        <p:cTn id="12" dur="500"/>
                                        <p:tgtEl>
                                          <p:spTgt spid="45"/>
                                        </p:tgtEl>
                                        <p:attrNameLst>
                                          <p:attrName>ppt_w</p:attrName>
                                        </p:attrNameLst>
                                      </p:cBhvr>
                                      <p:tavLst>
                                        <p:tav tm="0">
                                          <p:val>
                                            <p:strVal val="0"/>
                                          </p:val>
                                        </p:tav>
                                        <p:tav tm="100000">
                                          <p:val>
                                            <p:strVal val="#ppt_w"/>
                                          </p:val>
                                        </p:tav>
                                      </p:tavLst>
                                    </p:anim>
                                    <p:anim calcmode="lin" valueType="num">
                                      <p:cBhvr additive="base">
                                        <p:cTn id="13" dur="500"/>
                                        <p:tgtEl>
                                          <p:spTgt spid="45"/>
                                        </p:tgtEl>
                                        <p:attrNameLst>
                                          <p:attrName>ppt_h</p:attrName>
                                        </p:attrNameLst>
                                      </p:cBhvr>
                                      <p:tavLst>
                                        <p:tav tm="0">
                                          <p:val>
                                            <p:strVal val="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500"/>
                                        <p:tgtEl>
                                          <p:spTgt spid="19"/>
                                        </p:tgtEl>
                                      </p:cBhvr>
                                    </p:animEffect>
                                  </p:childTnLst>
                                </p:cTn>
                              </p:par>
                            </p:childTnLst>
                          </p:cTn>
                        </p:par>
                        <p:par>
                          <p:cTn id="19" fill="hold">
                            <p:stCondLst>
                              <p:cond delay="500"/>
                            </p:stCondLst>
                            <p:childTnLst>
                              <p:par>
                                <p:cTn id="20" presetID="10" presetClass="entr" presetSubtype="0" fill="hold" nodeType="after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500"/>
                                        <p:tgtEl>
                                          <p:spTgt spid="18"/>
                                        </p:tgtEl>
                                      </p:cBhvr>
                                    </p:animEffect>
                                  </p:childTnLst>
                                </p:cTn>
                              </p:par>
                            </p:childTnLst>
                          </p:cTn>
                        </p:par>
                        <p:par>
                          <p:cTn id="23" fill="hold">
                            <p:stCondLst>
                              <p:cond delay="1000"/>
                            </p:stCondLst>
                            <p:childTnLst>
                              <p:par>
                                <p:cTn id="24" presetID="10" presetClass="entr" presetSubtype="0" fill="hold" nodeType="afterEffect">
                                  <p:stCondLst>
                                    <p:cond delay="0"/>
                                  </p:stCondLst>
                                  <p:childTnLst>
                                    <p:set>
                                      <p:cBhvr>
                                        <p:cTn id="25" dur="1" fill="hold">
                                          <p:stCondLst>
                                            <p:cond delay="0"/>
                                          </p:stCondLst>
                                        </p:cTn>
                                        <p:tgtEl>
                                          <p:spTgt spid="21"/>
                                        </p:tgtEl>
                                        <p:attrNameLst>
                                          <p:attrName>style.visibility</p:attrName>
                                        </p:attrNameLst>
                                      </p:cBhvr>
                                      <p:to>
                                        <p:strVal val="visible"/>
                                      </p:to>
                                    </p:set>
                                    <p:animEffect transition="in" filter="fade">
                                      <p:cBhvr>
                                        <p:cTn id="26" dur="500"/>
                                        <p:tgtEl>
                                          <p:spTgt spid="21"/>
                                        </p:tgtEl>
                                      </p:cBhvr>
                                    </p:animEffect>
                                  </p:childTnLst>
                                </p:cTn>
                              </p:par>
                            </p:childTnLst>
                          </p:cTn>
                        </p:par>
                        <p:par>
                          <p:cTn id="27" fill="hold">
                            <p:stCondLst>
                              <p:cond delay="1500"/>
                            </p:stCondLst>
                            <p:childTnLst>
                              <p:par>
                                <p:cTn id="28" presetID="10" presetClass="entr" presetSubtype="0" fill="hold" nodeType="after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500"/>
                                        <p:tgtEl>
                                          <p:spTgt spid="20"/>
                                        </p:tgtEl>
                                      </p:cBhvr>
                                    </p:animEffect>
                                  </p:childTnLst>
                                </p:cTn>
                              </p:par>
                            </p:childTnLst>
                          </p:cTn>
                        </p:par>
                        <p:par>
                          <p:cTn id="31" fill="hold">
                            <p:stCondLst>
                              <p:cond delay="2000"/>
                            </p:stCondLst>
                            <p:childTnLst>
                              <p:par>
                                <p:cTn id="32" presetID="10" presetClass="entr" presetSubtype="0" fill="hold" nodeType="after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fade">
                                      <p:cBhvr>
                                        <p:cTn id="34" dur="500"/>
                                        <p:tgtEl>
                                          <p:spTgt spid="23"/>
                                        </p:tgtEl>
                                      </p:cBhvr>
                                    </p:animEffect>
                                  </p:childTnLst>
                                </p:cTn>
                              </p:par>
                            </p:childTnLst>
                          </p:cTn>
                        </p:par>
                        <p:par>
                          <p:cTn id="35" fill="hold">
                            <p:stCondLst>
                              <p:cond delay="2500"/>
                            </p:stCondLst>
                            <p:childTnLst>
                              <p:par>
                                <p:cTn id="36" presetID="23" presetClass="entr" presetSubtype="16" fill="hold" nodeType="afterEffect">
                                  <p:stCondLst>
                                    <p:cond delay="0"/>
                                  </p:stCondLst>
                                  <p:childTnLst>
                                    <p:set>
                                      <p:cBhvr>
                                        <p:cTn id="37" dur="1" fill="hold">
                                          <p:stCondLst>
                                            <p:cond delay="0"/>
                                          </p:stCondLst>
                                        </p:cTn>
                                        <p:tgtEl>
                                          <p:spTgt spid="43"/>
                                        </p:tgtEl>
                                        <p:attrNameLst>
                                          <p:attrName>style.visibility</p:attrName>
                                        </p:attrNameLst>
                                      </p:cBhvr>
                                      <p:to>
                                        <p:strVal val="visible"/>
                                      </p:to>
                                    </p:set>
                                    <p:anim calcmode="lin" valueType="num">
                                      <p:cBhvr additive="base">
                                        <p:cTn id="38" dur="500"/>
                                        <p:tgtEl>
                                          <p:spTgt spid="43"/>
                                        </p:tgtEl>
                                        <p:attrNameLst>
                                          <p:attrName>ppt_w</p:attrName>
                                        </p:attrNameLst>
                                      </p:cBhvr>
                                      <p:tavLst>
                                        <p:tav tm="0">
                                          <p:val>
                                            <p:strVal val="0"/>
                                          </p:val>
                                        </p:tav>
                                        <p:tav tm="100000">
                                          <p:val>
                                            <p:strVal val="#ppt_w"/>
                                          </p:val>
                                        </p:tav>
                                      </p:tavLst>
                                    </p:anim>
                                    <p:anim calcmode="lin" valueType="num">
                                      <p:cBhvr additive="base">
                                        <p:cTn id="39" dur="500"/>
                                        <p:tgtEl>
                                          <p:spTgt spid="43"/>
                                        </p:tgtEl>
                                        <p:attrNameLst>
                                          <p:attrName>ppt_h</p:attrName>
                                        </p:attrNameLst>
                                      </p:cBhvr>
                                      <p:tavLst>
                                        <p:tav tm="0">
                                          <p:val>
                                            <p:strVal val="0"/>
                                          </p:val>
                                        </p:tav>
                                        <p:tav tm="100000">
                                          <p:val>
                                            <p:strVal val="#ppt_h"/>
                                          </p:val>
                                        </p:tav>
                                      </p:tavLst>
                                    </p:anim>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27"/>
                                        </p:tgtEl>
                                        <p:attrNameLst>
                                          <p:attrName>style.visibility</p:attrName>
                                        </p:attrNameLst>
                                      </p:cBhvr>
                                      <p:to>
                                        <p:strVal val="visible"/>
                                      </p:to>
                                    </p:set>
                                    <p:animEffect transition="in" filter="fade">
                                      <p:cBhvr>
                                        <p:cTn id="44" dur="500"/>
                                        <p:tgtEl>
                                          <p:spTgt spid="27"/>
                                        </p:tgtEl>
                                      </p:cBhvr>
                                    </p:animEffect>
                                  </p:childTnLst>
                                </p:cTn>
                              </p:par>
                            </p:childTnLst>
                          </p:cTn>
                        </p:par>
                        <p:par>
                          <p:cTn id="45" fill="hold">
                            <p:stCondLst>
                              <p:cond delay="500"/>
                            </p:stCondLst>
                            <p:childTnLst>
                              <p:par>
                                <p:cTn id="46" presetID="10" presetClass="entr" presetSubtype="0" fill="hold" nodeType="afterEffect">
                                  <p:stCondLst>
                                    <p:cond delay="0"/>
                                  </p:stCondLst>
                                  <p:childTnLst>
                                    <p:set>
                                      <p:cBhvr>
                                        <p:cTn id="47" dur="1" fill="hold">
                                          <p:stCondLst>
                                            <p:cond delay="0"/>
                                          </p:stCondLst>
                                        </p:cTn>
                                        <p:tgtEl>
                                          <p:spTgt spid="26"/>
                                        </p:tgtEl>
                                        <p:attrNameLst>
                                          <p:attrName>style.visibility</p:attrName>
                                        </p:attrNameLst>
                                      </p:cBhvr>
                                      <p:to>
                                        <p:strVal val="visible"/>
                                      </p:to>
                                    </p:set>
                                    <p:animEffect transition="in" filter="fade">
                                      <p:cBhvr>
                                        <p:cTn id="48" dur="500"/>
                                        <p:tgtEl>
                                          <p:spTgt spid="26"/>
                                        </p:tgtEl>
                                      </p:cBhvr>
                                    </p:animEffect>
                                  </p:childTnLst>
                                </p:cTn>
                              </p:par>
                            </p:childTnLst>
                          </p:cTn>
                        </p:par>
                        <p:par>
                          <p:cTn id="49" fill="hold">
                            <p:stCondLst>
                              <p:cond delay="1000"/>
                            </p:stCondLst>
                            <p:childTnLst>
                              <p:par>
                                <p:cTn id="50" presetID="10" presetClass="entr" presetSubtype="0" fill="hold" nodeType="afterEffect">
                                  <p:stCondLst>
                                    <p:cond delay="0"/>
                                  </p:stCondLst>
                                  <p:childTnLst>
                                    <p:set>
                                      <p:cBhvr>
                                        <p:cTn id="51" dur="1" fill="hold">
                                          <p:stCondLst>
                                            <p:cond delay="0"/>
                                          </p:stCondLst>
                                        </p:cTn>
                                        <p:tgtEl>
                                          <p:spTgt spid="29"/>
                                        </p:tgtEl>
                                        <p:attrNameLst>
                                          <p:attrName>style.visibility</p:attrName>
                                        </p:attrNameLst>
                                      </p:cBhvr>
                                      <p:to>
                                        <p:strVal val="visible"/>
                                      </p:to>
                                    </p:set>
                                    <p:animEffect transition="in" filter="fade">
                                      <p:cBhvr>
                                        <p:cTn id="52" dur="500"/>
                                        <p:tgtEl>
                                          <p:spTgt spid="29"/>
                                        </p:tgtEl>
                                      </p:cBhvr>
                                    </p:animEffect>
                                  </p:childTnLst>
                                </p:cTn>
                              </p:par>
                            </p:childTnLst>
                          </p:cTn>
                        </p:par>
                        <p:par>
                          <p:cTn id="53" fill="hold">
                            <p:stCondLst>
                              <p:cond delay="1500"/>
                            </p:stCondLst>
                            <p:childTnLst>
                              <p:par>
                                <p:cTn id="54" presetID="10" presetClass="entr" presetSubtype="0" fill="hold" nodeType="afterEffect">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6" dur="500"/>
                                        <p:tgtEl>
                                          <p:spTgt spid="28"/>
                                        </p:tgtEl>
                                      </p:cBhvr>
                                    </p:animEffect>
                                  </p:childTnLst>
                                </p:cTn>
                              </p:par>
                            </p:childTnLst>
                          </p:cTn>
                        </p:par>
                        <p:par>
                          <p:cTn id="57" fill="hold">
                            <p:stCondLst>
                              <p:cond delay="2000"/>
                            </p:stCondLst>
                            <p:childTnLst>
                              <p:par>
                                <p:cTn id="58" presetID="10" presetClass="entr" presetSubtype="0" fill="hold" nodeType="afterEffect">
                                  <p:stCondLst>
                                    <p:cond delay="0"/>
                                  </p:stCondLst>
                                  <p:childTnLst>
                                    <p:set>
                                      <p:cBhvr>
                                        <p:cTn id="59" dur="1" fill="hold">
                                          <p:stCondLst>
                                            <p:cond delay="0"/>
                                          </p:stCondLst>
                                        </p:cTn>
                                        <p:tgtEl>
                                          <p:spTgt spid="31"/>
                                        </p:tgtEl>
                                        <p:attrNameLst>
                                          <p:attrName>style.visibility</p:attrName>
                                        </p:attrNameLst>
                                      </p:cBhvr>
                                      <p:to>
                                        <p:strVal val="visible"/>
                                      </p:to>
                                    </p:set>
                                    <p:animEffect transition="in" filter="fade">
                                      <p:cBhvr>
                                        <p:cTn id="60" dur="500"/>
                                        <p:tgtEl>
                                          <p:spTgt spid="31"/>
                                        </p:tgtEl>
                                      </p:cBhvr>
                                    </p:animEffect>
                                  </p:childTnLst>
                                </p:cTn>
                              </p:par>
                            </p:childTnLst>
                          </p:cTn>
                        </p:par>
                        <p:par>
                          <p:cTn id="61" fill="hold">
                            <p:stCondLst>
                              <p:cond delay="2500"/>
                            </p:stCondLst>
                            <p:childTnLst>
                              <p:par>
                                <p:cTn id="62" presetID="23" presetClass="entr" presetSubtype="16" fill="hold" nodeType="afterEffect">
                                  <p:stCondLst>
                                    <p:cond delay="0"/>
                                  </p:stCondLst>
                                  <p:childTnLst>
                                    <p:set>
                                      <p:cBhvr>
                                        <p:cTn id="63" dur="1" fill="hold">
                                          <p:stCondLst>
                                            <p:cond delay="0"/>
                                          </p:stCondLst>
                                        </p:cTn>
                                        <p:tgtEl>
                                          <p:spTgt spid="42"/>
                                        </p:tgtEl>
                                        <p:attrNameLst>
                                          <p:attrName>style.visibility</p:attrName>
                                        </p:attrNameLst>
                                      </p:cBhvr>
                                      <p:to>
                                        <p:strVal val="visible"/>
                                      </p:to>
                                    </p:set>
                                    <p:anim calcmode="lin" valueType="num">
                                      <p:cBhvr additive="base">
                                        <p:cTn id="64" dur="500"/>
                                        <p:tgtEl>
                                          <p:spTgt spid="42"/>
                                        </p:tgtEl>
                                        <p:attrNameLst>
                                          <p:attrName>ppt_w</p:attrName>
                                        </p:attrNameLst>
                                      </p:cBhvr>
                                      <p:tavLst>
                                        <p:tav tm="0">
                                          <p:val>
                                            <p:strVal val="0"/>
                                          </p:val>
                                        </p:tav>
                                        <p:tav tm="100000">
                                          <p:val>
                                            <p:strVal val="#ppt_w"/>
                                          </p:val>
                                        </p:tav>
                                      </p:tavLst>
                                    </p:anim>
                                    <p:anim calcmode="lin" valueType="num">
                                      <p:cBhvr additive="base">
                                        <p:cTn id="65" dur="500"/>
                                        <p:tgtEl>
                                          <p:spTgt spid="42"/>
                                        </p:tgtEl>
                                        <p:attrNameLst>
                                          <p:attrName>ppt_h</p:attrName>
                                        </p:attrNameLst>
                                      </p:cBhvr>
                                      <p:tavLst>
                                        <p:tav tm="0">
                                          <p:val>
                                            <p:strVal val="0"/>
                                          </p:val>
                                        </p:tav>
                                        <p:tav tm="100000">
                                          <p:val>
                                            <p:strVal val="#ppt_h"/>
                                          </p:val>
                                        </p:tav>
                                      </p:tavLst>
                                    </p:anim>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nodeType="clickEffect">
                                  <p:stCondLst>
                                    <p:cond delay="0"/>
                                  </p:stCondLst>
                                  <p:childTnLst>
                                    <p:set>
                                      <p:cBhvr>
                                        <p:cTn id="69" dur="1" fill="hold">
                                          <p:stCondLst>
                                            <p:cond delay="0"/>
                                          </p:stCondLst>
                                        </p:cTn>
                                        <p:tgtEl>
                                          <p:spTgt spid="35"/>
                                        </p:tgtEl>
                                        <p:attrNameLst>
                                          <p:attrName>style.visibility</p:attrName>
                                        </p:attrNameLst>
                                      </p:cBhvr>
                                      <p:to>
                                        <p:strVal val="visible"/>
                                      </p:to>
                                    </p:set>
                                    <p:animEffect transition="in" filter="fade">
                                      <p:cBhvr>
                                        <p:cTn id="70" dur="500"/>
                                        <p:tgtEl>
                                          <p:spTgt spid="35"/>
                                        </p:tgtEl>
                                      </p:cBhvr>
                                    </p:animEffect>
                                  </p:childTnLst>
                                </p:cTn>
                              </p:par>
                            </p:childTnLst>
                          </p:cTn>
                        </p:par>
                        <p:par>
                          <p:cTn id="71" fill="hold">
                            <p:stCondLst>
                              <p:cond delay="500"/>
                            </p:stCondLst>
                            <p:childTnLst>
                              <p:par>
                                <p:cTn id="72" presetID="10" presetClass="entr" presetSubtype="0" fill="hold" nodeType="afterEffect">
                                  <p:stCondLst>
                                    <p:cond delay="0"/>
                                  </p:stCondLst>
                                  <p:childTnLst>
                                    <p:set>
                                      <p:cBhvr>
                                        <p:cTn id="73" dur="1" fill="hold">
                                          <p:stCondLst>
                                            <p:cond delay="0"/>
                                          </p:stCondLst>
                                        </p:cTn>
                                        <p:tgtEl>
                                          <p:spTgt spid="34"/>
                                        </p:tgtEl>
                                        <p:attrNameLst>
                                          <p:attrName>style.visibility</p:attrName>
                                        </p:attrNameLst>
                                      </p:cBhvr>
                                      <p:to>
                                        <p:strVal val="visible"/>
                                      </p:to>
                                    </p:set>
                                    <p:animEffect transition="in" filter="fade">
                                      <p:cBhvr>
                                        <p:cTn id="74" dur="500"/>
                                        <p:tgtEl>
                                          <p:spTgt spid="34"/>
                                        </p:tgtEl>
                                      </p:cBhvr>
                                    </p:animEffect>
                                  </p:childTnLst>
                                </p:cTn>
                              </p:par>
                            </p:childTnLst>
                          </p:cTn>
                        </p:par>
                        <p:par>
                          <p:cTn id="75" fill="hold">
                            <p:stCondLst>
                              <p:cond delay="1000"/>
                            </p:stCondLst>
                            <p:childTnLst>
                              <p:par>
                                <p:cTn id="76" presetID="10" presetClass="entr" presetSubtype="0" fill="hold" nodeType="afterEffect">
                                  <p:stCondLst>
                                    <p:cond delay="0"/>
                                  </p:stCondLst>
                                  <p:childTnLst>
                                    <p:set>
                                      <p:cBhvr>
                                        <p:cTn id="77" dur="1" fill="hold">
                                          <p:stCondLst>
                                            <p:cond delay="0"/>
                                          </p:stCondLst>
                                        </p:cTn>
                                        <p:tgtEl>
                                          <p:spTgt spid="37"/>
                                        </p:tgtEl>
                                        <p:attrNameLst>
                                          <p:attrName>style.visibility</p:attrName>
                                        </p:attrNameLst>
                                      </p:cBhvr>
                                      <p:to>
                                        <p:strVal val="visible"/>
                                      </p:to>
                                    </p:set>
                                    <p:animEffect transition="in" filter="fade">
                                      <p:cBhvr>
                                        <p:cTn id="78" dur="500"/>
                                        <p:tgtEl>
                                          <p:spTgt spid="37"/>
                                        </p:tgtEl>
                                      </p:cBhvr>
                                    </p:animEffect>
                                  </p:childTnLst>
                                </p:cTn>
                              </p:par>
                            </p:childTnLst>
                          </p:cTn>
                        </p:par>
                        <p:par>
                          <p:cTn id="79" fill="hold">
                            <p:stCondLst>
                              <p:cond delay="1500"/>
                            </p:stCondLst>
                            <p:childTnLst>
                              <p:par>
                                <p:cTn id="80" presetID="10" presetClass="entr" presetSubtype="0" fill="hold" nodeType="afterEffect">
                                  <p:stCondLst>
                                    <p:cond delay="0"/>
                                  </p:stCondLst>
                                  <p:childTnLst>
                                    <p:set>
                                      <p:cBhvr>
                                        <p:cTn id="81" dur="1" fill="hold">
                                          <p:stCondLst>
                                            <p:cond delay="0"/>
                                          </p:stCondLst>
                                        </p:cTn>
                                        <p:tgtEl>
                                          <p:spTgt spid="36"/>
                                        </p:tgtEl>
                                        <p:attrNameLst>
                                          <p:attrName>style.visibility</p:attrName>
                                        </p:attrNameLst>
                                      </p:cBhvr>
                                      <p:to>
                                        <p:strVal val="visible"/>
                                      </p:to>
                                    </p:set>
                                    <p:animEffect transition="in" filter="fade">
                                      <p:cBhvr>
                                        <p:cTn id="82" dur="500"/>
                                        <p:tgtEl>
                                          <p:spTgt spid="36"/>
                                        </p:tgtEl>
                                      </p:cBhvr>
                                    </p:animEffect>
                                  </p:childTnLst>
                                </p:cTn>
                              </p:par>
                            </p:childTnLst>
                          </p:cTn>
                        </p:par>
                        <p:par>
                          <p:cTn id="83" fill="hold">
                            <p:stCondLst>
                              <p:cond delay="2000"/>
                            </p:stCondLst>
                            <p:childTnLst>
                              <p:par>
                                <p:cTn id="84" presetID="10" presetClass="entr" presetSubtype="0" fill="hold" nodeType="afterEffect">
                                  <p:stCondLst>
                                    <p:cond delay="0"/>
                                  </p:stCondLst>
                                  <p:childTnLst>
                                    <p:set>
                                      <p:cBhvr>
                                        <p:cTn id="85" dur="1" fill="hold">
                                          <p:stCondLst>
                                            <p:cond delay="0"/>
                                          </p:stCondLst>
                                        </p:cTn>
                                        <p:tgtEl>
                                          <p:spTgt spid="39"/>
                                        </p:tgtEl>
                                        <p:attrNameLst>
                                          <p:attrName>style.visibility</p:attrName>
                                        </p:attrNameLst>
                                      </p:cBhvr>
                                      <p:to>
                                        <p:strVal val="visible"/>
                                      </p:to>
                                    </p:set>
                                    <p:animEffect transition="in" filter="fade">
                                      <p:cBhvr>
                                        <p:cTn id="86" dur="500"/>
                                        <p:tgtEl>
                                          <p:spTgt spid="39"/>
                                        </p:tgtEl>
                                      </p:cBhvr>
                                    </p:animEffect>
                                  </p:childTnLst>
                                </p:cTn>
                              </p:par>
                            </p:childTnLst>
                          </p:cTn>
                        </p:par>
                        <p:par>
                          <p:cTn id="87" fill="hold">
                            <p:stCondLst>
                              <p:cond delay="2500"/>
                            </p:stCondLst>
                            <p:childTnLst>
                              <p:par>
                                <p:cTn id="88" presetID="23" presetClass="entr" presetSubtype="16" fill="hold" nodeType="afterEffect">
                                  <p:stCondLst>
                                    <p:cond delay="0"/>
                                  </p:stCondLst>
                                  <p:childTnLst>
                                    <p:set>
                                      <p:cBhvr>
                                        <p:cTn id="89" dur="1" fill="hold">
                                          <p:stCondLst>
                                            <p:cond delay="0"/>
                                          </p:stCondLst>
                                        </p:cTn>
                                        <p:tgtEl>
                                          <p:spTgt spid="44"/>
                                        </p:tgtEl>
                                        <p:attrNameLst>
                                          <p:attrName>style.visibility</p:attrName>
                                        </p:attrNameLst>
                                      </p:cBhvr>
                                      <p:to>
                                        <p:strVal val="visible"/>
                                      </p:to>
                                    </p:set>
                                    <p:anim calcmode="lin" valueType="num">
                                      <p:cBhvr additive="base">
                                        <p:cTn id="90" dur="500"/>
                                        <p:tgtEl>
                                          <p:spTgt spid="44"/>
                                        </p:tgtEl>
                                        <p:attrNameLst>
                                          <p:attrName>ppt_w</p:attrName>
                                        </p:attrNameLst>
                                      </p:cBhvr>
                                      <p:tavLst>
                                        <p:tav tm="0">
                                          <p:val>
                                            <p:strVal val="0"/>
                                          </p:val>
                                        </p:tav>
                                        <p:tav tm="100000">
                                          <p:val>
                                            <p:strVal val="#ppt_w"/>
                                          </p:val>
                                        </p:tav>
                                      </p:tavLst>
                                    </p:anim>
                                    <p:anim calcmode="lin" valueType="num">
                                      <p:cBhvr additive="base">
                                        <p:cTn id="91" dur="500"/>
                                        <p:tgtEl>
                                          <p:spTgt spid="44"/>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6"/>
        <p:cNvGrpSpPr/>
        <p:nvPr/>
      </p:nvGrpSpPr>
      <p:grpSpPr>
        <a:xfrm>
          <a:off x="0" y="0"/>
          <a:ext cx="0" cy="0"/>
          <a:chOff x="0" y="0"/>
          <a:chExt cx="0" cy="0"/>
        </a:xfrm>
      </p:grpSpPr>
      <p:sp>
        <p:nvSpPr>
          <p:cNvPr id="17" name="Google Shape;17;p3"/>
          <p:cNvSpPr/>
          <p:nvPr/>
        </p:nvSpPr>
        <p:spPr>
          <a:xfrm>
            <a:off x="5960853" y="548611"/>
            <a:ext cx="482596" cy="482596"/>
          </a:xfrm>
          <a:prstGeom prst="ellipse">
            <a:avLst/>
          </a:prstGeom>
          <a:solidFill>
            <a:srgbClr val="A7A6A8"/>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8" name="Google Shape;18;p3"/>
          <p:cNvSpPr/>
          <p:nvPr/>
        </p:nvSpPr>
        <p:spPr>
          <a:xfrm>
            <a:off x="7374830" y="1068591"/>
            <a:ext cx="987432" cy="1659917"/>
          </a:xfrm>
          <a:prstGeom prst="roundRect">
            <a:avLst>
              <a:gd name="adj" fmla="val 14129"/>
            </a:avLst>
          </a:prstGeom>
          <a:solidFill>
            <a:srgbClr val="185359"/>
          </a:solidFill>
          <a:ln>
            <a:noFill/>
          </a:ln>
          <a:effectLst>
            <a:outerShdw blurRad="101600" dist="118426" dir="8890792" rotWithShape="0">
              <a:srgbClr val="000000">
                <a:alpha val="23137"/>
              </a:srgbClr>
            </a:outerShdw>
          </a:effectLst>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9" name="Google Shape;19;p3"/>
          <p:cNvSpPr/>
          <p:nvPr/>
        </p:nvSpPr>
        <p:spPr>
          <a:xfrm>
            <a:off x="1668964" y="1368843"/>
            <a:ext cx="6617205" cy="1690947"/>
          </a:xfrm>
          <a:prstGeom prst="rect">
            <a:avLst/>
          </a:prstGeom>
          <a:gradFill>
            <a:gsLst>
              <a:gs pos="0">
                <a:srgbClr val="F8FCFF"/>
              </a:gs>
              <a:gs pos="69000">
                <a:srgbClr val="F8FCFF"/>
              </a:gs>
              <a:gs pos="99000">
                <a:srgbClr val="B8BCC0"/>
              </a:gs>
              <a:gs pos="100000">
                <a:srgbClr val="B8BCC0"/>
              </a:gs>
            </a:gsLst>
            <a:lin ang="17400000" scaled="0"/>
          </a:gradFill>
          <a:ln>
            <a:noFill/>
          </a:ln>
          <a:effectLst>
            <a:outerShdw blurRad="101600" dist="118426" dir="2118751" rotWithShape="0">
              <a:srgbClr val="000000">
                <a:alpha val="23137"/>
              </a:srgbClr>
            </a:outerShdw>
          </a:effectLst>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0" name="Google Shape;20;p3"/>
          <p:cNvSpPr/>
          <p:nvPr/>
        </p:nvSpPr>
        <p:spPr>
          <a:xfrm rot="10800000" flipH="1">
            <a:off x="7486008" y="1890419"/>
            <a:ext cx="1495228" cy="835212"/>
          </a:xfrm>
          <a:custGeom>
            <a:avLst/>
            <a:gdLst/>
            <a:ahLst/>
            <a:cxnLst/>
            <a:rect l="l" t="t" r="r" b="b"/>
            <a:pathLst>
              <a:path w="21600" h="21600" extrusionOk="0">
                <a:moveTo>
                  <a:pt x="0" y="0"/>
                </a:moveTo>
                <a:lnTo>
                  <a:pt x="11778" y="0"/>
                </a:lnTo>
                <a:lnTo>
                  <a:pt x="21600" y="21600"/>
                </a:lnTo>
                <a:lnTo>
                  <a:pt x="9980" y="21479"/>
                </a:lnTo>
                <a:lnTo>
                  <a:pt x="0" y="0"/>
                </a:lnTo>
                <a:close/>
              </a:path>
            </a:pathLst>
          </a:custGeom>
          <a:gradFill>
            <a:gsLst>
              <a:gs pos="0">
                <a:srgbClr val="206269"/>
              </a:gs>
              <a:gs pos="2987">
                <a:srgbClr val="206269"/>
              </a:gs>
              <a:gs pos="17836">
                <a:srgbClr val="2C848D"/>
              </a:gs>
              <a:gs pos="100000">
                <a:srgbClr val="2C848D"/>
              </a:gs>
            </a:gsLst>
            <a:lin ang="5400000"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1" name="Google Shape;21;p3"/>
          <p:cNvSpPr/>
          <p:nvPr/>
        </p:nvSpPr>
        <p:spPr>
          <a:xfrm>
            <a:off x="7486008" y="1066853"/>
            <a:ext cx="1495464" cy="829396"/>
          </a:xfrm>
          <a:custGeom>
            <a:avLst/>
            <a:gdLst/>
            <a:ahLst/>
            <a:cxnLst/>
            <a:rect l="l" t="t" r="r" b="b"/>
            <a:pathLst>
              <a:path w="21600" h="21600" extrusionOk="0">
                <a:moveTo>
                  <a:pt x="0" y="0"/>
                </a:moveTo>
                <a:lnTo>
                  <a:pt x="11776" y="0"/>
                </a:lnTo>
                <a:lnTo>
                  <a:pt x="21600" y="21529"/>
                </a:lnTo>
                <a:lnTo>
                  <a:pt x="9951" y="21600"/>
                </a:lnTo>
                <a:lnTo>
                  <a:pt x="0" y="0"/>
                </a:lnTo>
                <a:close/>
              </a:path>
            </a:pathLst>
          </a:custGeom>
          <a:gradFill>
            <a:gsLst>
              <a:gs pos="0">
                <a:srgbClr val="5FCFCF"/>
              </a:gs>
              <a:gs pos="6895">
                <a:srgbClr val="5FCFCF"/>
              </a:gs>
              <a:gs pos="15323">
                <a:srgbClr val="00AAB8"/>
              </a:gs>
              <a:gs pos="100000">
                <a:srgbClr val="00AAB8"/>
              </a:gs>
            </a:gsLst>
            <a:lin ang="5400000"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3" name="Google Shape;23;p3"/>
          <p:cNvSpPr txBox="1"/>
          <p:nvPr/>
        </p:nvSpPr>
        <p:spPr>
          <a:xfrm>
            <a:off x="1698071" y="1372667"/>
            <a:ext cx="5332238" cy="1568635"/>
          </a:xfrm>
          <a:prstGeom prst="rect">
            <a:avLst/>
          </a:prstGeom>
          <a:noFill/>
          <a:ln>
            <a:noFill/>
          </a:ln>
        </p:spPr>
        <p:txBody>
          <a:bodyPr spcFirstLastPara="1" wrap="square" lIns="45700" tIns="45700" rIns="45700" bIns="45700" anchor="t" anchorCtr="0">
            <a:noAutofit/>
          </a:bodyPr>
          <a:lstStyle/>
          <a:p>
            <a:pPr algn="just"/>
            <a:r>
              <a:rPr lang="ms-MY" dirty="0">
                <a:latin typeface="Tahoma" panose="020B0604030504040204" pitchFamily="34" charset="0"/>
                <a:ea typeface="Tahoma" panose="020B0604030504040204" pitchFamily="34" charset="0"/>
                <a:cs typeface="Tahoma" panose="020B0604030504040204" pitchFamily="34" charset="0"/>
              </a:rPr>
              <a:t>Sekiranya rahsia rasmi itu didapati tidak diterima dan tiada penjelasan yang memuaskan dari pejabat yang menghantar atau pejabat yang dialamatkan, maka Pegawai Keselamatan Jabatan di kedua-dua Jabatan</a:t>
            </a:r>
            <a:r>
              <a:rPr lang="ms-MY" i="1" dirty="0">
                <a:latin typeface="Tahoma" panose="020B0604030504040204" pitchFamily="34" charset="0"/>
                <a:ea typeface="Tahoma" panose="020B0604030504040204" pitchFamily="34" charset="0"/>
                <a:cs typeface="Tahoma" panose="020B0604030504040204" pitchFamily="34" charset="0"/>
              </a:rPr>
              <a:t> </a:t>
            </a:r>
            <a:r>
              <a:rPr lang="ms-MY" dirty="0">
                <a:latin typeface="Tahoma" panose="020B0604030504040204" pitchFamily="34" charset="0"/>
                <a:ea typeface="Tahoma" panose="020B0604030504040204" pitchFamily="34" charset="0"/>
                <a:cs typeface="Tahoma" panose="020B0604030504040204" pitchFamily="34" charset="0"/>
              </a:rPr>
              <a:t>berkenaan hendaklah diberitahu dengan segera</a:t>
            </a:r>
            <a:r>
              <a:rPr lang="en-GB" dirty="0">
                <a:latin typeface="Tahoma" panose="020B0604030504040204" pitchFamily="34" charset="0"/>
                <a:ea typeface="Tahoma" panose="020B0604030504040204" pitchFamily="34" charset="0"/>
                <a:cs typeface="Tahoma" panose="020B0604030504040204" pitchFamily="34" charset="0"/>
              </a:rPr>
              <a:t>. </a:t>
            </a:r>
          </a:p>
        </p:txBody>
      </p:sp>
      <p:sp>
        <p:nvSpPr>
          <p:cNvPr id="26" name="Google Shape;26;p3"/>
          <p:cNvSpPr/>
          <p:nvPr/>
        </p:nvSpPr>
        <p:spPr>
          <a:xfrm>
            <a:off x="8981236" y="2763379"/>
            <a:ext cx="987431" cy="1659917"/>
          </a:xfrm>
          <a:prstGeom prst="roundRect">
            <a:avLst>
              <a:gd name="adj" fmla="val 14129"/>
            </a:avLst>
          </a:prstGeom>
          <a:solidFill>
            <a:srgbClr val="794C0C"/>
          </a:solidFill>
          <a:ln>
            <a:noFill/>
          </a:ln>
          <a:effectLst>
            <a:outerShdw blurRad="101600" dist="118426" dir="8890792" rotWithShape="0">
              <a:srgbClr val="000000">
                <a:alpha val="23137"/>
              </a:srgbClr>
            </a:outerShdw>
          </a:effectLst>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7" name="Google Shape;27;p3"/>
          <p:cNvSpPr/>
          <p:nvPr/>
        </p:nvSpPr>
        <p:spPr>
          <a:xfrm>
            <a:off x="1668964" y="3121443"/>
            <a:ext cx="8071384" cy="1056287"/>
          </a:xfrm>
          <a:prstGeom prst="rect">
            <a:avLst/>
          </a:prstGeom>
          <a:gradFill>
            <a:gsLst>
              <a:gs pos="0">
                <a:srgbClr val="F8FCFF"/>
              </a:gs>
              <a:gs pos="69000">
                <a:srgbClr val="F8FCFF"/>
              </a:gs>
              <a:gs pos="99000">
                <a:srgbClr val="B8BCC0"/>
              </a:gs>
              <a:gs pos="100000">
                <a:srgbClr val="B8BCC0"/>
              </a:gs>
            </a:gsLst>
            <a:lin ang="17400000" scaled="0"/>
          </a:gradFill>
          <a:ln>
            <a:noFill/>
          </a:ln>
          <a:effectLst>
            <a:outerShdw blurRad="101600" dist="118426" dir="2118751" rotWithShape="0">
              <a:srgbClr val="000000">
                <a:alpha val="23137"/>
              </a:srgbClr>
            </a:outerShdw>
          </a:effectLst>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8" name="Google Shape;28;p3"/>
          <p:cNvSpPr/>
          <p:nvPr/>
        </p:nvSpPr>
        <p:spPr>
          <a:xfrm rot="10800000" flipH="1">
            <a:off x="9064527" y="3522658"/>
            <a:ext cx="1495228" cy="835212"/>
          </a:xfrm>
          <a:custGeom>
            <a:avLst/>
            <a:gdLst/>
            <a:ahLst/>
            <a:cxnLst/>
            <a:rect l="l" t="t" r="r" b="b"/>
            <a:pathLst>
              <a:path w="21600" h="21600" extrusionOk="0">
                <a:moveTo>
                  <a:pt x="0" y="0"/>
                </a:moveTo>
                <a:lnTo>
                  <a:pt x="11778" y="0"/>
                </a:lnTo>
                <a:lnTo>
                  <a:pt x="21600" y="21600"/>
                </a:lnTo>
                <a:lnTo>
                  <a:pt x="9980" y="21479"/>
                </a:lnTo>
                <a:lnTo>
                  <a:pt x="0" y="0"/>
                </a:lnTo>
                <a:close/>
              </a:path>
            </a:pathLst>
          </a:custGeom>
          <a:gradFill>
            <a:gsLst>
              <a:gs pos="0">
                <a:srgbClr val="7B4910"/>
              </a:gs>
              <a:gs pos="2987">
                <a:srgbClr val="7B4910"/>
              </a:gs>
              <a:gs pos="17836">
                <a:srgbClr val="B96F18"/>
              </a:gs>
              <a:gs pos="100000">
                <a:srgbClr val="B96F18"/>
              </a:gs>
            </a:gsLst>
            <a:lin ang="5400000"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9" name="Google Shape;29;p3"/>
          <p:cNvSpPr/>
          <p:nvPr/>
        </p:nvSpPr>
        <p:spPr>
          <a:xfrm>
            <a:off x="9064527" y="2725631"/>
            <a:ext cx="1495464" cy="829396"/>
          </a:xfrm>
          <a:custGeom>
            <a:avLst/>
            <a:gdLst/>
            <a:ahLst/>
            <a:cxnLst/>
            <a:rect l="l" t="t" r="r" b="b"/>
            <a:pathLst>
              <a:path w="21600" h="21600" extrusionOk="0">
                <a:moveTo>
                  <a:pt x="0" y="0"/>
                </a:moveTo>
                <a:lnTo>
                  <a:pt x="11776" y="0"/>
                </a:lnTo>
                <a:lnTo>
                  <a:pt x="21600" y="21529"/>
                </a:lnTo>
                <a:lnTo>
                  <a:pt x="9951" y="21600"/>
                </a:lnTo>
                <a:lnTo>
                  <a:pt x="0" y="0"/>
                </a:lnTo>
                <a:close/>
              </a:path>
            </a:pathLst>
          </a:custGeom>
          <a:gradFill>
            <a:gsLst>
              <a:gs pos="0">
                <a:srgbClr val="F9CD3E"/>
              </a:gs>
              <a:gs pos="7016">
                <a:srgbClr val="F9CD3E"/>
              </a:gs>
              <a:gs pos="15323">
                <a:srgbClr val="FDA943"/>
              </a:gs>
              <a:gs pos="100000">
                <a:srgbClr val="FDA943"/>
              </a:gs>
            </a:gsLst>
            <a:lin ang="5400000"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34" name="Google Shape;34;p3"/>
          <p:cNvSpPr/>
          <p:nvPr/>
        </p:nvSpPr>
        <p:spPr>
          <a:xfrm>
            <a:off x="9930322" y="4550631"/>
            <a:ext cx="987431" cy="1659917"/>
          </a:xfrm>
          <a:prstGeom prst="roundRect">
            <a:avLst>
              <a:gd name="adj" fmla="val 14129"/>
            </a:avLst>
          </a:prstGeom>
          <a:solidFill>
            <a:srgbClr val="7C2C21"/>
          </a:solidFill>
          <a:ln>
            <a:noFill/>
          </a:ln>
          <a:effectLst>
            <a:outerShdw blurRad="101600" dist="118426" dir="8890792" rotWithShape="0">
              <a:srgbClr val="000000">
                <a:alpha val="23137"/>
              </a:srgbClr>
            </a:outerShdw>
          </a:effectLst>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35" name="Google Shape;35;p3"/>
          <p:cNvSpPr/>
          <p:nvPr/>
        </p:nvSpPr>
        <p:spPr>
          <a:xfrm>
            <a:off x="1668965" y="4535795"/>
            <a:ext cx="9083992" cy="1381762"/>
          </a:xfrm>
          <a:prstGeom prst="rect">
            <a:avLst/>
          </a:prstGeom>
          <a:gradFill>
            <a:gsLst>
              <a:gs pos="0">
                <a:srgbClr val="F8FCFF"/>
              </a:gs>
              <a:gs pos="69000">
                <a:srgbClr val="F8FCFF"/>
              </a:gs>
              <a:gs pos="99000">
                <a:srgbClr val="B8BCC0"/>
              </a:gs>
              <a:gs pos="100000">
                <a:srgbClr val="B8BCC0"/>
              </a:gs>
            </a:gsLst>
            <a:lin ang="17400000" scaled="0"/>
          </a:gradFill>
          <a:ln>
            <a:noFill/>
          </a:ln>
          <a:effectLst>
            <a:outerShdw blurRad="101600" dist="118426" dir="2118751" rotWithShape="0">
              <a:srgbClr val="000000">
                <a:alpha val="23137"/>
              </a:srgbClr>
            </a:outerShdw>
          </a:effectLst>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36" name="Google Shape;36;p3"/>
          <p:cNvSpPr/>
          <p:nvPr/>
        </p:nvSpPr>
        <p:spPr>
          <a:xfrm rot="10800000" flipH="1">
            <a:off x="9996551" y="5321023"/>
            <a:ext cx="1495228" cy="835212"/>
          </a:xfrm>
          <a:custGeom>
            <a:avLst/>
            <a:gdLst/>
            <a:ahLst/>
            <a:cxnLst/>
            <a:rect l="l" t="t" r="r" b="b"/>
            <a:pathLst>
              <a:path w="21600" h="21600" extrusionOk="0">
                <a:moveTo>
                  <a:pt x="0" y="0"/>
                </a:moveTo>
                <a:lnTo>
                  <a:pt x="11778" y="0"/>
                </a:lnTo>
                <a:lnTo>
                  <a:pt x="21600" y="21600"/>
                </a:lnTo>
                <a:lnTo>
                  <a:pt x="9980" y="21479"/>
                </a:lnTo>
                <a:lnTo>
                  <a:pt x="0" y="0"/>
                </a:lnTo>
                <a:close/>
              </a:path>
            </a:pathLst>
          </a:custGeom>
          <a:gradFill>
            <a:gsLst>
              <a:gs pos="0">
                <a:srgbClr val="80291C"/>
              </a:gs>
              <a:gs pos="2987">
                <a:srgbClr val="80291C"/>
              </a:gs>
              <a:gs pos="17836">
                <a:srgbClr val="B33C24"/>
              </a:gs>
              <a:gs pos="100000">
                <a:srgbClr val="B33C24"/>
              </a:gs>
            </a:gsLst>
            <a:lin ang="5400000"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37" name="Google Shape;37;p3"/>
          <p:cNvSpPr/>
          <p:nvPr/>
        </p:nvSpPr>
        <p:spPr>
          <a:xfrm>
            <a:off x="9991192" y="4518180"/>
            <a:ext cx="1495464" cy="829396"/>
          </a:xfrm>
          <a:custGeom>
            <a:avLst/>
            <a:gdLst/>
            <a:ahLst/>
            <a:cxnLst/>
            <a:rect l="l" t="t" r="r" b="b"/>
            <a:pathLst>
              <a:path w="21600" h="21600" extrusionOk="0">
                <a:moveTo>
                  <a:pt x="0" y="0"/>
                </a:moveTo>
                <a:lnTo>
                  <a:pt x="11776" y="0"/>
                </a:lnTo>
                <a:lnTo>
                  <a:pt x="21600" y="21529"/>
                </a:lnTo>
                <a:lnTo>
                  <a:pt x="9951" y="21600"/>
                </a:lnTo>
                <a:lnTo>
                  <a:pt x="0" y="0"/>
                </a:lnTo>
                <a:close/>
              </a:path>
            </a:pathLst>
          </a:custGeom>
          <a:gradFill>
            <a:gsLst>
              <a:gs pos="0">
                <a:srgbClr val="FF556C"/>
              </a:gs>
              <a:gs pos="6895">
                <a:srgbClr val="FF556C"/>
              </a:gs>
              <a:gs pos="17635">
                <a:srgbClr val="FF3A32"/>
              </a:gs>
              <a:gs pos="100000">
                <a:srgbClr val="FF3A32"/>
              </a:gs>
            </a:gsLst>
            <a:lin ang="5400000"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39" name="Google Shape;39;p3"/>
          <p:cNvSpPr txBox="1"/>
          <p:nvPr/>
        </p:nvSpPr>
        <p:spPr>
          <a:xfrm>
            <a:off x="1716979" y="4600263"/>
            <a:ext cx="8208220" cy="1255641"/>
          </a:xfrm>
          <a:prstGeom prst="rect">
            <a:avLst/>
          </a:prstGeom>
          <a:noFill/>
          <a:ln>
            <a:noFill/>
          </a:ln>
        </p:spPr>
        <p:txBody>
          <a:bodyPr spcFirstLastPara="1" wrap="square" lIns="45700" tIns="45700" rIns="45700" bIns="45700" anchor="t" anchorCtr="0">
            <a:noAutofit/>
          </a:bodyPr>
          <a:lstStyle/>
          <a:p>
            <a:pPr algn="just"/>
            <a:r>
              <a:rPr lang="ms-MY" dirty="0">
                <a:latin typeface="Tahoma" panose="020B0604030504040204" pitchFamily="34" charset="0"/>
                <a:ea typeface="Tahoma" panose="020B0604030504040204" pitchFamily="34" charset="0"/>
                <a:cs typeface="Tahoma" panose="020B0604030504040204" pitchFamily="34" charset="0"/>
              </a:rPr>
              <a:t>Jika resit akuan terima didapati hilang, pihak yang menerima dokumen itu hendaklah menghantar satu surat akuan penerimaan sebagai ganti kepada resit tersebut</a:t>
            </a:r>
            <a:r>
              <a:rPr lang="en-GB" dirty="0">
                <a:latin typeface="Tahoma" panose="020B0604030504040204" pitchFamily="34" charset="0"/>
                <a:ea typeface="Tahoma" panose="020B0604030504040204" pitchFamily="34" charset="0"/>
                <a:cs typeface="Tahoma" panose="020B0604030504040204" pitchFamily="34" charset="0"/>
              </a:rPr>
              <a:t>.</a:t>
            </a:r>
            <a:endParaRPr lang="en-MY" dirty="0">
              <a:latin typeface="Tahoma" panose="020B0604030504040204" pitchFamily="34" charset="0"/>
              <a:ea typeface="Tahoma" panose="020B0604030504040204" pitchFamily="34" charset="0"/>
              <a:cs typeface="Tahoma" panose="020B0604030504040204" pitchFamily="34" charset="0"/>
            </a:endParaRPr>
          </a:p>
        </p:txBody>
      </p:sp>
      <p:sp>
        <p:nvSpPr>
          <p:cNvPr id="42" name="Google Shape;42;p3"/>
          <p:cNvSpPr/>
          <p:nvPr/>
        </p:nvSpPr>
        <p:spPr>
          <a:xfrm>
            <a:off x="8442135" y="3345688"/>
            <a:ext cx="497455" cy="495297"/>
          </a:xfrm>
          <a:custGeom>
            <a:avLst/>
            <a:gdLst/>
            <a:ahLst/>
            <a:cxnLst/>
            <a:rect l="l" t="t" r="r" b="b"/>
            <a:pathLst>
              <a:path w="21600" h="21599" extrusionOk="0">
                <a:moveTo>
                  <a:pt x="9384" y="0"/>
                </a:moveTo>
                <a:cubicBezTo>
                  <a:pt x="9373" y="0"/>
                  <a:pt x="9237" y="27"/>
                  <a:pt x="9075" y="54"/>
                </a:cubicBezTo>
                <a:lnTo>
                  <a:pt x="7468" y="445"/>
                </a:lnTo>
                <a:cubicBezTo>
                  <a:pt x="7312" y="494"/>
                  <a:pt x="7177" y="531"/>
                  <a:pt x="7166" y="537"/>
                </a:cubicBezTo>
                <a:cubicBezTo>
                  <a:pt x="7161" y="542"/>
                  <a:pt x="7154" y="677"/>
                  <a:pt x="7154" y="840"/>
                </a:cubicBezTo>
                <a:lnTo>
                  <a:pt x="7166" y="1761"/>
                </a:lnTo>
                <a:cubicBezTo>
                  <a:pt x="7166" y="1924"/>
                  <a:pt x="7047" y="2119"/>
                  <a:pt x="6902" y="2190"/>
                </a:cubicBezTo>
                <a:lnTo>
                  <a:pt x="6151" y="2574"/>
                </a:lnTo>
                <a:cubicBezTo>
                  <a:pt x="6006" y="2655"/>
                  <a:pt x="5778" y="2644"/>
                  <a:pt x="5649" y="2547"/>
                </a:cubicBezTo>
                <a:lnTo>
                  <a:pt x="4900" y="2010"/>
                </a:lnTo>
                <a:cubicBezTo>
                  <a:pt x="4765" y="1913"/>
                  <a:pt x="4651" y="1842"/>
                  <a:pt x="4645" y="1848"/>
                </a:cubicBezTo>
                <a:cubicBezTo>
                  <a:pt x="4640" y="1853"/>
                  <a:pt x="4527" y="1941"/>
                  <a:pt x="4398" y="2044"/>
                </a:cubicBezTo>
                <a:lnTo>
                  <a:pt x="3162" y="3116"/>
                </a:lnTo>
                <a:cubicBezTo>
                  <a:pt x="3043" y="3230"/>
                  <a:pt x="2941" y="3327"/>
                  <a:pt x="2936" y="3333"/>
                </a:cubicBezTo>
                <a:cubicBezTo>
                  <a:pt x="2930" y="3338"/>
                  <a:pt x="2990" y="3462"/>
                  <a:pt x="3065" y="3609"/>
                </a:cubicBezTo>
                <a:lnTo>
                  <a:pt x="3490" y="4401"/>
                </a:lnTo>
                <a:cubicBezTo>
                  <a:pt x="3566" y="4548"/>
                  <a:pt x="3551" y="4769"/>
                  <a:pt x="3448" y="4899"/>
                </a:cubicBezTo>
                <a:lnTo>
                  <a:pt x="2909" y="5648"/>
                </a:lnTo>
                <a:cubicBezTo>
                  <a:pt x="2817" y="5783"/>
                  <a:pt x="2612" y="5879"/>
                  <a:pt x="2450" y="5858"/>
                </a:cubicBezTo>
                <a:lnTo>
                  <a:pt x="1548" y="5739"/>
                </a:lnTo>
                <a:cubicBezTo>
                  <a:pt x="1386" y="5717"/>
                  <a:pt x="1251" y="5707"/>
                  <a:pt x="1246" y="5712"/>
                </a:cubicBezTo>
                <a:cubicBezTo>
                  <a:pt x="1241" y="5717"/>
                  <a:pt x="1181" y="5848"/>
                  <a:pt x="1111" y="6000"/>
                </a:cubicBezTo>
                <a:lnTo>
                  <a:pt x="518" y="7483"/>
                </a:lnTo>
                <a:cubicBezTo>
                  <a:pt x="464" y="7640"/>
                  <a:pt x="420" y="7776"/>
                  <a:pt x="415" y="7781"/>
                </a:cubicBezTo>
                <a:cubicBezTo>
                  <a:pt x="415" y="7792"/>
                  <a:pt x="523" y="7874"/>
                  <a:pt x="658" y="7966"/>
                </a:cubicBezTo>
                <a:lnTo>
                  <a:pt x="1381" y="8454"/>
                </a:lnTo>
                <a:cubicBezTo>
                  <a:pt x="1516" y="8546"/>
                  <a:pt x="1602" y="8752"/>
                  <a:pt x="1570" y="8914"/>
                </a:cubicBezTo>
                <a:lnTo>
                  <a:pt x="1420" y="9944"/>
                </a:lnTo>
                <a:cubicBezTo>
                  <a:pt x="1404" y="10106"/>
                  <a:pt x="1263" y="10291"/>
                  <a:pt x="1106" y="10345"/>
                </a:cubicBezTo>
                <a:lnTo>
                  <a:pt x="280" y="10648"/>
                </a:lnTo>
                <a:cubicBezTo>
                  <a:pt x="123" y="10702"/>
                  <a:pt x="0" y="10758"/>
                  <a:pt x="0" y="10769"/>
                </a:cubicBezTo>
                <a:cubicBezTo>
                  <a:pt x="0" y="10779"/>
                  <a:pt x="6" y="10919"/>
                  <a:pt x="17" y="11082"/>
                </a:cubicBezTo>
                <a:lnTo>
                  <a:pt x="167" y="12626"/>
                </a:lnTo>
                <a:cubicBezTo>
                  <a:pt x="194" y="12789"/>
                  <a:pt x="210" y="12930"/>
                  <a:pt x="216" y="12941"/>
                </a:cubicBezTo>
                <a:cubicBezTo>
                  <a:pt x="216" y="12952"/>
                  <a:pt x="350" y="12974"/>
                  <a:pt x="518" y="12990"/>
                </a:cubicBezTo>
                <a:lnTo>
                  <a:pt x="1354" y="13082"/>
                </a:lnTo>
                <a:cubicBezTo>
                  <a:pt x="1516" y="13098"/>
                  <a:pt x="1688" y="13245"/>
                  <a:pt x="1737" y="13402"/>
                </a:cubicBezTo>
                <a:lnTo>
                  <a:pt x="2121" y="14501"/>
                </a:lnTo>
                <a:cubicBezTo>
                  <a:pt x="2181" y="14653"/>
                  <a:pt x="2142" y="14881"/>
                  <a:pt x="2028" y="15000"/>
                </a:cubicBezTo>
                <a:lnTo>
                  <a:pt x="1457" y="15624"/>
                </a:lnTo>
                <a:cubicBezTo>
                  <a:pt x="1349" y="15743"/>
                  <a:pt x="1258" y="15850"/>
                  <a:pt x="1263" y="15856"/>
                </a:cubicBezTo>
                <a:cubicBezTo>
                  <a:pt x="1268" y="15861"/>
                  <a:pt x="1338" y="15986"/>
                  <a:pt x="1425" y="16127"/>
                </a:cubicBezTo>
                <a:lnTo>
                  <a:pt x="2256" y="17380"/>
                </a:lnTo>
                <a:cubicBezTo>
                  <a:pt x="2353" y="17510"/>
                  <a:pt x="2440" y="17623"/>
                  <a:pt x="2445" y="17634"/>
                </a:cubicBezTo>
                <a:cubicBezTo>
                  <a:pt x="2450" y="17639"/>
                  <a:pt x="2579" y="17595"/>
                  <a:pt x="2730" y="17535"/>
                </a:cubicBezTo>
                <a:lnTo>
                  <a:pt x="3490" y="17232"/>
                </a:lnTo>
                <a:cubicBezTo>
                  <a:pt x="3641" y="17173"/>
                  <a:pt x="3863" y="17216"/>
                  <a:pt x="3976" y="17336"/>
                </a:cubicBezTo>
                <a:lnTo>
                  <a:pt x="4905" y="18192"/>
                </a:lnTo>
                <a:cubicBezTo>
                  <a:pt x="5029" y="18295"/>
                  <a:pt x="5100" y="18511"/>
                  <a:pt x="5062" y="18673"/>
                </a:cubicBezTo>
                <a:lnTo>
                  <a:pt x="4851" y="19476"/>
                </a:lnTo>
                <a:cubicBezTo>
                  <a:pt x="4808" y="19633"/>
                  <a:pt x="4780" y="19769"/>
                  <a:pt x="4785" y="19774"/>
                </a:cubicBezTo>
                <a:cubicBezTo>
                  <a:pt x="4791" y="19780"/>
                  <a:pt x="4915" y="19850"/>
                  <a:pt x="5055" y="19937"/>
                </a:cubicBezTo>
                <a:lnTo>
                  <a:pt x="6345" y="20631"/>
                </a:lnTo>
                <a:cubicBezTo>
                  <a:pt x="6491" y="20701"/>
                  <a:pt x="6621" y="20761"/>
                  <a:pt x="6632" y="20766"/>
                </a:cubicBezTo>
                <a:cubicBezTo>
                  <a:pt x="6637" y="20772"/>
                  <a:pt x="6735" y="20668"/>
                  <a:pt x="6843" y="20543"/>
                </a:cubicBezTo>
                <a:lnTo>
                  <a:pt x="7370" y="19932"/>
                </a:lnTo>
                <a:cubicBezTo>
                  <a:pt x="7478" y="19807"/>
                  <a:pt x="7694" y="19742"/>
                  <a:pt x="7851" y="19791"/>
                </a:cubicBezTo>
                <a:lnTo>
                  <a:pt x="9136" y="20116"/>
                </a:lnTo>
                <a:cubicBezTo>
                  <a:pt x="9298" y="20149"/>
                  <a:pt x="9459" y="20306"/>
                  <a:pt x="9497" y="20468"/>
                </a:cubicBezTo>
                <a:lnTo>
                  <a:pt x="9680" y="21259"/>
                </a:lnTo>
                <a:cubicBezTo>
                  <a:pt x="9718" y="21422"/>
                  <a:pt x="9756" y="21552"/>
                  <a:pt x="9761" y="21552"/>
                </a:cubicBezTo>
                <a:cubicBezTo>
                  <a:pt x="9767" y="21552"/>
                  <a:pt x="9911" y="21562"/>
                  <a:pt x="10073" y="21573"/>
                </a:cubicBezTo>
                <a:lnTo>
                  <a:pt x="10500" y="21595"/>
                </a:lnTo>
                <a:cubicBezTo>
                  <a:pt x="10662" y="21600"/>
                  <a:pt x="10931" y="21600"/>
                  <a:pt x="11098" y="21595"/>
                </a:cubicBezTo>
                <a:lnTo>
                  <a:pt x="11525" y="21573"/>
                </a:lnTo>
                <a:cubicBezTo>
                  <a:pt x="11687" y="21562"/>
                  <a:pt x="11828" y="21552"/>
                  <a:pt x="11839" y="21552"/>
                </a:cubicBezTo>
                <a:cubicBezTo>
                  <a:pt x="11849" y="21552"/>
                  <a:pt x="11882" y="21416"/>
                  <a:pt x="11920" y="21259"/>
                </a:cubicBezTo>
                <a:lnTo>
                  <a:pt x="12103" y="20468"/>
                </a:lnTo>
                <a:cubicBezTo>
                  <a:pt x="12141" y="20306"/>
                  <a:pt x="12302" y="20149"/>
                  <a:pt x="12464" y="20116"/>
                </a:cubicBezTo>
                <a:lnTo>
                  <a:pt x="13749" y="19791"/>
                </a:lnTo>
                <a:cubicBezTo>
                  <a:pt x="13906" y="19742"/>
                  <a:pt x="14120" y="19807"/>
                  <a:pt x="14228" y="19932"/>
                </a:cubicBezTo>
                <a:lnTo>
                  <a:pt x="14757" y="20543"/>
                </a:lnTo>
                <a:cubicBezTo>
                  <a:pt x="14865" y="20668"/>
                  <a:pt x="14957" y="20767"/>
                  <a:pt x="14968" y="20766"/>
                </a:cubicBezTo>
                <a:cubicBezTo>
                  <a:pt x="14974" y="20761"/>
                  <a:pt x="15102" y="20701"/>
                  <a:pt x="15253" y="20631"/>
                </a:cubicBezTo>
                <a:lnTo>
                  <a:pt x="16543" y="19937"/>
                </a:lnTo>
                <a:cubicBezTo>
                  <a:pt x="16683" y="19850"/>
                  <a:pt x="16802" y="19780"/>
                  <a:pt x="16813" y="19774"/>
                </a:cubicBezTo>
                <a:cubicBezTo>
                  <a:pt x="16818" y="19769"/>
                  <a:pt x="16792" y="19633"/>
                  <a:pt x="16749" y="19476"/>
                </a:cubicBezTo>
                <a:lnTo>
                  <a:pt x="16538" y="18673"/>
                </a:lnTo>
                <a:cubicBezTo>
                  <a:pt x="16495" y="18516"/>
                  <a:pt x="16565" y="18301"/>
                  <a:pt x="16695" y="18192"/>
                </a:cubicBezTo>
                <a:lnTo>
                  <a:pt x="17622" y="17336"/>
                </a:lnTo>
                <a:cubicBezTo>
                  <a:pt x="17736" y="17216"/>
                  <a:pt x="17957" y="17173"/>
                  <a:pt x="18108" y="17232"/>
                </a:cubicBezTo>
                <a:lnTo>
                  <a:pt x="18868" y="17535"/>
                </a:lnTo>
                <a:cubicBezTo>
                  <a:pt x="19019" y="17595"/>
                  <a:pt x="19150" y="17639"/>
                  <a:pt x="19155" y="17634"/>
                </a:cubicBezTo>
                <a:cubicBezTo>
                  <a:pt x="19160" y="17628"/>
                  <a:pt x="19247" y="17515"/>
                  <a:pt x="19344" y="17380"/>
                </a:cubicBezTo>
                <a:lnTo>
                  <a:pt x="20175" y="16127"/>
                </a:lnTo>
                <a:cubicBezTo>
                  <a:pt x="20262" y="15986"/>
                  <a:pt x="20332" y="15861"/>
                  <a:pt x="20337" y="15856"/>
                </a:cubicBezTo>
                <a:cubicBezTo>
                  <a:pt x="20342" y="15850"/>
                  <a:pt x="20256" y="15743"/>
                  <a:pt x="20143" y="15624"/>
                </a:cubicBezTo>
                <a:lnTo>
                  <a:pt x="19570" y="14989"/>
                </a:lnTo>
                <a:cubicBezTo>
                  <a:pt x="19462" y="14869"/>
                  <a:pt x="19419" y="14642"/>
                  <a:pt x="19479" y="14491"/>
                </a:cubicBezTo>
                <a:lnTo>
                  <a:pt x="19862" y="13390"/>
                </a:lnTo>
                <a:cubicBezTo>
                  <a:pt x="19910" y="13233"/>
                  <a:pt x="20082" y="13088"/>
                  <a:pt x="20244" y="13072"/>
                </a:cubicBezTo>
                <a:lnTo>
                  <a:pt x="21081" y="12978"/>
                </a:lnTo>
                <a:cubicBezTo>
                  <a:pt x="21243" y="12962"/>
                  <a:pt x="21379" y="12940"/>
                  <a:pt x="21384" y="12929"/>
                </a:cubicBezTo>
                <a:cubicBezTo>
                  <a:pt x="21384" y="12918"/>
                  <a:pt x="21404" y="12784"/>
                  <a:pt x="21431" y="12616"/>
                </a:cubicBezTo>
                <a:lnTo>
                  <a:pt x="21583" y="11072"/>
                </a:lnTo>
                <a:cubicBezTo>
                  <a:pt x="21594" y="10909"/>
                  <a:pt x="21600" y="10767"/>
                  <a:pt x="21600" y="10757"/>
                </a:cubicBezTo>
                <a:cubicBezTo>
                  <a:pt x="21584" y="10757"/>
                  <a:pt x="21460" y="10702"/>
                  <a:pt x="21303" y="10648"/>
                </a:cubicBezTo>
                <a:lnTo>
                  <a:pt x="20477" y="10345"/>
                </a:lnTo>
                <a:cubicBezTo>
                  <a:pt x="20321" y="10291"/>
                  <a:pt x="20180" y="10106"/>
                  <a:pt x="20163" y="9944"/>
                </a:cubicBezTo>
                <a:lnTo>
                  <a:pt x="20013" y="8914"/>
                </a:lnTo>
                <a:cubicBezTo>
                  <a:pt x="19981" y="8752"/>
                  <a:pt x="20067" y="8546"/>
                  <a:pt x="20202" y="8454"/>
                </a:cubicBezTo>
                <a:lnTo>
                  <a:pt x="20926" y="7966"/>
                </a:lnTo>
                <a:cubicBezTo>
                  <a:pt x="21060" y="7874"/>
                  <a:pt x="21174" y="7792"/>
                  <a:pt x="21168" y="7781"/>
                </a:cubicBezTo>
                <a:cubicBezTo>
                  <a:pt x="21168" y="7770"/>
                  <a:pt x="21119" y="7640"/>
                  <a:pt x="21065" y="7483"/>
                </a:cubicBezTo>
                <a:lnTo>
                  <a:pt x="20472" y="6000"/>
                </a:lnTo>
                <a:cubicBezTo>
                  <a:pt x="20402" y="5848"/>
                  <a:pt x="20342" y="5723"/>
                  <a:pt x="20337" y="5712"/>
                </a:cubicBezTo>
                <a:cubicBezTo>
                  <a:pt x="20332" y="5701"/>
                  <a:pt x="20197" y="5717"/>
                  <a:pt x="20035" y="5739"/>
                </a:cubicBezTo>
                <a:lnTo>
                  <a:pt x="19133" y="5858"/>
                </a:lnTo>
                <a:cubicBezTo>
                  <a:pt x="18971" y="5879"/>
                  <a:pt x="18761" y="5788"/>
                  <a:pt x="18674" y="5648"/>
                </a:cubicBezTo>
                <a:lnTo>
                  <a:pt x="18135" y="4899"/>
                </a:lnTo>
                <a:cubicBezTo>
                  <a:pt x="18032" y="4769"/>
                  <a:pt x="18017" y="4548"/>
                  <a:pt x="18093" y="4401"/>
                </a:cubicBezTo>
                <a:lnTo>
                  <a:pt x="18518" y="3609"/>
                </a:lnTo>
                <a:cubicBezTo>
                  <a:pt x="18593" y="3462"/>
                  <a:pt x="18653" y="3338"/>
                  <a:pt x="18647" y="3333"/>
                </a:cubicBezTo>
                <a:cubicBezTo>
                  <a:pt x="18642" y="3327"/>
                  <a:pt x="18540" y="3230"/>
                  <a:pt x="18422" y="3116"/>
                </a:cubicBezTo>
                <a:lnTo>
                  <a:pt x="17186" y="2044"/>
                </a:lnTo>
                <a:cubicBezTo>
                  <a:pt x="17056" y="1941"/>
                  <a:pt x="16943" y="1853"/>
                  <a:pt x="16938" y="1848"/>
                </a:cubicBezTo>
                <a:cubicBezTo>
                  <a:pt x="16932" y="1842"/>
                  <a:pt x="16813" y="1918"/>
                  <a:pt x="16683" y="2010"/>
                </a:cubicBezTo>
                <a:lnTo>
                  <a:pt x="15934" y="2547"/>
                </a:lnTo>
                <a:cubicBezTo>
                  <a:pt x="15800" y="2644"/>
                  <a:pt x="15572" y="2655"/>
                  <a:pt x="15432" y="2574"/>
                </a:cubicBezTo>
                <a:lnTo>
                  <a:pt x="14682" y="2190"/>
                </a:lnTo>
                <a:cubicBezTo>
                  <a:pt x="14531" y="2119"/>
                  <a:pt x="14411" y="1929"/>
                  <a:pt x="14417" y="1761"/>
                </a:cubicBezTo>
                <a:lnTo>
                  <a:pt x="14429" y="840"/>
                </a:lnTo>
                <a:cubicBezTo>
                  <a:pt x="14429" y="677"/>
                  <a:pt x="14428" y="537"/>
                  <a:pt x="14417" y="537"/>
                </a:cubicBezTo>
                <a:cubicBezTo>
                  <a:pt x="14411" y="531"/>
                  <a:pt x="14272" y="494"/>
                  <a:pt x="14115" y="445"/>
                </a:cubicBezTo>
                <a:lnTo>
                  <a:pt x="12508" y="54"/>
                </a:lnTo>
                <a:cubicBezTo>
                  <a:pt x="12346" y="22"/>
                  <a:pt x="12205" y="0"/>
                  <a:pt x="12200" y="0"/>
                </a:cubicBezTo>
                <a:cubicBezTo>
                  <a:pt x="12189" y="0"/>
                  <a:pt x="12125" y="120"/>
                  <a:pt x="12049" y="266"/>
                </a:cubicBezTo>
                <a:lnTo>
                  <a:pt x="11628" y="1096"/>
                </a:lnTo>
                <a:cubicBezTo>
                  <a:pt x="11552" y="1242"/>
                  <a:pt x="11358" y="1355"/>
                  <a:pt x="11196" y="1350"/>
                </a:cubicBezTo>
                <a:lnTo>
                  <a:pt x="10387" y="1350"/>
                </a:lnTo>
                <a:cubicBezTo>
                  <a:pt x="10225" y="1355"/>
                  <a:pt x="10025" y="1242"/>
                  <a:pt x="9955" y="1096"/>
                </a:cubicBezTo>
                <a:lnTo>
                  <a:pt x="9534" y="266"/>
                </a:lnTo>
                <a:cubicBezTo>
                  <a:pt x="9458" y="120"/>
                  <a:pt x="9394" y="0"/>
                  <a:pt x="9384" y="0"/>
                </a:cubicBezTo>
                <a:close/>
                <a:moveTo>
                  <a:pt x="10792" y="5820"/>
                </a:moveTo>
                <a:cubicBezTo>
                  <a:pt x="13533" y="5820"/>
                  <a:pt x="15761" y="8053"/>
                  <a:pt x="15761" y="10811"/>
                </a:cubicBezTo>
                <a:cubicBezTo>
                  <a:pt x="15761" y="13569"/>
                  <a:pt x="13533" y="15801"/>
                  <a:pt x="10792" y="15801"/>
                </a:cubicBezTo>
                <a:cubicBezTo>
                  <a:pt x="8051" y="15801"/>
                  <a:pt x="5822" y="13569"/>
                  <a:pt x="5822" y="10811"/>
                </a:cubicBezTo>
                <a:cubicBezTo>
                  <a:pt x="5822" y="8053"/>
                  <a:pt x="8045" y="5820"/>
                  <a:pt x="10792" y="5820"/>
                </a:cubicBezTo>
                <a:close/>
                <a:moveTo>
                  <a:pt x="10792" y="7592"/>
                </a:moveTo>
                <a:cubicBezTo>
                  <a:pt x="9016" y="7592"/>
                  <a:pt x="7581" y="9033"/>
                  <a:pt x="7581" y="10816"/>
                </a:cubicBezTo>
                <a:cubicBezTo>
                  <a:pt x="7581" y="12593"/>
                  <a:pt x="9016" y="14040"/>
                  <a:pt x="10792" y="14040"/>
                </a:cubicBezTo>
                <a:cubicBezTo>
                  <a:pt x="12567" y="14040"/>
                  <a:pt x="14002" y="12599"/>
                  <a:pt x="14002" y="10816"/>
                </a:cubicBezTo>
                <a:cubicBezTo>
                  <a:pt x="14002" y="9033"/>
                  <a:pt x="12567" y="7592"/>
                  <a:pt x="10792" y="7592"/>
                </a:cubicBezTo>
                <a:close/>
              </a:path>
            </a:pathLst>
          </a:custGeom>
          <a:solidFill>
            <a:srgbClr val="F9A94C"/>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43" name="Google Shape;43;p3"/>
          <p:cNvSpPr/>
          <p:nvPr/>
        </p:nvSpPr>
        <p:spPr>
          <a:xfrm>
            <a:off x="7106402" y="1635231"/>
            <a:ext cx="479940" cy="540608"/>
          </a:xfrm>
          <a:custGeom>
            <a:avLst/>
            <a:gdLst/>
            <a:ahLst/>
            <a:cxnLst/>
            <a:rect l="l" t="t" r="r" b="b"/>
            <a:pathLst>
              <a:path w="21048" h="21600" extrusionOk="0">
                <a:moveTo>
                  <a:pt x="10524" y="0"/>
                </a:moveTo>
                <a:cubicBezTo>
                  <a:pt x="9635" y="0"/>
                  <a:pt x="8359" y="577"/>
                  <a:pt x="7326" y="3327"/>
                </a:cubicBezTo>
                <a:cubicBezTo>
                  <a:pt x="7137" y="3832"/>
                  <a:pt x="6970" y="4380"/>
                  <a:pt x="6824" y="4961"/>
                </a:cubicBezTo>
                <a:cubicBezTo>
                  <a:pt x="6200" y="4785"/>
                  <a:pt x="5595" y="4643"/>
                  <a:pt x="5020" y="4540"/>
                </a:cubicBezTo>
                <a:cubicBezTo>
                  <a:pt x="1890" y="3980"/>
                  <a:pt x="703" y="4698"/>
                  <a:pt x="258" y="5400"/>
                </a:cubicBezTo>
                <a:cubicBezTo>
                  <a:pt x="-186" y="6101"/>
                  <a:pt x="-276" y="7396"/>
                  <a:pt x="1822" y="9586"/>
                </a:cubicBezTo>
                <a:cubicBezTo>
                  <a:pt x="2207" y="9988"/>
                  <a:pt x="2643" y="10394"/>
                  <a:pt x="3123" y="10799"/>
                </a:cubicBezTo>
                <a:cubicBezTo>
                  <a:pt x="2644" y="11204"/>
                  <a:pt x="2207" y="11610"/>
                  <a:pt x="1822" y="12013"/>
                </a:cubicBezTo>
                <a:cubicBezTo>
                  <a:pt x="-276" y="14202"/>
                  <a:pt x="-186" y="15499"/>
                  <a:pt x="258" y="16200"/>
                </a:cubicBezTo>
                <a:cubicBezTo>
                  <a:pt x="591" y="16726"/>
                  <a:pt x="1341" y="17260"/>
                  <a:pt x="3011" y="17260"/>
                </a:cubicBezTo>
                <a:cubicBezTo>
                  <a:pt x="3571" y="17260"/>
                  <a:pt x="4234" y="17200"/>
                  <a:pt x="5020" y="17060"/>
                </a:cubicBezTo>
                <a:cubicBezTo>
                  <a:pt x="5595" y="16957"/>
                  <a:pt x="6200" y="16815"/>
                  <a:pt x="6824" y="16639"/>
                </a:cubicBezTo>
                <a:cubicBezTo>
                  <a:pt x="6970" y="17220"/>
                  <a:pt x="7137" y="17766"/>
                  <a:pt x="7326" y="18271"/>
                </a:cubicBezTo>
                <a:cubicBezTo>
                  <a:pt x="8359" y="21022"/>
                  <a:pt x="9635" y="21600"/>
                  <a:pt x="10524" y="21600"/>
                </a:cubicBezTo>
                <a:cubicBezTo>
                  <a:pt x="11413" y="21600"/>
                  <a:pt x="12689" y="21022"/>
                  <a:pt x="13722" y="18271"/>
                </a:cubicBezTo>
                <a:cubicBezTo>
                  <a:pt x="13911" y="17766"/>
                  <a:pt x="14080" y="17220"/>
                  <a:pt x="14226" y="16639"/>
                </a:cubicBezTo>
                <a:cubicBezTo>
                  <a:pt x="14850" y="16815"/>
                  <a:pt x="15453" y="16957"/>
                  <a:pt x="16028" y="17060"/>
                </a:cubicBezTo>
                <a:cubicBezTo>
                  <a:pt x="16814" y="17200"/>
                  <a:pt x="17479" y="17260"/>
                  <a:pt x="18038" y="17260"/>
                </a:cubicBezTo>
                <a:cubicBezTo>
                  <a:pt x="19709" y="17260"/>
                  <a:pt x="20457" y="16726"/>
                  <a:pt x="20790" y="16200"/>
                </a:cubicBezTo>
                <a:cubicBezTo>
                  <a:pt x="21234" y="15499"/>
                  <a:pt x="21324" y="14202"/>
                  <a:pt x="19226" y="12013"/>
                </a:cubicBezTo>
                <a:cubicBezTo>
                  <a:pt x="18841" y="11610"/>
                  <a:pt x="18405" y="11204"/>
                  <a:pt x="17925" y="10799"/>
                </a:cubicBezTo>
                <a:cubicBezTo>
                  <a:pt x="18404" y="10394"/>
                  <a:pt x="18841" y="9988"/>
                  <a:pt x="19226" y="9586"/>
                </a:cubicBezTo>
                <a:cubicBezTo>
                  <a:pt x="21324" y="7396"/>
                  <a:pt x="21234" y="6101"/>
                  <a:pt x="20790" y="5400"/>
                </a:cubicBezTo>
                <a:cubicBezTo>
                  <a:pt x="20345" y="4698"/>
                  <a:pt x="19158" y="3980"/>
                  <a:pt x="16028" y="4540"/>
                </a:cubicBezTo>
                <a:cubicBezTo>
                  <a:pt x="15453" y="4643"/>
                  <a:pt x="14850" y="4785"/>
                  <a:pt x="14226" y="4961"/>
                </a:cubicBezTo>
                <a:cubicBezTo>
                  <a:pt x="14080" y="4380"/>
                  <a:pt x="13911" y="3832"/>
                  <a:pt x="13722" y="3327"/>
                </a:cubicBezTo>
                <a:cubicBezTo>
                  <a:pt x="12689" y="577"/>
                  <a:pt x="11413" y="0"/>
                  <a:pt x="10524" y="0"/>
                </a:cubicBezTo>
                <a:close/>
                <a:moveTo>
                  <a:pt x="10524" y="856"/>
                </a:moveTo>
                <a:cubicBezTo>
                  <a:pt x="11556" y="856"/>
                  <a:pt x="12661" y="2513"/>
                  <a:pt x="13329" y="5231"/>
                </a:cubicBezTo>
                <a:cubicBezTo>
                  <a:pt x="12420" y="5525"/>
                  <a:pt x="11478" y="5885"/>
                  <a:pt x="10524" y="6304"/>
                </a:cubicBezTo>
                <a:cubicBezTo>
                  <a:pt x="9571" y="5885"/>
                  <a:pt x="8628" y="5525"/>
                  <a:pt x="7719" y="5231"/>
                </a:cubicBezTo>
                <a:cubicBezTo>
                  <a:pt x="8386" y="2513"/>
                  <a:pt x="9492" y="856"/>
                  <a:pt x="10524" y="856"/>
                </a:cubicBezTo>
                <a:close/>
                <a:moveTo>
                  <a:pt x="3015" y="5197"/>
                </a:moveTo>
                <a:cubicBezTo>
                  <a:pt x="3968" y="5197"/>
                  <a:pt x="5206" y="5394"/>
                  <a:pt x="6633" y="5801"/>
                </a:cubicBezTo>
                <a:cubicBezTo>
                  <a:pt x="6458" y="6665"/>
                  <a:pt x="6330" y="7591"/>
                  <a:pt x="6252" y="8553"/>
                </a:cubicBezTo>
                <a:cubicBezTo>
                  <a:pt x="5377" y="9095"/>
                  <a:pt x="4562" y="9658"/>
                  <a:pt x="3828" y="10229"/>
                </a:cubicBezTo>
                <a:cubicBezTo>
                  <a:pt x="3348" y="9826"/>
                  <a:pt x="2912" y="9422"/>
                  <a:pt x="2530" y="9023"/>
                </a:cubicBezTo>
                <a:cubicBezTo>
                  <a:pt x="1217" y="7653"/>
                  <a:pt x="672" y="6459"/>
                  <a:pt x="1072" y="5828"/>
                </a:cubicBezTo>
                <a:cubicBezTo>
                  <a:pt x="1335" y="5413"/>
                  <a:pt x="2020" y="5197"/>
                  <a:pt x="3015" y="5197"/>
                </a:cubicBezTo>
                <a:close/>
                <a:moveTo>
                  <a:pt x="18035" y="5197"/>
                </a:moveTo>
                <a:cubicBezTo>
                  <a:pt x="19030" y="5197"/>
                  <a:pt x="19713" y="5413"/>
                  <a:pt x="19976" y="5828"/>
                </a:cubicBezTo>
                <a:cubicBezTo>
                  <a:pt x="20376" y="6459"/>
                  <a:pt x="19831" y="7653"/>
                  <a:pt x="18518" y="9023"/>
                </a:cubicBezTo>
                <a:cubicBezTo>
                  <a:pt x="18136" y="9422"/>
                  <a:pt x="17702" y="9826"/>
                  <a:pt x="17221" y="10229"/>
                </a:cubicBezTo>
                <a:cubicBezTo>
                  <a:pt x="16488" y="9658"/>
                  <a:pt x="15673" y="9095"/>
                  <a:pt x="14798" y="8553"/>
                </a:cubicBezTo>
                <a:cubicBezTo>
                  <a:pt x="14720" y="7591"/>
                  <a:pt x="14590" y="6665"/>
                  <a:pt x="14415" y="5801"/>
                </a:cubicBezTo>
                <a:cubicBezTo>
                  <a:pt x="15842" y="5394"/>
                  <a:pt x="17082" y="5197"/>
                  <a:pt x="18035" y="5197"/>
                </a:cubicBezTo>
                <a:close/>
                <a:moveTo>
                  <a:pt x="7532" y="6078"/>
                </a:moveTo>
                <a:cubicBezTo>
                  <a:pt x="8148" y="6281"/>
                  <a:pt x="8794" y="6520"/>
                  <a:pt x="9461" y="6795"/>
                </a:cubicBezTo>
                <a:cubicBezTo>
                  <a:pt x="9088" y="6975"/>
                  <a:pt x="8715" y="7162"/>
                  <a:pt x="8343" y="7358"/>
                </a:cubicBezTo>
                <a:cubicBezTo>
                  <a:pt x="7971" y="7553"/>
                  <a:pt x="7605" y="7754"/>
                  <a:pt x="7248" y="7958"/>
                </a:cubicBezTo>
                <a:cubicBezTo>
                  <a:pt x="7320" y="7295"/>
                  <a:pt x="7416" y="6666"/>
                  <a:pt x="7532" y="6078"/>
                </a:cubicBezTo>
                <a:close/>
                <a:moveTo>
                  <a:pt x="13516" y="6078"/>
                </a:moveTo>
                <a:cubicBezTo>
                  <a:pt x="13632" y="6666"/>
                  <a:pt x="13728" y="7295"/>
                  <a:pt x="13800" y="7958"/>
                </a:cubicBezTo>
                <a:cubicBezTo>
                  <a:pt x="13443" y="7754"/>
                  <a:pt x="13078" y="7553"/>
                  <a:pt x="12706" y="7358"/>
                </a:cubicBezTo>
                <a:cubicBezTo>
                  <a:pt x="12335" y="7162"/>
                  <a:pt x="11962" y="6975"/>
                  <a:pt x="11589" y="6795"/>
                </a:cubicBezTo>
                <a:cubicBezTo>
                  <a:pt x="12256" y="6520"/>
                  <a:pt x="12900" y="6281"/>
                  <a:pt x="13516" y="6078"/>
                </a:cubicBezTo>
                <a:close/>
                <a:moveTo>
                  <a:pt x="10524" y="7258"/>
                </a:moveTo>
                <a:cubicBezTo>
                  <a:pt x="11084" y="7514"/>
                  <a:pt x="11656" y="7793"/>
                  <a:pt x="12236" y="8099"/>
                </a:cubicBezTo>
                <a:cubicBezTo>
                  <a:pt x="12807" y="8399"/>
                  <a:pt x="13361" y="8709"/>
                  <a:pt x="13892" y="9029"/>
                </a:cubicBezTo>
                <a:cubicBezTo>
                  <a:pt x="13929" y="9598"/>
                  <a:pt x="13948" y="10189"/>
                  <a:pt x="13948" y="10799"/>
                </a:cubicBezTo>
                <a:cubicBezTo>
                  <a:pt x="13948" y="11410"/>
                  <a:pt x="13927" y="12000"/>
                  <a:pt x="13890" y="12570"/>
                </a:cubicBezTo>
                <a:cubicBezTo>
                  <a:pt x="13359" y="12889"/>
                  <a:pt x="12806" y="13201"/>
                  <a:pt x="12236" y="13501"/>
                </a:cubicBezTo>
                <a:cubicBezTo>
                  <a:pt x="11655" y="13807"/>
                  <a:pt x="11084" y="14087"/>
                  <a:pt x="10524" y="14342"/>
                </a:cubicBezTo>
                <a:cubicBezTo>
                  <a:pt x="9964" y="14087"/>
                  <a:pt x="9393" y="13807"/>
                  <a:pt x="8812" y="13501"/>
                </a:cubicBezTo>
                <a:cubicBezTo>
                  <a:pt x="8241" y="13201"/>
                  <a:pt x="7689" y="12891"/>
                  <a:pt x="7158" y="12571"/>
                </a:cubicBezTo>
                <a:cubicBezTo>
                  <a:pt x="7121" y="12002"/>
                  <a:pt x="7100" y="11410"/>
                  <a:pt x="7100" y="10799"/>
                </a:cubicBezTo>
                <a:cubicBezTo>
                  <a:pt x="7100" y="10189"/>
                  <a:pt x="7121" y="9598"/>
                  <a:pt x="7158" y="9029"/>
                </a:cubicBezTo>
                <a:cubicBezTo>
                  <a:pt x="7689" y="8709"/>
                  <a:pt x="8241" y="8399"/>
                  <a:pt x="8812" y="8099"/>
                </a:cubicBezTo>
                <a:cubicBezTo>
                  <a:pt x="9393" y="7793"/>
                  <a:pt x="9964" y="7514"/>
                  <a:pt x="10524" y="7258"/>
                </a:cubicBezTo>
                <a:close/>
                <a:moveTo>
                  <a:pt x="10524" y="9608"/>
                </a:moveTo>
                <a:cubicBezTo>
                  <a:pt x="10189" y="9608"/>
                  <a:pt x="9855" y="9724"/>
                  <a:pt x="9600" y="9957"/>
                </a:cubicBezTo>
                <a:cubicBezTo>
                  <a:pt x="9089" y="10422"/>
                  <a:pt x="9089" y="11178"/>
                  <a:pt x="9600" y="11643"/>
                </a:cubicBezTo>
                <a:cubicBezTo>
                  <a:pt x="10110" y="12108"/>
                  <a:pt x="10938" y="12108"/>
                  <a:pt x="11448" y="11643"/>
                </a:cubicBezTo>
                <a:cubicBezTo>
                  <a:pt x="11959" y="11178"/>
                  <a:pt x="11959" y="10422"/>
                  <a:pt x="11448" y="9957"/>
                </a:cubicBezTo>
                <a:cubicBezTo>
                  <a:pt x="11193" y="9724"/>
                  <a:pt x="10859" y="9608"/>
                  <a:pt x="10524" y="9608"/>
                </a:cubicBezTo>
                <a:close/>
                <a:moveTo>
                  <a:pt x="6185" y="9638"/>
                </a:moveTo>
                <a:cubicBezTo>
                  <a:pt x="6169" y="10021"/>
                  <a:pt x="6161" y="10408"/>
                  <a:pt x="6161" y="10799"/>
                </a:cubicBezTo>
                <a:cubicBezTo>
                  <a:pt x="6161" y="11190"/>
                  <a:pt x="6169" y="11579"/>
                  <a:pt x="6185" y="11962"/>
                </a:cubicBezTo>
                <a:cubicBezTo>
                  <a:pt x="5601" y="11581"/>
                  <a:pt x="5050" y="11191"/>
                  <a:pt x="4540" y="10799"/>
                </a:cubicBezTo>
                <a:cubicBezTo>
                  <a:pt x="5050" y="10407"/>
                  <a:pt x="5601" y="10019"/>
                  <a:pt x="6185" y="9638"/>
                </a:cubicBezTo>
                <a:close/>
                <a:moveTo>
                  <a:pt x="14863" y="9638"/>
                </a:moveTo>
                <a:cubicBezTo>
                  <a:pt x="15447" y="10019"/>
                  <a:pt x="15998" y="10407"/>
                  <a:pt x="16508" y="10799"/>
                </a:cubicBezTo>
                <a:cubicBezTo>
                  <a:pt x="15998" y="11191"/>
                  <a:pt x="15447" y="11581"/>
                  <a:pt x="14863" y="11962"/>
                </a:cubicBezTo>
                <a:cubicBezTo>
                  <a:pt x="14879" y="11579"/>
                  <a:pt x="14887" y="11190"/>
                  <a:pt x="14887" y="10799"/>
                </a:cubicBezTo>
                <a:cubicBezTo>
                  <a:pt x="14887" y="10408"/>
                  <a:pt x="14879" y="10021"/>
                  <a:pt x="14863" y="9638"/>
                </a:cubicBezTo>
                <a:close/>
                <a:moveTo>
                  <a:pt x="3828" y="11371"/>
                </a:moveTo>
                <a:cubicBezTo>
                  <a:pt x="4562" y="11942"/>
                  <a:pt x="5377" y="12505"/>
                  <a:pt x="6252" y="13047"/>
                </a:cubicBezTo>
                <a:cubicBezTo>
                  <a:pt x="6330" y="14009"/>
                  <a:pt x="6458" y="14933"/>
                  <a:pt x="6633" y="15797"/>
                </a:cubicBezTo>
                <a:cubicBezTo>
                  <a:pt x="5206" y="16204"/>
                  <a:pt x="3968" y="16403"/>
                  <a:pt x="3015" y="16403"/>
                </a:cubicBezTo>
                <a:cubicBezTo>
                  <a:pt x="2020" y="16403"/>
                  <a:pt x="1335" y="16187"/>
                  <a:pt x="1072" y="15772"/>
                </a:cubicBezTo>
                <a:cubicBezTo>
                  <a:pt x="672" y="15141"/>
                  <a:pt x="1217" y="13947"/>
                  <a:pt x="2530" y="12577"/>
                </a:cubicBezTo>
                <a:cubicBezTo>
                  <a:pt x="2912" y="12178"/>
                  <a:pt x="3348" y="11774"/>
                  <a:pt x="3828" y="11371"/>
                </a:cubicBezTo>
                <a:close/>
                <a:moveTo>
                  <a:pt x="17220" y="11371"/>
                </a:moveTo>
                <a:cubicBezTo>
                  <a:pt x="17700" y="11774"/>
                  <a:pt x="18136" y="12178"/>
                  <a:pt x="18518" y="12577"/>
                </a:cubicBezTo>
                <a:cubicBezTo>
                  <a:pt x="19831" y="13947"/>
                  <a:pt x="20376" y="15141"/>
                  <a:pt x="19976" y="15772"/>
                </a:cubicBezTo>
                <a:cubicBezTo>
                  <a:pt x="19713" y="16187"/>
                  <a:pt x="19030" y="16403"/>
                  <a:pt x="18035" y="16403"/>
                </a:cubicBezTo>
                <a:cubicBezTo>
                  <a:pt x="17082" y="16403"/>
                  <a:pt x="15842" y="16204"/>
                  <a:pt x="14415" y="15797"/>
                </a:cubicBezTo>
                <a:cubicBezTo>
                  <a:pt x="14590" y="14933"/>
                  <a:pt x="14718" y="14009"/>
                  <a:pt x="14796" y="13047"/>
                </a:cubicBezTo>
                <a:cubicBezTo>
                  <a:pt x="15671" y="12505"/>
                  <a:pt x="16486" y="11942"/>
                  <a:pt x="17220" y="11371"/>
                </a:cubicBezTo>
                <a:close/>
                <a:moveTo>
                  <a:pt x="7248" y="13642"/>
                </a:moveTo>
                <a:cubicBezTo>
                  <a:pt x="7605" y="13846"/>
                  <a:pt x="7971" y="14047"/>
                  <a:pt x="8343" y="14242"/>
                </a:cubicBezTo>
                <a:cubicBezTo>
                  <a:pt x="8715" y="14438"/>
                  <a:pt x="9088" y="14625"/>
                  <a:pt x="9461" y="14805"/>
                </a:cubicBezTo>
                <a:cubicBezTo>
                  <a:pt x="8794" y="15080"/>
                  <a:pt x="8148" y="15319"/>
                  <a:pt x="7532" y="15522"/>
                </a:cubicBezTo>
                <a:cubicBezTo>
                  <a:pt x="7416" y="14934"/>
                  <a:pt x="7320" y="14305"/>
                  <a:pt x="7248" y="13642"/>
                </a:cubicBezTo>
                <a:close/>
                <a:moveTo>
                  <a:pt x="13800" y="13642"/>
                </a:moveTo>
                <a:cubicBezTo>
                  <a:pt x="13728" y="14305"/>
                  <a:pt x="13632" y="14934"/>
                  <a:pt x="13516" y="15522"/>
                </a:cubicBezTo>
                <a:cubicBezTo>
                  <a:pt x="12900" y="15319"/>
                  <a:pt x="12256" y="15080"/>
                  <a:pt x="11589" y="14805"/>
                </a:cubicBezTo>
                <a:cubicBezTo>
                  <a:pt x="11962" y="14625"/>
                  <a:pt x="12335" y="14438"/>
                  <a:pt x="12706" y="14242"/>
                </a:cubicBezTo>
                <a:cubicBezTo>
                  <a:pt x="13078" y="14047"/>
                  <a:pt x="13443" y="13846"/>
                  <a:pt x="13800" y="13642"/>
                </a:cubicBezTo>
                <a:close/>
                <a:moveTo>
                  <a:pt x="10524" y="15294"/>
                </a:moveTo>
                <a:cubicBezTo>
                  <a:pt x="11478" y="15713"/>
                  <a:pt x="12420" y="16075"/>
                  <a:pt x="13329" y="16369"/>
                </a:cubicBezTo>
                <a:cubicBezTo>
                  <a:pt x="12661" y="19087"/>
                  <a:pt x="11556" y="20744"/>
                  <a:pt x="10524" y="20744"/>
                </a:cubicBezTo>
                <a:cubicBezTo>
                  <a:pt x="9492" y="20744"/>
                  <a:pt x="8386" y="19087"/>
                  <a:pt x="7719" y="16369"/>
                </a:cubicBezTo>
                <a:cubicBezTo>
                  <a:pt x="8628" y="16075"/>
                  <a:pt x="9571" y="15713"/>
                  <a:pt x="10524" y="15294"/>
                </a:cubicBezTo>
                <a:close/>
              </a:path>
            </a:pathLst>
          </a:custGeom>
          <a:solidFill>
            <a:srgbClr val="4BA7B6"/>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44" name="Google Shape;44;p3"/>
          <p:cNvSpPr/>
          <p:nvPr/>
        </p:nvSpPr>
        <p:spPr>
          <a:xfrm>
            <a:off x="9986069" y="5057275"/>
            <a:ext cx="427296" cy="645503"/>
          </a:xfrm>
          <a:custGeom>
            <a:avLst/>
            <a:gdLst/>
            <a:ahLst/>
            <a:cxnLst/>
            <a:rect l="l" t="t" r="r" b="b"/>
            <a:pathLst>
              <a:path w="21483" h="21600" extrusionOk="0">
                <a:moveTo>
                  <a:pt x="10250" y="0"/>
                </a:moveTo>
                <a:cubicBezTo>
                  <a:pt x="9814" y="0"/>
                  <a:pt x="9433" y="155"/>
                  <a:pt x="9220" y="385"/>
                </a:cubicBezTo>
                <a:cubicBezTo>
                  <a:pt x="9223" y="388"/>
                  <a:pt x="9226" y="391"/>
                  <a:pt x="9230" y="394"/>
                </a:cubicBezTo>
                <a:cubicBezTo>
                  <a:pt x="9058" y="411"/>
                  <a:pt x="8887" y="431"/>
                  <a:pt x="8717" y="453"/>
                </a:cubicBezTo>
                <a:cubicBezTo>
                  <a:pt x="8396" y="278"/>
                  <a:pt x="7949" y="215"/>
                  <a:pt x="7531" y="316"/>
                </a:cubicBezTo>
                <a:lnTo>
                  <a:pt x="6587" y="545"/>
                </a:lnTo>
                <a:cubicBezTo>
                  <a:pt x="6177" y="644"/>
                  <a:pt x="5899" y="876"/>
                  <a:pt x="5817" y="1141"/>
                </a:cubicBezTo>
                <a:cubicBezTo>
                  <a:pt x="5823" y="1143"/>
                  <a:pt x="5828" y="1147"/>
                  <a:pt x="5835" y="1149"/>
                </a:cubicBezTo>
                <a:cubicBezTo>
                  <a:pt x="5683" y="1204"/>
                  <a:pt x="5533" y="1261"/>
                  <a:pt x="5386" y="1321"/>
                </a:cubicBezTo>
                <a:cubicBezTo>
                  <a:pt x="4992" y="1227"/>
                  <a:pt x="4537" y="1270"/>
                  <a:pt x="4194" y="1462"/>
                </a:cubicBezTo>
                <a:lnTo>
                  <a:pt x="3426" y="1891"/>
                </a:lnTo>
                <a:cubicBezTo>
                  <a:pt x="3092" y="2078"/>
                  <a:pt x="2949" y="2358"/>
                  <a:pt x="3008" y="2627"/>
                </a:cubicBezTo>
                <a:cubicBezTo>
                  <a:pt x="3018" y="2628"/>
                  <a:pt x="3026" y="2630"/>
                  <a:pt x="3036" y="2632"/>
                </a:cubicBezTo>
                <a:cubicBezTo>
                  <a:pt x="2922" y="2717"/>
                  <a:pt x="2810" y="2805"/>
                  <a:pt x="2702" y="2895"/>
                </a:cubicBezTo>
                <a:cubicBezTo>
                  <a:pt x="2281" y="2894"/>
                  <a:pt x="1873" y="3038"/>
                  <a:pt x="1648" y="3297"/>
                </a:cubicBezTo>
                <a:lnTo>
                  <a:pt x="1146" y="3876"/>
                </a:lnTo>
                <a:cubicBezTo>
                  <a:pt x="928" y="4128"/>
                  <a:pt x="937" y="4424"/>
                  <a:pt x="1130" y="4662"/>
                </a:cubicBezTo>
                <a:cubicBezTo>
                  <a:pt x="1140" y="4661"/>
                  <a:pt x="1149" y="4662"/>
                  <a:pt x="1159" y="4661"/>
                </a:cubicBezTo>
                <a:cubicBezTo>
                  <a:pt x="1095" y="4767"/>
                  <a:pt x="1035" y="4874"/>
                  <a:pt x="980" y="4983"/>
                </a:cubicBezTo>
                <a:cubicBezTo>
                  <a:pt x="585" y="5078"/>
                  <a:pt x="275" y="5307"/>
                  <a:pt x="197" y="5601"/>
                </a:cubicBezTo>
                <a:lnTo>
                  <a:pt x="23" y="6260"/>
                </a:lnTo>
                <a:cubicBezTo>
                  <a:pt x="-52" y="6546"/>
                  <a:pt x="109" y="6822"/>
                  <a:pt x="414" y="7002"/>
                </a:cubicBezTo>
                <a:cubicBezTo>
                  <a:pt x="423" y="6998"/>
                  <a:pt x="432" y="6997"/>
                  <a:pt x="442" y="6993"/>
                </a:cubicBezTo>
                <a:cubicBezTo>
                  <a:pt x="439" y="7058"/>
                  <a:pt x="437" y="7123"/>
                  <a:pt x="437" y="7189"/>
                </a:cubicBezTo>
                <a:cubicBezTo>
                  <a:pt x="437" y="7238"/>
                  <a:pt x="440" y="7287"/>
                  <a:pt x="442" y="7336"/>
                </a:cubicBezTo>
                <a:cubicBezTo>
                  <a:pt x="118" y="7516"/>
                  <a:pt x="-60" y="7802"/>
                  <a:pt x="18" y="8097"/>
                </a:cubicBezTo>
                <a:lnTo>
                  <a:pt x="194" y="8756"/>
                </a:lnTo>
                <a:cubicBezTo>
                  <a:pt x="270" y="9042"/>
                  <a:pt x="563" y="9265"/>
                  <a:pt x="942" y="9365"/>
                </a:cubicBezTo>
                <a:cubicBezTo>
                  <a:pt x="947" y="9361"/>
                  <a:pt x="954" y="9356"/>
                  <a:pt x="960" y="9352"/>
                </a:cubicBezTo>
                <a:cubicBezTo>
                  <a:pt x="1014" y="9461"/>
                  <a:pt x="1073" y="9569"/>
                  <a:pt x="1136" y="9676"/>
                </a:cubicBezTo>
                <a:cubicBezTo>
                  <a:pt x="927" y="9918"/>
                  <a:pt x="912" y="10224"/>
                  <a:pt x="1136" y="10483"/>
                </a:cubicBezTo>
                <a:lnTo>
                  <a:pt x="1636" y="11061"/>
                </a:lnTo>
                <a:cubicBezTo>
                  <a:pt x="1854" y="11313"/>
                  <a:pt x="2246" y="11456"/>
                  <a:pt x="2653" y="11464"/>
                </a:cubicBezTo>
                <a:cubicBezTo>
                  <a:pt x="2656" y="11459"/>
                  <a:pt x="2661" y="11454"/>
                  <a:pt x="2664" y="11449"/>
                </a:cubicBezTo>
                <a:cubicBezTo>
                  <a:pt x="2771" y="11539"/>
                  <a:pt x="2881" y="11629"/>
                  <a:pt x="2995" y="11715"/>
                </a:cubicBezTo>
                <a:cubicBezTo>
                  <a:pt x="2924" y="11989"/>
                  <a:pt x="3066" y="12279"/>
                  <a:pt x="3409" y="12471"/>
                </a:cubicBezTo>
                <a:lnTo>
                  <a:pt x="4176" y="12900"/>
                </a:lnTo>
                <a:cubicBezTo>
                  <a:pt x="4511" y="13087"/>
                  <a:pt x="4953" y="13131"/>
                  <a:pt x="5340" y="13046"/>
                </a:cubicBezTo>
                <a:cubicBezTo>
                  <a:pt x="5340" y="13043"/>
                  <a:pt x="5340" y="13040"/>
                  <a:pt x="5340" y="13036"/>
                </a:cubicBezTo>
                <a:cubicBezTo>
                  <a:pt x="5487" y="13097"/>
                  <a:pt x="5639" y="13155"/>
                  <a:pt x="5791" y="13211"/>
                </a:cubicBezTo>
                <a:cubicBezTo>
                  <a:pt x="5868" y="13482"/>
                  <a:pt x="6150" y="13721"/>
                  <a:pt x="6567" y="13822"/>
                </a:cubicBezTo>
                <a:lnTo>
                  <a:pt x="7511" y="14050"/>
                </a:lnTo>
                <a:cubicBezTo>
                  <a:pt x="7920" y="14149"/>
                  <a:pt x="8357" y="14090"/>
                  <a:pt x="8676" y="13922"/>
                </a:cubicBezTo>
                <a:cubicBezTo>
                  <a:pt x="8676" y="13921"/>
                  <a:pt x="8675" y="13921"/>
                  <a:pt x="8674" y="13919"/>
                </a:cubicBezTo>
                <a:cubicBezTo>
                  <a:pt x="8844" y="13942"/>
                  <a:pt x="9016" y="13962"/>
                  <a:pt x="9189" y="13980"/>
                </a:cubicBezTo>
                <a:cubicBezTo>
                  <a:pt x="9402" y="14215"/>
                  <a:pt x="9789" y="14372"/>
                  <a:pt x="10230" y="14372"/>
                </a:cubicBezTo>
                <a:lnTo>
                  <a:pt x="11233" y="14372"/>
                </a:lnTo>
                <a:cubicBezTo>
                  <a:pt x="11669" y="14372"/>
                  <a:pt x="12049" y="14217"/>
                  <a:pt x="12263" y="13987"/>
                </a:cubicBezTo>
                <a:cubicBezTo>
                  <a:pt x="12263" y="13987"/>
                  <a:pt x="12263" y="13985"/>
                  <a:pt x="12263" y="13985"/>
                </a:cubicBezTo>
                <a:cubicBezTo>
                  <a:pt x="12437" y="13968"/>
                  <a:pt x="12610" y="13948"/>
                  <a:pt x="12781" y="13926"/>
                </a:cubicBezTo>
                <a:cubicBezTo>
                  <a:pt x="13101" y="14095"/>
                  <a:pt x="13541" y="14154"/>
                  <a:pt x="13952" y="14055"/>
                </a:cubicBezTo>
                <a:lnTo>
                  <a:pt x="14896" y="13827"/>
                </a:lnTo>
                <a:cubicBezTo>
                  <a:pt x="15303" y="13729"/>
                  <a:pt x="15582" y="13498"/>
                  <a:pt x="15666" y="13235"/>
                </a:cubicBezTo>
                <a:cubicBezTo>
                  <a:pt x="15823" y="13178"/>
                  <a:pt x="15979" y="13118"/>
                  <a:pt x="16131" y="13056"/>
                </a:cubicBezTo>
                <a:cubicBezTo>
                  <a:pt x="16516" y="13141"/>
                  <a:pt x="16955" y="13097"/>
                  <a:pt x="17289" y="12910"/>
                </a:cubicBezTo>
                <a:lnTo>
                  <a:pt x="18059" y="12481"/>
                </a:lnTo>
                <a:cubicBezTo>
                  <a:pt x="18391" y="12296"/>
                  <a:pt x="18533" y="12017"/>
                  <a:pt x="18477" y="11751"/>
                </a:cubicBezTo>
                <a:cubicBezTo>
                  <a:pt x="18597" y="11662"/>
                  <a:pt x="18712" y="11569"/>
                  <a:pt x="18824" y="11476"/>
                </a:cubicBezTo>
                <a:cubicBezTo>
                  <a:pt x="19229" y="11467"/>
                  <a:pt x="19620" y="11325"/>
                  <a:pt x="19837" y="11075"/>
                </a:cubicBezTo>
                <a:lnTo>
                  <a:pt x="20337" y="10496"/>
                </a:lnTo>
                <a:cubicBezTo>
                  <a:pt x="20552" y="10248"/>
                  <a:pt x="20546" y="9955"/>
                  <a:pt x="20360" y="9718"/>
                </a:cubicBezTo>
                <a:cubicBezTo>
                  <a:pt x="20427" y="9606"/>
                  <a:pt x="20491" y="9493"/>
                  <a:pt x="20549" y="9377"/>
                </a:cubicBezTo>
                <a:cubicBezTo>
                  <a:pt x="20922" y="9276"/>
                  <a:pt x="21211" y="9052"/>
                  <a:pt x="21286" y="8769"/>
                </a:cubicBezTo>
                <a:lnTo>
                  <a:pt x="21460" y="8112"/>
                </a:lnTo>
                <a:cubicBezTo>
                  <a:pt x="21534" y="7829"/>
                  <a:pt x="21377" y="7554"/>
                  <a:pt x="21080" y="7374"/>
                </a:cubicBezTo>
                <a:cubicBezTo>
                  <a:pt x="21082" y="7312"/>
                  <a:pt x="21082" y="7251"/>
                  <a:pt x="21082" y="7189"/>
                </a:cubicBezTo>
                <a:cubicBezTo>
                  <a:pt x="21082" y="7130"/>
                  <a:pt x="21082" y="7072"/>
                  <a:pt x="21080" y="7014"/>
                </a:cubicBezTo>
                <a:cubicBezTo>
                  <a:pt x="21380" y="6834"/>
                  <a:pt x="21540" y="6557"/>
                  <a:pt x="21465" y="6274"/>
                </a:cubicBezTo>
                <a:lnTo>
                  <a:pt x="21289" y="5616"/>
                </a:lnTo>
                <a:cubicBezTo>
                  <a:pt x="21214" y="5334"/>
                  <a:pt x="20924" y="5112"/>
                  <a:pt x="20551" y="5010"/>
                </a:cubicBezTo>
                <a:cubicBezTo>
                  <a:pt x="20494" y="4896"/>
                  <a:pt x="20434" y="4783"/>
                  <a:pt x="20368" y="4671"/>
                </a:cubicBezTo>
                <a:cubicBezTo>
                  <a:pt x="20557" y="4433"/>
                  <a:pt x="20567" y="4138"/>
                  <a:pt x="20350" y="3888"/>
                </a:cubicBezTo>
                <a:lnTo>
                  <a:pt x="19847" y="3309"/>
                </a:lnTo>
                <a:cubicBezTo>
                  <a:pt x="19630" y="3059"/>
                  <a:pt x="19240" y="2917"/>
                  <a:pt x="18835" y="2908"/>
                </a:cubicBezTo>
                <a:cubicBezTo>
                  <a:pt x="18725" y="2816"/>
                  <a:pt x="18610" y="2726"/>
                  <a:pt x="18493" y="2638"/>
                </a:cubicBezTo>
                <a:cubicBezTo>
                  <a:pt x="18553" y="2370"/>
                  <a:pt x="18409" y="2087"/>
                  <a:pt x="18074" y="1900"/>
                </a:cubicBezTo>
                <a:lnTo>
                  <a:pt x="17307" y="1470"/>
                </a:lnTo>
                <a:cubicBezTo>
                  <a:pt x="16972" y="1284"/>
                  <a:pt x="16530" y="1239"/>
                  <a:pt x="16143" y="1324"/>
                </a:cubicBezTo>
                <a:cubicBezTo>
                  <a:pt x="16143" y="1325"/>
                  <a:pt x="16143" y="1326"/>
                  <a:pt x="16143" y="1326"/>
                </a:cubicBezTo>
                <a:cubicBezTo>
                  <a:pt x="15994" y="1265"/>
                  <a:pt x="15843" y="1207"/>
                  <a:pt x="15689" y="1151"/>
                </a:cubicBezTo>
                <a:cubicBezTo>
                  <a:pt x="15609" y="884"/>
                  <a:pt x="15328" y="650"/>
                  <a:pt x="14916" y="550"/>
                </a:cubicBezTo>
                <a:lnTo>
                  <a:pt x="13972" y="321"/>
                </a:lnTo>
                <a:cubicBezTo>
                  <a:pt x="13562" y="222"/>
                  <a:pt x="13126" y="280"/>
                  <a:pt x="12807" y="448"/>
                </a:cubicBezTo>
                <a:cubicBezTo>
                  <a:pt x="12808" y="450"/>
                  <a:pt x="12808" y="452"/>
                  <a:pt x="12809" y="453"/>
                </a:cubicBezTo>
                <a:cubicBezTo>
                  <a:pt x="12639" y="431"/>
                  <a:pt x="12466" y="411"/>
                  <a:pt x="12294" y="394"/>
                </a:cubicBezTo>
                <a:cubicBezTo>
                  <a:pt x="12082" y="158"/>
                  <a:pt x="11697" y="0"/>
                  <a:pt x="11256" y="0"/>
                </a:cubicBezTo>
                <a:lnTo>
                  <a:pt x="10250" y="0"/>
                </a:lnTo>
                <a:close/>
                <a:moveTo>
                  <a:pt x="10761" y="2494"/>
                </a:moveTo>
                <a:cubicBezTo>
                  <a:pt x="14153" y="2494"/>
                  <a:pt x="16984" y="4085"/>
                  <a:pt x="17666" y="6207"/>
                </a:cubicBezTo>
                <a:cubicBezTo>
                  <a:pt x="17678" y="6243"/>
                  <a:pt x="17689" y="6280"/>
                  <a:pt x="17699" y="6316"/>
                </a:cubicBezTo>
                <a:cubicBezTo>
                  <a:pt x="17710" y="6352"/>
                  <a:pt x="17718" y="6388"/>
                  <a:pt x="17727" y="6425"/>
                </a:cubicBezTo>
                <a:cubicBezTo>
                  <a:pt x="17735" y="6454"/>
                  <a:pt x="17744" y="6482"/>
                  <a:pt x="17750" y="6511"/>
                </a:cubicBezTo>
                <a:cubicBezTo>
                  <a:pt x="17762" y="6564"/>
                  <a:pt x="17770" y="6616"/>
                  <a:pt x="17778" y="6669"/>
                </a:cubicBezTo>
                <a:cubicBezTo>
                  <a:pt x="17785" y="6707"/>
                  <a:pt x="17791" y="6744"/>
                  <a:pt x="17796" y="6781"/>
                </a:cubicBezTo>
                <a:cubicBezTo>
                  <a:pt x="17800" y="6805"/>
                  <a:pt x="17801" y="6830"/>
                  <a:pt x="17804" y="6854"/>
                </a:cubicBezTo>
                <a:cubicBezTo>
                  <a:pt x="17812" y="6927"/>
                  <a:pt x="17817" y="6999"/>
                  <a:pt x="17819" y="7072"/>
                </a:cubicBezTo>
                <a:cubicBezTo>
                  <a:pt x="17820" y="7082"/>
                  <a:pt x="17822" y="7093"/>
                  <a:pt x="17822" y="7104"/>
                </a:cubicBezTo>
                <a:cubicBezTo>
                  <a:pt x="17826" y="7244"/>
                  <a:pt x="17819" y="7385"/>
                  <a:pt x="17804" y="7523"/>
                </a:cubicBezTo>
                <a:lnTo>
                  <a:pt x="17807" y="7523"/>
                </a:lnTo>
                <a:cubicBezTo>
                  <a:pt x="17796" y="7624"/>
                  <a:pt x="17780" y="7723"/>
                  <a:pt x="17761" y="7822"/>
                </a:cubicBezTo>
                <a:lnTo>
                  <a:pt x="17756" y="7822"/>
                </a:lnTo>
                <a:cubicBezTo>
                  <a:pt x="17743" y="7882"/>
                  <a:pt x="17731" y="7943"/>
                  <a:pt x="17715" y="8004"/>
                </a:cubicBezTo>
                <a:cubicBezTo>
                  <a:pt x="17611" y="8394"/>
                  <a:pt x="17437" y="8765"/>
                  <a:pt x="17205" y="9111"/>
                </a:cubicBezTo>
                <a:lnTo>
                  <a:pt x="17212" y="9111"/>
                </a:lnTo>
                <a:cubicBezTo>
                  <a:pt x="17151" y="9202"/>
                  <a:pt x="17086" y="9294"/>
                  <a:pt x="17016" y="9382"/>
                </a:cubicBezTo>
                <a:lnTo>
                  <a:pt x="17006" y="9381"/>
                </a:lnTo>
                <a:cubicBezTo>
                  <a:pt x="16963" y="9435"/>
                  <a:pt x="16919" y="9489"/>
                  <a:pt x="16873" y="9542"/>
                </a:cubicBezTo>
                <a:cubicBezTo>
                  <a:pt x="16575" y="9885"/>
                  <a:pt x="16224" y="10193"/>
                  <a:pt x="15827" y="10466"/>
                </a:cubicBezTo>
                <a:lnTo>
                  <a:pt x="15832" y="10467"/>
                </a:lnTo>
                <a:cubicBezTo>
                  <a:pt x="15727" y="10539"/>
                  <a:pt x="15620" y="10610"/>
                  <a:pt x="15508" y="10678"/>
                </a:cubicBezTo>
                <a:lnTo>
                  <a:pt x="15500" y="10674"/>
                </a:lnTo>
                <a:cubicBezTo>
                  <a:pt x="15433" y="10715"/>
                  <a:pt x="15365" y="10755"/>
                  <a:pt x="15294" y="10795"/>
                </a:cubicBezTo>
                <a:cubicBezTo>
                  <a:pt x="14838" y="11049"/>
                  <a:pt x="14347" y="11259"/>
                  <a:pt x="13835" y="11425"/>
                </a:cubicBezTo>
                <a:lnTo>
                  <a:pt x="13840" y="11430"/>
                </a:lnTo>
                <a:cubicBezTo>
                  <a:pt x="13704" y="11474"/>
                  <a:pt x="13564" y="11512"/>
                  <a:pt x="13424" y="11550"/>
                </a:cubicBezTo>
                <a:lnTo>
                  <a:pt x="13421" y="11547"/>
                </a:lnTo>
                <a:cubicBezTo>
                  <a:pt x="13337" y="11570"/>
                  <a:pt x="13251" y="11592"/>
                  <a:pt x="13164" y="11613"/>
                </a:cubicBezTo>
                <a:cubicBezTo>
                  <a:pt x="12604" y="11749"/>
                  <a:pt x="12037" y="11834"/>
                  <a:pt x="11470" y="11873"/>
                </a:cubicBezTo>
                <a:lnTo>
                  <a:pt x="11470" y="11875"/>
                </a:lnTo>
                <a:cubicBezTo>
                  <a:pt x="11269" y="11888"/>
                  <a:pt x="11066" y="11895"/>
                  <a:pt x="10860" y="11897"/>
                </a:cubicBezTo>
                <a:cubicBezTo>
                  <a:pt x="10824" y="11897"/>
                  <a:pt x="10786" y="11898"/>
                  <a:pt x="10750" y="11899"/>
                </a:cubicBezTo>
                <a:cubicBezTo>
                  <a:pt x="6853" y="11895"/>
                  <a:pt x="3697" y="9792"/>
                  <a:pt x="3697" y="7197"/>
                </a:cubicBezTo>
                <a:cubicBezTo>
                  <a:pt x="3697" y="4600"/>
                  <a:pt x="6859" y="2494"/>
                  <a:pt x="10761" y="2494"/>
                </a:cubicBezTo>
                <a:close/>
                <a:moveTo>
                  <a:pt x="10740" y="2745"/>
                </a:moveTo>
                <a:cubicBezTo>
                  <a:pt x="7061" y="2745"/>
                  <a:pt x="4069" y="4737"/>
                  <a:pt x="4069" y="7185"/>
                </a:cubicBezTo>
                <a:cubicBezTo>
                  <a:pt x="4069" y="9634"/>
                  <a:pt x="7061" y="11625"/>
                  <a:pt x="10740" y="11625"/>
                </a:cubicBezTo>
                <a:cubicBezTo>
                  <a:pt x="14419" y="11625"/>
                  <a:pt x="17414" y="9634"/>
                  <a:pt x="17414" y="7185"/>
                </a:cubicBezTo>
                <a:cubicBezTo>
                  <a:pt x="17414" y="4737"/>
                  <a:pt x="14419" y="2745"/>
                  <a:pt x="10740" y="2745"/>
                </a:cubicBezTo>
                <a:close/>
                <a:moveTo>
                  <a:pt x="16115" y="13233"/>
                </a:moveTo>
                <a:lnTo>
                  <a:pt x="16100" y="13289"/>
                </a:lnTo>
                <a:cubicBezTo>
                  <a:pt x="15983" y="13667"/>
                  <a:pt x="15588" y="13971"/>
                  <a:pt x="15046" y="14102"/>
                </a:cubicBezTo>
                <a:lnTo>
                  <a:pt x="14102" y="14332"/>
                </a:lnTo>
                <a:cubicBezTo>
                  <a:pt x="13920" y="14376"/>
                  <a:pt x="13731" y="14398"/>
                  <a:pt x="13539" y="14398"/>
                </a:cubicBezTo>
                <a:cubicBezTo>
                  <a:pt x="13190" y="14398"/>
                  <a:pt x="12858" y="14324"/>
                  <a:pt x="12585" y="14196"/>
                </a:cubicBezTo>
                <a:cubicBezTo>
                  <a:pt x="12381" y="14389"/>
                  <a:pt x="12098" y="14530"/>
                  <a:pt x="11773" y="14605"/>
                </a:cubicBezTo>
                <a:lnTo>
                  <a:pt x="10965" y="16610"/>
                </a:lnTo>
                <a:lnTo>
                  <a:pt x="12975" y="21600"/>
                </a:lnTo>
                <a:lnTo>
                  <a:pt x="15587" y="20004"/>
                </a:lnTo>
                <a:lnTo>
                  <a:pt x="19049" y="20517"/>
                </a:lnTo>
                <a:lnTo>
                  <a:pt x="16115" y="13233"/>
                </a:lnTo>
                <a:close/>
                <a:moveTo>
                  <a:pt x="5365" y="13294"/>
                </a:moveTo>
                <a:lnTo>
                  <a:pt x="2457" y="20517"/>
                </a:lnTo>
                <a:lnTo>
                  <a:pt x="5921" y="20004"/>
                </a:lnTo>
                <a:lnTo>
                  <a:pt x="8534" y="21600"/>
                </a:lnTo>
                <a:lnTo>
                  <a:pt x="11327" y="14663"/>
                </a:lnTo>
                <a:cubicBezTo>
                  <a:pt x="11296" y="14664"/>
                  <a:pt x="11264" y="14664"/>
                  <a:pt x="11233" y="14664"/>
                </a:cubicBezTo>
                <a:lnTo>
                  <a:pt x="10227" y="14664"/>
                </a:lnTo>
                <a:cubicBezTo>
                  <a:pt x="9666" y="14664"/>
                  <a:pt x="9169" y="14476"/>
                  <a:pt x="8870" y="14191"/>
                </a:cubicBezTo>
                <a:cubicBezTo>
                  <a:pt x="8592" y="14320"/>
                  <a:pt x="8260" y="14393"/>
                  <a:pt x="7921" y="14393"/>
                </a:cubicBezTo>
                <a:cubicBezTo>
                  <a:pt x="7729" y="14393"/>
                  <a:pt x="7541" y="14370"/>
                  <a:pt x="7360" y="14326"/>
                </a:cubicBezTo>
                <a:lnTo>
                  <a:pt x="6416" y="14097"/>
                </a:lnTo>
                <a:cubicBezTo>
                  <a:pt x="6002" y="13997"/>
                  <a:pt x="5669" y="13795"/>
                  <a:pt x="5483" y="13528"/>
                </a:cubicBezTo>
                <a:cubicBezTo>
                  <a:pt x="5429" y="13452"/>
                  <a:pt x="5391" y="13374"/>
                  <a:pt x="5365" y="13294"/>
                </a:cubicBezTo>
                <a:close/>
              </a:path>
            </a:pathLst>
          </a:custGeom>
          <a:solidFill>
            <a:srgbClr val="EB4D3F"/>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pic>
        <p:nvPicPr>
          <p:cNvPr id="45" name="Google Shape;45;p3" descr="Picture1.png"/>
          <p:cNvPicPr preferRelativeResize="0"/>
          <p:nvPr/>
        </p:nvPicPr>
        <p:blipFill rotWithShape="1">
          <a:blip r:embed="rId3">
            <a:alphaModFix amt="71516"/>
          </a:blip>
          <a:srcRect/>
          <a:stretch/>
        </p:blipFill>
        <p:spPr>
          <a:xfrm flipH="1">
            <a:off x="1489795" y="496189"/>
            <a:ext cx="179169" cy="6293660"/>
          </a:xfrm>
          <a:prstGeom prst="rect">
            <a:avLst/>
          </a:prstGeom>
          <a:noFill/>
          <a:ln>
            <a:noFill/>
          </a:ln>
        </p:spPr>
      </p:pic>
      <p:pic>
        <p:nvPicPr>
          <p:cNvPr id="50" name="Picture 49">
            <a:extLst>
              <a:ext uri="{FF2B5EF4-FFF2-40B4-BE49-F238E27FC236}">
                <a16:creationId xmlns="" xmlns:a16="http://schemas.microsoft.com/office/drawing/2014/main" id="{BE88DE25-C00B-4FC1-9B1E-32ED8F34FC5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03582" y="5842997"/>
            <a:ext cx="835393" cy="669380"/>
          </a:xfrm>
          <a:prstGeom prst="rect">
            <a:avLst/>
          </a:prstGeom>
        </p:spPr>
      </p:pic>
      <p:sp>
        <p:nvSpPr>
          <p:cNvPr id="51" name="TextBox 50">
            <a:extLst>
              <a:ext uri="{FF2B5EF4-FFF2-40B4-BE49-F238E27FC236}">
                <a16:creationId xmlns="" xmlns:a16="http://schemas.microsoft.com/office/drawing/2014/main" id="{8058EB17-A479-47E2-BD13-3135BD668C06}"/>
              </a:ext>
            </a:extLst>
          </p:cNvPr>
          <p:cNvSpPr txBox="1"/>
          <p:nvPr/>
        </p:nvSpPr>
        <p:spPr>
          <a:xfrm>
            <a:off x="2044213" y="5977632"/>
            <a:ext cx="6106049" cy="400110"/>
          </a:xfrm>
          <a:prstGeom prst="rect">
            <a:avLst/>
          </a:prstGeom>
          <a:noFill/>
        </p:spPr>
        <p:txBody>
          <a:bodyPr wrap="square">
            <a:spAutoFit/>
          </a:bodyPr>
          <a:lstStyle/>
          <a:p>
            <a:pPr>
              <a:defRPr/>
            </a:pPr>
            <a:r>
              <a:rPr lang="en-US" sz="1000" spc="280" dirty="0"/>
              <a:t>PEJABAT KETUA PEGAWAI KESELAMATAN KERAJAAN MALAYSIA</a:t>
            </a:r>
          </a:p>
          <a:p>
            <a:pPr>
              <a:defRPr/>
            </a:pPr>
            <a:r>
              <a:rPr lang="en-US" sz="1000" spc="280" dirty="0"/>
              <a:t>JABATAN PERDANA MENTERI</a:t>
            </a:r>
          </a:p>
        </p:txBody>
      </p:sp>
      <p:sp>
        <p:nvSpPr>
          <p:cNvPr id="24" name="Title 1">
            <a:extLst>
              <a:ext uri="{FF2B5EF4-FFF2-40B4-BE49-F238E27FC236}">
                <a16:creationId xmlns="" xmlns:a16="http://schemas.microsoft.com/office/drawing/2014/main" id="{C768F5CE-3EE6-4C50-BDC9-85D45021E1CE}"/>
              </a:ext>
            </a:extLst>
          </p:cNvPr>
          <p:cNvSpPr txBox="1">
            <a:spLocks/>
          </p:cNvSpPr>
          <p:nvPr/>
        </p:nvSpPr>
        <p:spPr>
          <a:xfrm>
            <a:off x="912525" y="194102"/>
            <a:ext cx="10871140" cy="953307"/>
          </a:xfrm>
          <a:prstGeom prst="rect">
            <a:avLst/>
          </a:prstGeom>
        </p:spPr>
        <p:txBody>
          <a:bodyP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r"/>
            <a:r>
              <a:rPr lang="en-US" sz="2800" b="1" dirty="0" err="1">
                <a:latin typeface="Tahoma" panose="020B0604030504040204" pitchFamily="34" charset="0"/>
                <a:ea typeface="Tahoma" panose="020B0604030504040204" pitchFamily="34" charset="0"/>
                <a:cs typeface="Tahoma" panose="020B0604030504040204" pitchFamily="34" charset="0"/>
              </a:rPr>
              <a:t>sambungan</a:t>
            </a:r>
            <a:endParaRPr lang="en-MY" sz="2800" b="1"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180783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p:tgtEl>
                                          <p:spTgt spid="17"/>
                                        </p:tgtEl>
                                        <p:attrNameLst>
                                          <p:attrName>ppt_w</p:attrName>
                                        </p:attrNameLst>
                                      </p:cBhvr>
                                      <p:tavLst>
                                        <p:tav tm="0">
                                          <p:val>
                                            <p:strVal val="0"/>
                                          </p:val>
                                        </p:tav>
                                        <p:tav tm="100000">
                                          <p:val>
                                            <p:strVal val="#ppt_w"/>
                                          </p:val>
                                        </p:tav>
                                      </p:tavLst>
                                    </p:anim>
                                    <p:anim calcmode="lin" valueType="num">
                                      <p:cBhvr additive="base">
                                        <p:cTn id="8" dur="500"/>
                                        <p:tgtEl>
                                          <p:spTgt spid="17"/>
                                        </p:tgtEl>
                                        <p:attrNameLst>
                                          <p:attrName>ppt_h</p:attrName>
                                        </p:attrNameLst>
                                      </p:cBhvr>
                                      <p:tavLst>
                                        <p:tav tm="0">
                                          <p:val>
                                            <p:strVal val="0"/>
                                          </p:val>
                                        </p:tav>
                                        <p:tav tm="100000">
                                          <p:val>
                                            <p:strVal val="#ppt_h"/>
                                          </p:val>
                                        </p:tav>
                                      </p:tavLst>
                                    </p:anim>
                                  </p:childTnLst>
                                </p:cTn>
                              </p:par>
                            </p:childTnLst>
                          </p:cTn>
                        </p:par>
                        <p:par>
                          <p:cTn id="9" fill="hold">
                            <p:stCondLst>
                              <p:cond delay="500"/>
                            </p:stCondLst>
                            <p:childTnLst>
                              <p:par>
                                <p:cTn id="10" presetID="23" presetClass="entr" presetSubtype="16" fill="hold" nodeType="afterEffect">
                                  <p:stCondLst>
                                    <p:cond delay="0"/>
                                  </p:stCondLst>
                                  <p:childTnLst>
                                    <p:set>
                                      <p:cBhvr>
                                        <p:cTn id="11" dur="1" fill="hold">
                                          <p:stCondLst>
                                            <p:cond delay="0"/>
                                          </p:stCondLst>
                                        </p:cTn>
                                        <p:tgtEl>
                                          <p:spTgt spid="45"/>
                                        </p:tgtEl>
                                        <p:attrNameLst>
                                          <p:attrName>style.visibility</p:attrName>
                                        </p:attrNameLst>
                                      </p:cBhvr>
                                      <p:to>
                                        <p:strVal val="visible"/>
                                      </p:to>
                                    </p:set>
                                    <p:anim calcmode="lin" valueType="num">
                                      <p:cBhvr additive="base">
                                        <p:cTn id="12" dur="500"/>
                                        <p:tgtEl>
                                          <p:spTgt spid="45"/>
                                        </p:tgtEl>
                                        <p:attrNameLst>
                                          <p:attrName>ppt_w</p:attrName>
                                        </p:attrNameLst>
                                      </p:cBhvr>
                                      <p:tavLst>
                                        <p:tav tm="0">
                                          <p:val>
                                            <p:strVal val="0"/>
                                          </p:val>
                                        </p:tav>
                                        <p:tav tm="100000">
                                          <p:val>
                                            <p:strVal val="#ppt_w"/>
                                          </p:val>
                                        </p:tav>
                                      </p:tavLst>
                                    </p:anim>
                                    <p:anim calcmode="lin" valueType="num">
                                      <p:cBhvr additive="base">
                                        <p:cTn id="13" dur="500"/>
                                        <p:tgtEl>
                                          <p:spTgt spid="45"/>
                                        </p:tgtEl>
                                        <p:attrNameLst>
                                          <p:attrName>ppt_h</p:attrName>
                                        </p:attrNameLst>
                                      </p:cBhvr>
                                      <p:tavLst>
                                        <p:tav tm="0">
                                          <p:val>
                                            <p:strVal val="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500"/>
                                        <p:tgtEl>
                                          <p:spTgt spid="19"/>
                                        </p:tgtEl>
                                      </p:cBhvr>
                                    </p:animEffect>
                                  </p:childTnLst>
                                </p:cTn>
                              </p:par>
                            </p:childTnLst>
                          </p:cTn>
                        </p:par>
                        <p:par>
                          <p:cTn id="19" fill="hold">
                            <p:stCondLst>
                              <p:cond delay="500"/>
                            </p:stCondLst>
                            <p:childTnLst>
                              <p:par>
                                <p:cTn id="20" presetID="10" presetClass="entr" presetSubtype="0" fill="hold" nodeType="after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500"/>
                                        <p:tgtEl>
                                          <p:spTgt spid="18"/>
                                        </p:tgtEl>
                                      </p:cBhvr>
                                    </p:animEffect>
                                  </p:childTnLst>
                                </p:cTn>
                              </p:par>
                            </p:childTnLst>
                          </p:cTn>
                        </p:par>
                        <p:par>
                          <p:cTn id="23" fill="hold">
                            <p:stCondLst>
                              <p:cond delay="1000"/>
                            </p:stCondLst>
                            <p:childTnLst>
                              <p:par>
                                <p:cTn id="24" presetID="10" presetClass="entr" presetSubtype="0" fill="hold" nodeType="afterEffect">
                                  <p:stCondLst>
                                    <p:cond delay="0"/>
                                  </p:stCondLst>
                                  <p:childTnLst>
                                    <p:set>
                                      <p:cBhvr>
                                        <p:cTn id="25" dur="1" fill="hold">
                                          <p:stCondLst>
                                            <p:cond delay="0"/>
                                          </p:stCondLst>
                                        </p:cTn>
                                        <p:tgtEl>
                                          <p:spTgt spid="21"/>
                                        </p:tgtEl>
                                        <p:attrNameLst>
                                          <p:attrName>style.visibility</p:attrName>
                                        </p:attrNameLst>
                                      </p:cBhvr>
                                      <p:to>
                                        <p:strVal val="visible"/>
                                      </p:to>
                                    </p:set>
                                    <p:animEffect transition="in" filter="fade">
                                      <p:cBhvr>
                                        <p:cTn id="26" dur="500"/>
                                        <p:tgtEl>
                                          <p:spTgt spid="21"/>
                                        </p:tgtEl>
                                      </p:cBhvr>
                                    </p:animEffect>
                                  </p:childTnLst>
                                </p:cTn>
                              </p:par>
                            </p:childTnLst>
                          </p:cTn>
                        </p:par>
                        <p:par>
                          <p:cTn id="27" fill="hold">
                            <p:stCondLst>
                              <p:cond delay="1500"/>
                            </p:stCondLst>
                            <p:childTnLst>
                              <p:par>
                                <p:cTn id="28" presetID="10" presetClass="entr" presetSubtype="0" fill="hold" nodeType="after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500"/>
                                        <p:tgtEl>
                                          <p:spTgt spid="20"/>
                                        </p:tgtEl>
                                      </p:cBhvr>
                                    </p:animEffect>
                                  </p:childTnLst>
                                </p:cTn>
                              </p:par>
                            </p:childTnLst>
                          </p:cTn>
                        </p:par>
                        <p:par>
                          <p:cTn id="31" fill="hold">
                            <p:stCondLst>
                              <p:cond delay="2000"/>
                            </p:stCondLst>
                            <p:childTnLst>
                              <p:par>
                                <p:cTn id="32" presetID="10" presetClass="entr" presetSubtype="0" fill="hold" nodeType="after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fade">
                                      <p:cBhvr>
                                        <p:cTn id="34" dur="500"/>
                                        <p:tgtEl>
                                          <p:spTgt spid="23"/>
                                        </p:tgtEl>
                                      </p:cBhvr>
                                    </p:animEffect>
                                  </p:childTnLst>
                                </p:cTn>
                              </p:par>
                            </p:childTnLst>
                          </p:cTn>
                        </p:par>
                        <p:par>
                          <p:cTn id="35" fill="hold">
                            <p:stCondLst>
                              <p:cond delay="2500"/>
                            </p:stCondLst>
                            <p:childTnLst>
                              <p:par>
                                <p:cTn id="36" presetID="23" presetClass="entr" presetSubtype="16" fill="hold" nodeType="afterEffect">
                                  <p:stCondLst>
                                    <p:cond delay="0"/>
                                  </p:stCondLst>
                                  <p:childTnLst>
                                    <p:set>
                                      <p:cBhvr>
                                        <p:cTn id="37" dur="1" fill="hold">
                                          <p:stCondLst>
                                            <p:cond delay="0"/>
                                          </p:stCondLst>
                                        </p:cTn>
                                        <p:tgtEl>
                                          <p:spTgt spid="43"/>
                                        </p:tgtEl>
                                        <p:attrNameLst>
                                          <p:attrName>style.visibility</p:attrName>
                                        </p:attrNameLst>
                                      </p:cBhvr>
                                      <p:to>
                                        <p:strVal val="visible"/>
                                      </p:to>
                                    </p:set>
                                    <p:anim calcmode="lin" valueType="num">
                                      <p:cBhvr additive="base">
                                        <p:cTn id="38" dur="500"/>
                                        <p:tgtEl>
                                          <p:spTgt spid="43"/>
                                        </p:tgtEl>
                                        <p:attrNameLst>
                                          <p:attrName>ppt_w</p:attrName>
                                        </p:attrNameLst>
                                      </p:cBhvr>
                                      <p:tavLst>
                                        <p:tav tm="0">
                                          <p:val>
                                            <p:strVal val="0"/>
                                          </p:val>
                                        </p:tav>
                                        <p:tav tm="100000">
                                          <p:val>
                                            <p:strVal val="#ppt_w"/>
                                          </p:val>
                                        </p:tav>
                                      </p:tavLst>
                                    </p:anim>
                                    <p:anim calcmode="lin" valueType="num">
                                      <p:cBhvr additive="base">
                                        <p:cTn id="39" dur="500"/>
                                        <p:tgtEl>
                                          <p:spTgt spid="43"/>
                                        </p:tgtEl>
                                        <p:attrNameLst>
                                          <p:attrName>ppt_h</p:attrName>
                                        </p:attrNameLst>
                                      </p:cBhvr>
                                      <p:tavLst>
                                        <p:tav tm="0">
                                          <p:val>
                                            <p:strVal val="0"/>
                                          </p:val>
                                        </p:tav>
                                        <p:tav tm="100000">
                                          <p:val>
                                            <p:strVal val="#ppt_h"/>
                                          </p:val>
                                        </p:tav>
                                      </p:tavLst>
                                    </p:anim>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27"/>
                                        </p:tgtEl>
                                        <p:attrNameLst>
                                          <p:attrName>style.visibility</p:attrName>
                                        </p:attrNameLst>
                                      </p:cBhvr>
                                      <p:to>
                                        <p:strVal val="visible"/>
                                      </p:to>
                                    </p:set>
                                    <p:animEffect transition="in" filter="fade">
                                      <p:cBhvr>
                                        <p:cTn id="44" dur="500"/>
                                        <p:tgtEl>
                                          <p:spTgt spid="27"/>
                                        </p:tgtEl>
                                      </p:cBhvr>
                                    </p:animEffect>
                                  </p:childTnLst>
                                </p:cTn>
                              </p:par>
                            </p:childTnLst>
                          </p:cTn>
                        </p:par>
                        <p:par>
                          <p:cTn id="45" fill="hold">
                            <p:stCondLst>
                              <p:cond delay="500"/>
                            </p:stCondLst>
                            <p:childTnLst>
                              <p:par>
                                <p:cTn id="46" presetID="10" presetClass="entr" presetSubtype="0" fill="hold" nodeType="afterEffect">
                                  <p:stCondLst>
                                    <p:cond delay="0"/>
                                  </p:stCondLst>
                                  <p:childTnLst>
                                    <p:set>
                                      <p:cBhvr>
                                        <p:cTn id="47" dur="1" fill="hold">
                                          <p:stCondLst>
                                            <p:cond delay="0"/>
                                          </p:stCondLst>
                                        </p:cTn>
                                        <p:tgtEl>
                                          <p:spTgt spid="26"/>
                                        </p:tgtEl>
                                        <p:attrNameLst>
                                          <p:attrName>style.visibility</p:attrName>
                                        </p:attrNameLst>
                                      </p:cBhvr>
                                      <p:to>
                                        <p:strVal val="visible"/>
                                      </p:to>
                                    </p:set>
                                    <p:animEffect transition="in" filter="fade">
                                      <p:cBhvr>
                                        <p:cTn id="48" dur="500"/>
                                        <p:tgtEl>
                                          <p:spTgt spid="26"/>
                                        </p:tgtEl>
                                      </p:cBhvr>
                                    </p:animEffect>
                                  </p:childTnLst>
                                </p:cTn>
                              </p:par>
                            </p:childTnLst>
                          </p:cTn>
                        </p:par>
                        <p:par>
                          <p:cTn id="49" fill="hold">
                            <p:stCondLst>
                              <p:cond delay="1000"/>
                            </p:stCondLst>
                            <p:childTnLst>
                              <p:par>
                                <p:cTn id="50" presetID="10" presetClass="entr" presetSubtype="0" fill="hold" nodeType="afterEffect">
                                  <p:stCondLst>
                                    <p:cond delay="0"/>
                                  </p:stCondLst>
                                  <p:childTnLst>
                                    <p:set>
                                      <p:cBhvr>
                                        <p:cTn id="51" dur="1" fill="hold">
                                          <p:stCondLst>
                                            <p:cond delay="0"/>
                                          </p:stCondLst>
                                        </p:cTn>
                                        <p:tgtEl>
                                          <p:spTgt spid="29"/>
                                        </p:tgtEl>
                                        <p:attrNameLst>
                                          <p:attrName>style.visibility</p:attrName>
                                        </p:attrNameLst>
                                      </p:cBhvr>
                                      <p:to>
                                        <p:strVal val="visible"/>
                                      </p:to>
                                    </p:set>
                                    <p:animEffect transition="in" filter="fade">
                                      <p:cBhvr>
                                        <p:cTn id="52" dur="500"/>
                                        <p:tgtEl>
                                          <p:spTgt spid="29"/>
                                        </p:tgtEl>
                                      </p:cBhvr>
                                    </p:animEffect>
                                  </p:childTnLst>
                                </p:cTn>
                              </p:par>
                            </p:childTnLst>
                          </p:cTn>
                        </p:par>
                        <p:par>
                          <p:cTn id="53" fill="hold">
                            <p:stCondLst>
                              <p:cond delay="1500"/>
                            </p:stCondLst>
                            <p:childTnLst>
                              <p:par>
                                <p:cTn id="54" presetID="10" presetClass="entr" presetSubtype="0" fill="hold" nodeType="afterEffect">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6" dur="500"/>
                                        <p:tgtEl>
                                          <p:spTgt spid="28"/>
                                        </p:tgtEl>
                                      </p:cBhvr>
                                    </p:animEffect>
                                  </p:childTnLst>
                                </p:cTn>
                              </p:par>
                            </p:childTnLst>
                          </p:cTn>
                        </p:par>
                        <p:par>
                          <p:cTn id="57" fill="hold">
                            <p:stCondLst>
                              <p:cond delay="2000"/>
                            </p:stCondLst>
                            <p:childTnLst>
                              <p:par>
                                <p:cTn id="58" presetID="23" presetClass="entr" presetSubtype="16" fill="hold" nodeType="afterEffect">
                                  <p:stCondLst>
                                    <p:cond delay="0"/>
                                  </p:stCondLst>
                                  <p:childTnLst>
                                    <p:set>
                                      <p:cBhvr>
                                        <p:cTn id="59" dur="1" fill="hold">
                                          <p:stCondLst>
                                            <p:cond delay="0"/>
                                          </p:stCondLst>
                                        </p:cTn>
                                        <p:tgtEl>
                                          <p:spTgt spid="42"/>
                                        </p:tgtEl>
                                        <p:attrNameLst>
                                          <p:attrName>style.visibility</p:attrName>
                                        </p:attrNameLst>
                                      </p:cBhvr>
                                      <p:to>
                                        <p:strVal val="visible"/>
                                      </p:to>
                                    </p:set>
                                    <p:anim calcmode="lin" valueType="num">
                                      <p:cBhvr additive="base">
                                        <p:cTn id="60" dur="500"/>
                                        <p:tgtEl>
                                          <p:spTgt spid="42"/>
                                        </p:tgtEl>
                                        <p:attrNameLst>
                                          <p:attrName>ppt_w</p:attrName>
                                        </p:attrNameLst>
                                      </p:cBhvr>
                                      <p:tavLst>
                                        <p:tav tm="0">
                                          <p:val>
                                            <p:strVal val="0"/>
                                          </p:val>
                                        </p:tav>
                                        <p:tav tm="100000">
                                          <p:val>
                                            <p:strVal val="#ppt_w"/>
                                          </p:val>
                                        </p:tav>
                                      </p:tavLst>
                                    </p:anim>
                                    <p:anim calcmode="lin" valueType="num">
                                      <p:cBhvr additive="base">
                                        <p:cTn id="61" dur="500"/>
                                        <p:tgtEl>
                                          <p:spTgt spid="42"/>
                                        </p:tgtEl>
                                        <p:attrNameLst>
                                          <p:attrName>ppt_h</p:attrName>
                                        </p:attrNameLst>
                                      </p:cBhvr>
                                      <p:tavLst>
                                        <p:tav tm="0">
                                          <p:val>
                                            <p:strVal val="0"/>
                                          </p:val>
                                        </p:tav>
                                        <p:tav tm="100000">
                                          <p:val>
                                            <p:strVal val="#ppt_h"/>
                                          </p:val>
                                        </p:tav>
                                      </p:tavLst>
                                    </p:anim>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35"/>
                                        </p:tgtEl>
                                        <p:attrNameLst>
                                          <p:attrName>style.visibility</p:attrName>
                                        </p:attrNameLst>
                                      </p:cBhvr>
                                      <p:to>
                                        <p:strVal val="visible"/>
                                      </p:to>
                                    </p:set>
                                    <p:animEffect transition="in" filter="fade">
                                      <p:cBhvr>
                                        <p:cTn id="66" dur="500"/>
                                        <p:tgtEl>
                                          <p:spTgt spid="35"/>
                                        </p:tgtEl>
                                      </p:cBhvr>
                                    </p:animEffect>
                                  </p:childTnLst>
                                </p:cTn>
                              </p:par>
                            </p:childTnLst>
                          </p:cTn>
                        </p:par>
                        <p:par>
                          <p:cTn id="67" fill="hold">
                            <p:stCondLst>
                              <p:cond delay="500"/>
                            </p:stCondLst>
                            <p:childTnLst>
                              <p:par>
                                <p:cTn id="68" presetID="10" presetClass="entr" presetSubtype="0" fill="hold" nodeType="afterEffect">
                                  <p:stCondLst>
                                    <p:cond delay="0"/>
                                  </p:stCondLst>
                                  <p:childTnLst>
                                    <p:set>
                                      <p:cBhvr>
                                        <p:cTn id="69" dur="1" fill="hold">
                                          <p:stCondLst>
                                            <p:cond delay="0"/>
                                          </p:stCondLst>
                                        </p:cTn>
                                        <p:tgtEl>
                                          <p:spTgt spid="34"/>
                                        </p:tgtEl>
                                        <p:attrNameLst>
                                          <p:attrName>style.visibility</p:attrName>
                                        </p:attrNameLst>
                                      </p:cBhvr>
                                      <p:to>
                                        <p:strVal val="visible"/>
                                      </p:to>
                                    </p:set>
                                    <p:animEffect transition="in" filter="fade">
                                      <p:cBhvr>
                                        <p:cTn id="70" dur="500"/>
                                        <p:tgtEl>
                                          <p:spTgt spid="34"/>
                                        </p:tgtEl>
                                      </p:cBhvr>
                                    </p:animEffect>
                                  </p:childTnLst>
                                </p:cTn>
                              </p:par>
                            </p:childTnLst>
                          </p:cTn>
                        </p:par>
                        <p:par>
                          <p:cTn id="71" fill="hold">
                            <p:stCondLst>
                              <p:cond delay="1000"/>
                            </p:stCondLst>
                            <p:childTnLst>
                              <p:par>
                                <p:cTn id="72" presetID="10" presetClass="entr" presetSubtype="0" fill="hold" nodeType="afterEffect">
                                  <p:stCondLst>
                                    <p:cond delay="0"/>
                                  </p:stCondLst>
                                  <p:childTnLst>
                                    <p:set>
                                      <p:cBhvr>
                                        <p:cTn id="73" dur="1" fill="hold">
                                          <p:stCondLst>
                                            <p:cond delay="0"/>
                                          </p:stCondLst>
                                        </p:cTn>
                                        <p:tgtEl>
                                          <p:spTgt spid="37"/>
                                        </p:tgtEl>
                                        <p:attrNameLst>
                                          <p:attrName>style.visibility</p:attrName>
                                        </p:attrNameLst>
                                      </p:cBhvr>
                                      <p:to>
                                        <p:strVal val="visible"/>
                                      </p:to>
                                    </p:set>
                                    <p:animEffect transition="in" filter="fade">
                                      <p:cBhvr>
                                        <p:cTn id="74" dur="500"/>
                                        <p:tgtEl>
                                          <p:spTgt spid="37"/>
                                        </p:tgtEl>
                                      </p:cBhvr>
                                    </p:animEffect>
                                  </p:childTnLst>
                                </p:cTn>
                              </p:par>
                            </p:childTnLst>
                          </p:cTn>
                        </p:par>
                        <p:par>
                          <p:cTn id="75" fill="hold">
                            <p:stCondLst>
                              <p:cond delay="1500"/>
                            </p:stCondLst>
                            <p:childTnLst>
                              <p:par>
                                <p:cTn id="76" presetID="10" presetClass="entr" presetSubtype="0" fill="hold" nodeType="afterEffect">
                                  <p:stCondLst>
                                    <p:cond delay="0"/>
                                  </p:stCondLst>
                                  <p:childTnLst>
                                    <p:set>
                                      <p:cBhvr>
                                        <p:cTn id="77" dur="1" fill="hold">
                                          <p:stCondLst>
                                            <p:cond delay="0"/>
                                          </p:stCondLst>
                                        </p:cTn>
                                        <p:tgtEl>
                                          <p:spTgt spid="36"/>
                                        </p:tgtEl>
                                        <p:attrNameLst>
                                          <p:attrName>style.visibility</p:attrName>
                                        </p:attrNameLst>
                                      </p:cBhvr>
                                      <p:to>
                                        <p:strVal val="visible"/>
                                      </p:to>
                                    </p:set>
                                    <p:animEffect transition="in" filter="fade">
                                      <p:cBhvr>
                                        <p:cTn id="78" dur="500"/>
                                        <p:tgtEl>
                                          <p:spTgt spid="36"/>
                                        </p:tgtEl>
                                      </p:cBhvr>
                                    </p:animEffect>
                                  </p:childTnLst>
                                </p:cTn>
                              </p:par>
                            </p:childTnLst>
                          </p:cTn>
                        </p:par>
                        <p:par>
                          <p:cTn id="79" fill="hold">
                            <p:stCondLst>
                              <p:cond delay="2000"/>
                            </p:stCondLst>
                            <p:childTnLst>
                              <p:par>
                                <p:cTn id="80" presetID="10" presetClass="entr" presetSubtype="0" fill="hold" nodeType="afterEffect">
                                  <p:stCondLst>
                                    <p:cond delay="0"/>
                                  </p:stCondLst>
                                  <p:childTnLst>
                                    <p:set>
                                      <p:cBhvr>
                                        <p:cTn id="81" dur="1" fill="hold">
                                          <p:stCondLst>
                                            <p:cond delay="0"/>
                                          </p:stCondLst>
                                        </p:cTn>
                                        <p:tgtEl>
                                          <p:spTgt spid="39"/>
                                        </p:tgtEl>
                                        <p:attrNameLst>
                                          <p:attrName>style.visibility</p:attrName>
                                        </p:attrNameLst>
                                      </p:cBhvr>
                                      <p:to>
                                        <p:strVal val="visible"/>
                                      </p:to>
                                    </p:set>
                                    <p:animEffect transition="in" filter="fade">
                                      <p:cBhvr>
                                        <p:cTn id="82" dur="500"/>
                                        <p:tgtEl>
                                          <p:spTgt spid="39"/>
                                        </p:tgtEl>
                                      </p:cBhvr>
                                    </p:animEffect>
                                  </p:childTnLst>
                                </p:cTn>
                              </p:par>
                            </p:childTnLst>
                          </p:cTn>
                        </p:par>
                        <p:par>
                          <p:cTn id="83" fill="hold">
                            <p:stCondLst>
                              <p:cond delay="2500"/>
                            </p:stCondLst>
                            <p:childTnLst>
                              <p:par>
                                <p:cTn id="84" presetID="23" presetClass="entr" presetSubtype="16" fill="hold" nodeType="afterEffect">
                                  <p:stCondLst>
                                    <p:cond delay="0"/>
                                  </p:stCondLst>
                                  <p:childTnLst>
                                    <p:set>
                                      <p:cBhvr>
                                        <p:cTn id="85" dur="1" fill="hold">
                                          <p:stCondLst>
                                            <p:cond delay="0"/>
                                          </p:stCondLst>
                                        </p:cTn>
                                        <p:tgtEl>
                                          <p:spTgt spid="44"/>
                                        </p:tgtEl>
                                        <p:attrNameLst>
                                          <p:attrName>style.visibility</p:attrName>
                                        </p:attrNameLst>
                                      </p:cBhvr>
                                      <p:to>
                                        <p:strVal val="visible"/>
                                      </p:to>
                                    </p:set>
                                    <p:anim calcmode="lin" valueType="num">
                                      <p:cBhvr additive="base">
                                        <p:cTn id="86" dur="500"/>
                                        <p:tgtEl>
                                          <p:spTgt spid="44"/>
                                        </p:tgtEl>
                                        <p:attrNameLst>
                                          <p:attrName>ppt_w</p:attrName>
                                        </p:attrNameLst>
                                      </p:cBhvr>
                                      <p:tavLst>
                                        <p:tav tm="0">
                                          <p:val>
                                            <p:strVal val="0"/>
                                          </p:val>
                                        </p:tav>
                                        <p:tav tm="100000">
                                          <p:val>
                                            <p:strVal val="#ppt_w"/>
                                          </p:val>
                                        </p:tav>
                                      </p:tavLst>
                                    </p:anim>
                                    <p:anim calcmode="lin" valueType="num">
                                      <p:cBhvr additive="base">
                                        <p:cTn id="87" dur="500"/>
                                        <p:tgtEl>
                                          <p:spTgt spid="44"/>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1"/>
            <a:ext cx="10018713" cy="1284514"/>
          </a:xfrm>
        </p:spPr>
        <p:txBody>
          <a:bodyPr>
            <a:normAutofit/>
          </a:bodyPr>
          <a:lstStyle/>
          <a:p>
            <a:r>
              <a:rPr lang="en-GB" sz="2800" b="1" dirty="0" err="1">
                <a:solidFill>
                  <a:srgbClr val="C00000"/>
                </a:solidFill>
                <a:latin typeface="Tahoma" panose="020B0604030504040204" pitchFamily="34" charset="0"/>
                <a:ea typeface="Tahoma" panose="020B0604030504040204" pitchFamily="34" charset="0"/>
                <a:cs typeface="Tahoma" panose="020B0604030504040204" pitchFamily="34" charset="0"/>
              </a:rPr>
              <a:t>Sistem</a:t>
            </a:r>
            <a:r>
              <a:rPr lang="en-GB" sz="2800" b="1" dirty="0">
                <a:solidFill>
                  <a:srgbClr val="C00000"/>
                </a:solidFill>
                <a:latin typeface="Tahoma" panose="020B0604030504040204" pitchFamily="34" charset="0"/>
                <a:ea typeface="Tahoma" panose="020B0604030504040204" pitchFamily="34" charset="0"/>
                <a:cs typeface="Tahoma" panose="020B0604030504040204" pitchFamily="34" charset="0"/>
              </a:rPr>
              <a:t> </a:t>
            </a:r>
            <a:r>
              <a:rPr lang="en-GB" sz="2800" b="1" dirty="0" err="1">
                <a:solidFill>
                  <a:srgbClr val="C00000"/>
                </a:solidFill>
                <a:latin typeface="Tahoma" panose="020B0604030504040204" pitchFamily="34" charset="0"/>
                <a:ea typeface="Tahoma" panose="020B0604030504040204" pitchFamily="34" charset="0"/>
                <a:cs typeface="Tahoma" panose="020B0604030504040204" pitchFamily="34" charset="0"/>
              </a:rPr>
              <a:t>satu</a:t>
            </a:r>
            <a:r>
              <a:rPr lang="en-GB" sz="2800" b="1" dirty="0">
                <a:solidFill>
                  <a:srgbClr val="C00000"/>
                </a:solidFill>
                <a:latin typeface="Tahoma" panose="020B0604030504040204" pitchFamily="34" charset="0"/>
                <a:ea typeface="Tahoma" panose="020B0604030504040204" pitchFamily="34" charset="0"/>
                <a:cs typeface="Tahoma" panose="020B0604030504040204" pitchFamily="34" charset="0"/>
              </a:rPr>
              <a:t> lapis </a:t>
            </a:r>
            <a:r>
              <a:rPr lang="en-GB" sz="2800" b="1" dirty="0" err="1">
                <a:solidFill>
                  <a:srgbClr val="C00000"/>
                </a:solidFill>
                <a:latin typeface="Tahoma" panose="020B0604030504040204" pitchFamily="34" charset="0"/>
                <a:ea typeface="Tahoma" panose="020B0604030504040204" pitchFamily="34" charset="0"/>
                <a:cs typeface="Tahoma" panose="020B0604030504040204" pitchFamily="34" charset="0"/>
              </a:rPr>
              <a:t>sampul</a:t>
            </a:r>
            <a:r>
              <a:rPr lang="en-GB" sz="2800" b="1" dirty="0">
                <a:solidFill>
                  <a:srgbClr val="C00000"/>
                </a:solidFill>
                <a:latin typeface="Tahoma" panose="020B0604030504040204" pitchFamily="34" charset="0"/>
                <a:ea typeface="Tahoma" panose="020B0604030504040204" pitchFamily="34" charset="0"/>
                <a:cs typeface="Tahoma" panose="020B0604030504040204" pitchFamily="34" charset="0"/>
              </a:rPr>
              <a:t> </a:t>
            </a:r>
            <a:r>
              <a:rPr lang="en-GB" sz="2800" b="1" dirty="0" err="1">
                <a:solidFill>
                  <a:srgbClr val="C00000"/>
                </a:solidFill>
                <a:latin typeface="Tahoma" panose="020B0604030504040204" pitchFamily="34" charset="0"/>
                <a:ea typeface="Tahoma" panose="020B0604030504040204" pitchFamily="34" charset="0"/>
                <a:cs typeface="Tahoma" panose="020B0604030504040204" pitchFamily="34" charset="0"/>
              </a:rPr>
              <a:t>surat</a:t>
            </a:r>
            <a:endParaRPr lang="ms-MY" sz="2800" b="1"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402259738"/>
              </p:ext>
            </p:extLst>
          </p:nvPr>
        </p:nvGraphicFramePr>
        <p:xfrm>
          <a:off x="1484313" y="1676401"/>
          <a:ext cx="10018712" cy="4114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Picture 4">
            <a:extLst>
              <a:ext uri="{FF2B5EF4-FFF2-40B4-BE49-F238E27FC236}">
                <a16:creationId xmlns="" xmlns:a16="http://schemas.microsoft.com/office/drawing/2014/main" id="{B99F56D1-0379-454C-AE3D-CD7A973C493B}"/>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03582" y="5842997"/>
            <a:ext cx="835393" cy="669380"/>
          </a:xfrm>
          <a:prstGeom prst="rect">
            <a:avLst/>
          </a:prstGeom>
        </p:spPr>
      </p:pic>
      <p:sp>
        <p:nvSpPr>
          <p:cNvPr id="6" name="TextBox 5">
            <a:extLst>
              <a:ext uri="{FF2B5EF4-FFF2-40B4-BE49-F238E27FC236}">
                <a16:creationId xmlns="" xmlns:a16="http://schemas.microsoft.com/office/drawing/2014/main" id="{5001B730-E0F7-44BF-BEC5-EBFB613547C6}"/>
              </a:ext>
            </a:extLst>
          </p:cNvPr>
          <p:cNvSpPr txBox="1"/>
          <p:nvPr/>
        </p:nvSpPr>
        <p:spPr>
          <a:xfrm>
            <a:off x="2044213" y="5977632"/>
            <a:ext cx="6106049" cy="400110"/>
          </a:xfrm>
          <a:prstGeom prst="rect">
            <a:avLst/>
          </a:prstGeom>
          <a:noFill/>
        </p:spPr>
        <p:txBody>
          <a:bodyPr wrap="square">
            <a:spAutoFit/>
          </a:bodyPr>
          <a:lstStyle/>
          <a:p>
            <a:pPr>
              <a:defRPr/>
            </a:pPr>
            <a:r>
              <a:rPr lang="en-US" sz="1000" spc="280" dirty="0"/>
              <a:t>PEJABAT KETUA PEGAWAI KESELAMATAN KERAJAAN MALAYSIA</a:t>
            </a:r>
          </a:p>
          <a:p>
            <a:pPr>
              <a:defRPr/>
            </a:pPr>
            <a:r>
              <a:rPr lang="en-US" sz="1000" spc="280" dirty="0"/>
              <a:t>JABATAN PERDANA MENTERI</a:t>
            </a:r>
          </a:p>
        </p:txBody>
      </p:sp>
    </p:spTree>
    <p:extLst>
      <p:ext uri="{BB962C8B-B14F-4D97-AF65-F5344CB8AC3E}">
        <p14:creationId xmlns:p14="http://schemas.microsoft.com/office/powerpoint/2010/main" val="105802051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Object 3">
            <a:hlinkClick r:id="" action="ppaction://ole?verb=0"/>
          </p:cNvPr>
          <p:cNvGraphicFramePr>
            <a:graphicFrameLocks/>
          </p:cNvGraphicFramePr>
          <p:nvPr>
            <p:extLst>
              <p:ext uri="{D42A27DB-BD31-4B8C-83A1-F6EECF244321}">
                <p14:modId xmlns:p14="http://schemas.microsoft.com/office/powerpoint/2010/main" val="1443251227"/>
              </p:ext>
            </p:extLst>
          </p:nvPr>
        </p:nvGraphicFramePr>
        <p:xfrm>
          <a:off x="5889885" y="571123"/>
          <a:ext cx="4572000" cy="4419600"/>
        </p:xfrm>
        <a:graphic>
          <a:graphicData uri="http://schemas.openxmlformats.org/presentationml/2006/ole">
            <mc:AlternateContent xmlns:mc="http://schemas.openxmlformats.org/markup-compatibility/2006">
              <mc:Choice xmlns:v="urn:schemas-microsoft-com:vml" Requires="v">
                <p:oleObj spid="_x0000_s1570" name="Microsoft ClipArt Gallery" r:id="rId3" imgW="2895600" imgH="3435350" progId="MS_ClipArt_Gallery">
                  <p:embed/>
                </p:oleObj>
              </mc:Choice>
              <mc:Fallback>
                <p:oleObj name="Microsoft ClipArt Gallery" r:id="rId3" imgW="2895600" imgH="3435350" progId="MS_ClipArt_Gallery">
                  <p:embed/>
                  <p:pic>
                    <p:nvPicPr>
                      <p:cNvPr id="15" name="Object 3">
                        <a:hlinkClick r:id="" action="ppaction://ole?verb=0"/>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89885" y="571123"/>
                        <a:ext cx="4572000" cy="441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 name="Object 6">
            <a:hlinkClick r:id="" action="ppaction://ole?verb=0"/>
          </p:cNvPr>
          <p:cNvGraphicFramePr>
            <a:graphicFrameLocks/>
          </p:cNvGraphicFramePr>
          <p:nvPr>
            <p:extLst>
              <p:ext uri="{D42A27DB-BD31-4B8C-83A1-F6EECF244321}">
                <p14:modId xmlns:p14="http://schemas.microsoft.com/office/powerpoint/2010/main" val="2608722932"/>
              </p:ext>
            </p:extLst>
          </p:nvPr>
        </p:nvGraphicFramePr>
        <p:xfrm>
          <a:off x="1462356" y="1849041"/>
          <a:ext cx="3810000" cy="3352800"/>
        </p:xfrm>
        <a:graphic>
          <a:graphicData uri="http://schemas.openxmlformats.org/presentationml/2006/ole">
            <mc:AlternateContent xmlns:mc="http://schemas.openxmlformats.org/markup-compatibility/2006">
              <mc:Choice xmlns:v="urn:schemas-microsoft-com:vml" Requires="v">
                <p:oleObj spid="_x0000_s1571" name="Microsoft ClipArt Gallery" r:id="rId5" imgW="3978275" imgH="3521075" progId="MS_ClipArt_Gallery">
                  <p:embed/>
                </p:oleObj>
              </mc:Choice>
              <mc:Fallback>
                <p:oleObj name="Microsoft ClipArt Gallery" r:id="rId5" imgW="3978275" imgH="3521075" progId="MS_ClipArt_Gallery">
                  <p:embed/>
                  <p:pic>
                    <p:nvPicPr>
                      <p:cNvPr id="16" name="Object 6">
                        <a:hlinkClick r:id="" action="ppaction://ole?verb=0"/>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62356" y="1849041"/>
                        <a:ext cx="3810000" cy="335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 name="Oval 7"/>
          <p:cNvSpPr>
            <a:spLocks noChangeArrowheads="1"/>
          </p:cNvSpPr>
          <p:nvPr/>
        </p:nvSpPr>
        <p:spPr bwMode="auto">
          <a:xfrm>
            <a:off x="1946180" y="3874777"/>
            <a:ext cx="381000" cy="381000"/>
          </a:xfrm>
          <a:prstGeom prst="ellipse">
            <a:avLst/>
          </a:prstGeom>
          <a:solidFill>
            <a:srgbClr val="FF0000"/>
          </a:solidFill>
          <a:ln w="1270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endParaRPr lang="en-MY" altLang="en-US" sz="2400">
              <a:solidFill>
                <a:schemeClr val="tx2"/>
              </a:solidFill>
              <a:latin typeface="Tahoma" panose="020B0604030504040204" pitchFamily="34" charset="0"/>
            </a:endParaRPr>
          </a:p>
        </p:txBody>
      </p:sp>
      <p:sp>
        <p:nvSpPr>
          <p:cNvPr id="18" name="Oval 8"/>
          <p:cNvSpPr>
            <a:spLocks noChangeArrowheads="1"/>
          </p:cNvSpPr>
          <p:nvPr/>
        </p:nvSpPr>
        <p:spPr bwMode="auto">
          <a:xfrm>
            <a:off x="4403696" y="3903806"/>
            <a:ext cx="381000" cy="351971"/>
          </a:xfrm>
          <a:prstGeom prst="ellipse">
            <a:avLst/>
          </a:prstGeom>
          <a:solidFill>
            <a:srgbClr val="FF0000"/>
          </a:solidFill>
          <a:ln w="1270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eaLnBrk="0" fontAlgn="base" hangingPunct="0">
              <a:spcBef>
                <a:spcPct val="0"/>
              </a:spcBef>
              <a:spcAft>
                <a:spcPct val="0"/>
              </a:spcAft>
              <a:defRPr>
                <a:solidFill>
                  <a:schemeClr val="tx1"/>
                </a:solidFill>
                <a:latin typeface="Franklin Gothic Book" panose="020B0503020102020204" pitchFamily="34" charset="0"/>
              </a:defRPr>
            </a:lvl9pPr>
          </a:lstStyle>
          <a:p>
            <a:pPr algn="ctr"/>
            <a:endParaRPr lang="en-GB" altLang="en-US" sz="2400" dirty="0">
              <a:solidFill>
                <a:srgbClr val="CC0000"/>
              </a:solidFill>
              <a:latin typeface="Times New Roman" panose="02020603050405020304" pitchFamily="18" charset="0"/>
            </a:endParaRPr>
          </a:p>
        </p:txBody>
      </p:sp>
      <p:sp>
        <p:nvSpPr>
          <p:cNvPr id="19" name="Rectangle 9"/>
          <p:cNvSpPr>
            <a:spLocks noGrp="1" noChangeArrowheads="1"/>
          </p:cNvSpPr>
          <p:nvPr>
            <p:ph type="title"/>
          </p:nvPr>
        </p:nvSpPr>
        <p:spPr>
          <a:xfrm>
            <a:off x="2439411" y="523479"/>
            <a:ext cx="7793037" cy="1143000"/>
          </a:xfrm>
        </p:spPr>
        <p:txBody>
          <a:bodyPr/>
          <a:lstStyle/>
          <a:p>
            <a:pPr eaLnBrk="1" hangingPunct="1">
              <a:defRPr/>
            </a:pPr>
            <a:r>
              <a:rPr lang="en-US" altLang="en-US" dirty="0"/>
              <a:t> </a:t>
            </a:r>
          </a:p>
        </p:txBody>
      </p:sp>
      <p:sp>
        <p:nvSpPr>
          <p:cNvPr id="21" name="Rectangle 10"/>
          <p:cNvSpPr>
            <a:spLocks noChangeArrowheads="1"/>
          </p:cNvSpPr>
          <p:nvPr/>
        </p:nvSpPr>
        <p:spPr bwMode="auto">
          <a:xfrm rot="21500657">
            <a:off x="6750529" y="2073855"/>
            <a:ext cx="3714501" cy="19082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buFontTx/>
              <a:buChar char="•"/>
              <a:defRPr/>
            </a:pPr>
            <a:r>
              <a:rPr lang="ms-MY" sz="2000" dirty="0">
                <a:solidFill>
                  <a:srgbClr val="FFFF66"/>
                </a:solidFill>
                <a:latin typeface="Tahoma" panose="020B0604030504040204" pitchFamily="34" charset="0"/>
                <a:ea typeface="Tahoma" panose="020B0604030504040204" pitchFamily="34" charset="0"/>
                <a:cs typeface="Tahoma" panose="020B0604030504040204" pitchFamily="34" charset="0"/>
              </a:rPr>
              <a:t>guna borang akuan terima </a:t>
            </a:r>
          </a:p>
          <a:p>
            <a:pPr>
              <a:buFontTx/>
              <a:buChar char="•"/>
              <a:defRPr/>
            </a:pPr>
            <a:r>
              <a:rPr lang="ms-MY" sz="2000" dirty="0">
                <a:solidFill>
                  <a:srgbClr val="FFFF66"/>
                </a:solidFill>
                <a:latin typeface="Tahoma" panose="020B0604030504040204" pitchFamily="34" charset="0"/>
                <a:ea typeface="Tahoma" panose="020B0604030504040204" pitchFamily="34" charset="0"/>
                <a:cs typeface="Tahoma" panose="020B0604030504040204" pitchFamily="34" charset="0"/>
              </a:rPr>
              <a:t> satu sampul surat  </a:t>
            </a:r>
          </a:p>
          <a:p>
            <a:pPr>
              <a:buFontTx/>
              <a:buChar char="•"/>
              <a:defRPr/>
            </a:pPr>
            <a:r>
              <a:rPr lang="ms-MY" sz="2000" dirty="0">
                <a:solidFill>
                  <a:srgbClr val="FFFF66"/>
                </a:solidFill>
                <a:latin typeface="Tahoma" panose="020B0604030504040204" pitchFamily="34" charset="0"/>
                <a:ea typeface="Tahoma" panose="020B0604030504040204" pitchFamily="34" charset="0"/>
                <a:cs typeface="Tahoma" panose="020B0604030504040204" pitchFamily="34" charset="0"/>
              </a:rPr>
              <a:t> ditanda dengan nombor rujukan, tanda keselamatan, nama dan alamat penerima</a:t>
            </a:r>
            <a:endParaRPr lang="ms-MY" dirty="0">
              <a:solidFill>
                <a:srgbClr val="000099"/>
              </a:solidFill>
              <a:effectLst>
                <a:outerShdw blurRad="38100" dist="38100" dir="2700000" algn="tl">
                  <a:srgbClr val="000000"/>
                </a:outerShdw>
              </a:effectLst>
              <a:latin typeface="Tahoma" panose="020B0604030504040204" pitchFamily="34" charset="0"/>
              <a:ea typeface="Tahoma" panose="020B0604030504040204" pitchFamily="34" charset="0"/>
              <a:cs typeface="Tahoma" panose="020B0604030504040204" pitchFamily="34" charset="0"/>
            </a:endParaRPr>
          </a:p>
          <a:p>
            <a:pPr>
              <a:defRPr/>
            </a:pPr>
            <a:r>
              <a:rPr lang="en-US" dirty="0">
                <a:solidFill>
                  <a:srgbClr val="000099"/>
                </a:solidFill>
                <a:latin typeface="Times New Roman" charset="0"/>
              </a:rPr>
              <a:t>  	</a:t>
            </a:r>
          </a:p>
        </p:txBody>
      </p:sp>
      <p:sp>
        <p:nvSpPr>
          <p:cNvPr id="22" name="Text Box 12"/>
          <p:cNvSpPr txBox="1">
            <a:spLocks noChangeArrowheads="1"/>
          </p:cNvSpPr>
          <p:nvPr/>
        </p:nvSpPr>
        <p:spPr bwMode="auto">
          <a:xfrm>
            <a:off x="1771073" y="978870"/>
            <a:ext cx="2857385"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eaLnBrk="0" fontAlgn="base" hangingPunct="0">
              <a:spcBef>
                <a:spcPct val="0"/>
              </a:spcBef>
              <a:spcAft>
                <a:spcPct val="0"/>
              </a:spcAft>
              <a:defRPr>
                <a:solidFill>
                  <a:schemeClr val="tx1"/>
                </a:solidFill>
                <a:latin typeface="Franklin Gothic Book" panose="020B0503020102020204" pitchFamily="34" charset="0"/>
              </a:defRPr>
            </a:lvl9pPr>
          </a:lstStyle>
          <a:p>
            <a:r>
              <a:rPr lang="en-US" altLang="en-US" sz="2000" dirty="0" err="1">
                <a:solidFill>
                  <a:srgbClr val="000099"/>
                </a:solidFill>
                <a:latin typeface="Tahoma" panose="020B0604030504040204" pitchFamily="34" charset="0"/>
                <a:ea typeface="Tahoma" panose="020B0604030504040204" pitchFamily="34" charset="0"/>
                <a:cs typeface="Tahoma" panose="020B0604030504040204" pitchFamily="34" charset="0"/>
              </a:rPr>
              <a:t>Menggunakan</a:t>
            </a:r>
            <a:r>
              <a:rPr lang="en-US" altLang="en-US" sz="2000" dirty="0">
                <a:solidFill>
                  <a:srgbClr val="000099"/>
                </a:solidFill>
                <a:latin typeface="Tahoma" panose="020B0604030504040204" pitchFamily="34" charset="0"/>
                <a:ea typeface="Tahoma" panose="020B0604030504040204" pitchFamily="34" charset="0"/>
                <a:cs typeface="Tahoma" panose="020B0604030504040204" pitchFamily="34" charset="0"/>
              </a:rPr>
              <a:t> </a:t>
            </a:r>
            <a:r>
              <a:rPr lang="en-US" altLang="en-US" sz="2000" dirty="0" err="1">
                <a:solidFill>
                  <a:srgbClr val="000099"/>
                </a:solidFill>
                <a:latin typeface="Tahoma" panose="020B0604030504040204" pitchFamily="34" charset="0"/>
                <a:ea typeface="Tahoma" panose="020B0604030504040204" pitchFamily="34" charset="0"/>
                <a:cs typeface="Tahoma" panose="020B0604030504040204" pitchFamily="34" charset="0"/>
              </a:rPr>
              <a:t>Peti</a:t>
            </a:r>
            <a:r>
              <a:rPr lang="en-US" altLang="en-US" sz="2000" dirty="0">
                <a:solidFill>
                  <a:srgbClr val="000099"/>
                </a:solidFill>
                <a:latin typeface="Tahoma" panose="020B0604030504040204" pitchFamily="34" charset="0"/>
                <a:ea typeface="Tahoma" panose="020B0604030504040204" pitchFamily="34" charset="0"/>
                <a:cs typeface="Tahoma" panose="020B0604030504040204" pitchFamily="34" charset="0"/>
              </a:rPr>
              <a:t>/beg </a:t>
            </a:r>
          </a:p>
          <a:p>
            <a:r>
              <a:rPr lang="en-US" altLang="en-US" sz="2000" dirty="0" err="1">
                <a:solidFill>
                  <a:srgbClr val="000099"/>
                </a:solidFill>
                <a:latin typeface="Tahoma" panose="020B0604030504040204" pitchFamily="34" charset="0"/>
                <a:ea typeface="Tahoma" panose="020B0604030504040204" pitchFamily="34" charset="0"/>
                <a:cs typeface="Tahoma" panose="020B0604030504040204" pitchFamily="34" charset="0"/>
              </a:rPr>
              <a:t>berkunci</a:t>
            </a:r>
            <a:endParaRPr lang="en-US" altLang="en-US" sz="2000" dirty="0">
              <a:solidFill>
                <a:srgbClr val="000099"/>
              </a:solidFill>
              <a:latin typeface="Tahoma" panose="020B0604030504040204" pitchFamily="34" charset="0"/>
              <a:ea typeface="Tahoma" panose="020B0604030504040204" pitchFamily="34" charset="0"/>
              <a:cs typeface="Tahoma" panose="020B0604030504040204" pitchFamily="34" charset="0"/>
            </a:endParaRPr>
          </a:p>
        </p:txBody>
      </p:sp>
      <p:sp>
        <p:nvSpPr>
          <p:cNvPr id="23" name="Text Box 13"/>
          <p:cNvSpPr txBox="1">
            <a:spLocks noChangeArrowheads="1"/>
          </p:cNvSpPr>
          <p:nvPr/>
        </p:nvSpPr>
        <p:spPr bwMode="auto">
          <a:xfrm>
            <a:off x="6599764" y="5190531"/>
            <a:ext cx="330295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sz="2000" dirty="0">
                <a:effectLst>
                  <a:outerShdw blurRad="38100" dist="38100" dir="2700000" algn="tl">
                    <a:srgbClr val="FFFFFF"/>
                  </a:outerShdw>
                </a:effectLst>
                <a:latin typeface="Bookman Old Style" pitchFamily="18" charset="0"/>
              </a:rPr>
              <a:t>      </a:t>
            </a:r>
            <a:r>
              <a:rPr lang="en-US" sz="2000" dirty="0">
                <a:latin typeface="Tahoma" panose="020B0604030504040204" pitchFamily="34" charset="0"/>
                <a:ea typeface="Tahoma" panose="020B0604030504040204" pitchFamily="34" charset="0"/>
                <a:cs typeface="Tahoma" panose="020B0604030504040204" pitchFamily="34" charset="0"/>
              </a:rPr>
              <a:t>Satu lapis </a:t>
            </a:r>
            <a:r>
              <a:rPr lang="ms-MY" sz="2000" dirty="0">
                <a:latin typeface="Tahoma" panose="020B0604030504040204" pitchFamily="34" charset="0"/>
                <a:ea typeface="Tahoma" panose="020B0604030504040204" pitchFamily="34" charset="0"/>
                <a:cs typeface="Tahoma" panose="020B0604030504040204" pitchFamily="34" charset="0"/>
              </a:rPr>
              <a:t>sampul surat</a:t>
            </a:r>
            <a:endParaRPr lang="ms-MY" sz="2000" dirty="0">
              <a:effectLst>
                <a:outerShdw blurRad="38100" dist="38100" dir="2700000" algn="tl">
                  <a:srgbClr val="FFFFFF"/>
                </a:outerShdw>
              </a:effectLst>
              <a:latin typeface="Tahoma" panose="020B0604030504040204" pitchFamily="34" charset="0"/>
              <a:ea typeface="Tahoma" panose="020B0604030504040204" pitchFamily="34" charset="0"/>
              <a:cs typeface="Tahoma" panose="020B0604030504040204" pitchFamily="34" charset="0"/>
            </a:endParaRPr>
          </a:p>
        </p:txBody>
      </p:sp>
      <p:sp>
        <p:nvSpPr>
          <p:cNvPr id="24" name="AutoShape 14"/>
          <p:cNvSpPr>
            <a:spLocks noChangeArrowheads="1"/>
          </p:cNvSpPr>
          <p:nvPr/>
        </p:nvSpPr>
        <p:spPr bwMode="auto">
          <a:xfrm>
            <a:off x="5936060" y="5131508"/>
            <a:ext cx="976313" cy="485775"/>
          </a:xfrm>
          <a:prstGeom prst="leftArrow">
            <a:avLst>
              <a:gd name="adj1" fmla="val 50000"/>
              <a:gd name="adj2" fmla="val 50245"/>
            </a:avLst>
          </a:prstGeom>
          <a:solidFill>
            <a:srgbClr val="80808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endParaRPr lang="en-MY" altLang="en-US" sz="2400">
              <a:solidFill>
                <a:schemeClr val="tx2"/>
              </a:solidFill>
              <a:latin typeface="Tahoma" panose="020B0604030504040204" pitchFamily="34" charset="0"/>
            </a:endParaRPr>
          </a:p>
        </p:txBody>
      </p:sp>
      <p:sp>
        <p:nvSpPr>
          <p:cNvPr id="25" name="AutoShape 15"/>
          <p:cNvSpPr>
            <a:spLocks noChangeArrowheads="1"/>
          </p:cNvSpPr>
          <p:nvPr/>
        </p:nvSpPr>
        <p:spPr bwMode="auto">
          <a:xfrm>
            <a:off x="4107873" y="1406129"/>
            <a:ext cx="976313" cy="485775"/>
          </a:xfrm>
          <a:prstGeom prst="rightArrow">
            <a:avLst>
              <a:gd name="adj1" fmla="val 50000"/>
              <a:gd name="adj2" fmla="val 50245"/>
            </a:avLst>
          </a:prstGeom>
          <a:solidFill>
            <a:srgbClr val="80808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endParaRPr lang="en-MY" altLang="en-US" sz="2400">
              <a:solidFill>
                <a:schemeClr val="tx2"/>
              </a:solidFill>
              <a:latin typeface="Tahoma" panose="020B0604030504040204" pitchFamily="34" charset="0"/>
            </a:endParaRPr>
          </a:p>
        </p:txBody>
      </p:sp>
      <p:sp>
        <p:nvSpPr>
          <p:cNvPr id="26" name="Text Box 17"/>
          <p:cNvSpPr txBox="1">
            <a:spLocks noChangeArrowheads="1"/>
          </p:cNvSpPr>
          <p:nvPr/>
        </p:nvSpPr>
        <p:spPr bwMode="auto">
          <a:xfrm>
            <a:off x="4512340" y="3128130"/>
            <a:ext cx="7588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sz="1600" dirty="0">
                <a:solidFill>
                  <a:srgbClr val="FF3300"/>
                </a:solidFill>
                <a:effectLst>
                  <a:outerShdw blurRad="38100" dist="38100" dir="2700000" algn="tl">
                    <a:srgbClr val="000000"/>
                  </a:outerShdw>
                </a:effectLst>
                <a:latin typeface="Times New Roman" charset="0"/>
              </a:rPr>
              <a:t>SULIT</a:t>
            </a:r>
          </a:p>
        </p:txBody>
      </p:sp>
      <p:sp>
        <p:nvSpPr>
          <p:cNvPr id="27" name="Text Box 18"/>
          <p:cNvSpPr txBox="1">
            <a:spLocks noChangeArrowheads="1"/>
          </p:cNvSpPr>
          <p:nvPr/>
        </p:nvSpPr>
        <p:spPr bwMode="auto">
          <a:xfrm>
            <a:off x="1566768" y="2444373"/>
            <a:ext cx="7588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sz="1600" dirty="0">
                <a:solidFill>
                  <a:srgbClr val="FF3300"/>
                </a:solidFill>
                <a:effectLst>
                  <a:outerShdw blurRad="38100" dist="38100" dir="2700000" algn="tl">
                    <a:srgbClr val="000000"/>
                  </a:outerShdw>
                </a:effectLst>
                <a:latin typeface="Times New Roman" charset="0"/>
              </a:rPr>
              <a:t>SULIT</a:t>
            </a:r>
          </a:p>
        </p:txBody>
      </p:sp>
      <p:sp>
        <p:nvSpPr>
          <p:cNvPr id="39" name="TextBox 38">
            <a:extLst>
              <a:ext uri="{FF2B5EF4-FFF2-40B4-BE49-F238E27FC236}">
                <a16:creationId xmlns="" xmlns:a16="http://schemas.microsoft.com/office/drawing/2014/main" id="{B19CA3A1-8E8B-42A8-86C4-DC62DB18C4BF}"/>
              </a:ext>
            </a:extLst>
          </p:cNvPr>
          <p:cNvSpPr txBox="1"/>
          <p:nvPr/>
        </p:nvSpPr>
        <p:spPr>
          <a:xfrm>
            <a:off x="2044213" y="5977632"/>
            <a:ext cx="6106049" cy="400110"/>
          </a:xfrm>
          <a:prstGeom prst="rect">
            <a:avLst/>
          </a:prstGeom>
          <a:noFill/>
        </p:spPr>
        <p:txBody>
          <a:bodyPr wrap="square">
            <a:spAutoFit/>
          </a:bodyPr>
          <a:lstStyle/>
          <a:p>
            <a:pPr>
              <a:defRPr/>
            </a:pPr>
            <a:r>
              <a:rPr lang="en-US" sz="1000" spc="280" dirty="0"/>
              <a:t>PEJABAT KETUA PEGAWAI KESELAMATAN KERAJAAN MALAYSIA</a:t>
            </a:r>
          </a:p>
          <a:p>
            <a:pPr>
              <a:defRPr/>
            </a:pPr>
            <a:r>
              <a:rPr lang="en-US" sz="1000" spc="280" dirty="0"/>
              <a:t>JABATAN PERDANA MENTERI</a:t>
            </a:r>
          </a:p>
        </p:txBody>
      </p:sp>
      <p:pic>
        <p:nvPicPr>
          <p:cNvPr id="40" name="Picture 39">
            <a:extLst>
              <a:ext uri="{FF2B5EF4-FFF2-40B4-BE49-F238E27FC236}">
                <a16:creationId xmlns="" xmlns:a16="http://schemas.microsoft.com/office/drawing/2014/main" id="{ECB2DCE3-941B-414D-A85A-800B51942C29}"/>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03582" y="5842997"/>
            <a:ext cx="835393" cy="669380"/>
          </a:xfrm>
          <a:prstGeom prst="rect">
            <a:avLst/>
          </a:prstGeom>
        </p:spPr>
      </p:pic>
    </p:spTree>
    <p:extLst>
      <p:ext uri="{BB962C8B-B14F-4D97-AF65-F5344CB8AC3E}">
        <p14:creationId xmlns:p14="http://schemas.microsoft.com/office/powerpoint/2010/main" val="2153165153"/>
      </p:ext>
    </p:extLst>
  </p:cSld>
  <p:clrMapOvr>
    <a:masterClrMapping/>
  </p:clrMapOvr>
  <mc:AlternateContent xmlns:mc="http://schemas.openxmlformats.org/markup-compatibility/2006" xmlns:p14="http://schemas.microsoft.com/office/powerpoint/2010/main">
    <mc:Choice Requires="p14">
      <p:transition spd="slow" p14:dur="1600">
        <p14:prism dir="r" isContent="1" isInverted="1"/>
      </p:transition>
    </mc:Choice>
    <mc:Fallback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2" y="391887"/>
            <a:ext cx="10018713" cy="783770"/>
          </a:xfrm>
        </p:spPr>
        <p:txBody>
          <a:bodyPr>
            <a:normAutofit/>
          </a:bodyPr>
          <a:lstStyle/>
          <a:p>
            <a:pPr algn="just"/>
            <a:r>
              <a:rPr lang="ms-MY" sz="2800" b="1" dirty="0">
                <a:latin typeface="Tahoma" panose="020B0604030504040204" pitchFamily="34" charset="0"/>
                <a:ea typeface="Tahoma" panose="020B0604030504040204" pitchFamily="34" charset="0"/>
                <a:cs typeface="Tahoma" panose="020B0604030504040204" pitchFamily="34" charset="0"/>
              </a:rPr>
              <a:t>Sistem dua lapis sampul surat</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4725577"/>
              </p:ext>
            </p:extLst>
          </p:nvPr>
        </p:nvGraphicFramePr>
        <p:xfrm>
          <a:off x="1484313" y="1175657"/>
          <a:ext cx="10018712" cy="4801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Picture 4">
            <a:extLst>
              <a:ext uri="{FF2B5EF4-FFF2-40B4-BE49-F238E27FC236}">
                <a16:creationId xmlns="" xmlns:a16="http://schemas.microsoft.com/office/drawing/2014/main" id="{B99F56D1-0379-454C-AE3D-CD7A973C493B}"/>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03582" y="5842997"/>
            <a:ext cx="835393" cy="669380"/>
          </a:xfrm>
          <a:prstGeom prst="rect">
            <a:avLst/>
          </a:prstGeom>
        </p:spPr>
      </p:pic>
      <p:sp>
        <p:nvSpPr>
          <p:cNvPr id="6" name="TextBox 5">
            <a:extLst>
              <a:ext uri="{FF2B5EF4-FFF2-40B4-BE49-F238E27FC236}">
                <a16:creationId xmlns="" xmlns:a16="http://schemas.microsoft.com/office/drawing/2014/main" id="{5001B730-E0F7-44BF-BEC5-EBFB613547C6}"/>
              </a:ext>
            </a:extLst>
          </p:cNvPr>
          <p:cNvSpPr txBox="1"/>
          <p:nvPr/>
        </p:nvSpPr>
        <p:spPr>
          <a:xfrm>
            <a:off x="2044213" y="5977632"/>
            <a:ext cx="6106049" cy="400110"/>
          </a:xfrm>
          <a:prstGeom prst="rect">
            <a:avLst/>
          </a:prstGeom>
          <a:noFill/>
        </p:spPr>
        <p:txBody>
          <a:bodyPr wrap="square">
            <a:spAutoFit/>
          </a:bodyPr>
          <a:lstStyle/>
          <a:p>
            <a:pPr>
              <a:defRPr/>
            </a:pPr>
            <a:r>
              <a:rPr lang="en-US" sz="1000" spc="280" dirty="0"/>
              <a:t>PEJABAT KETUA PEGAWAI KESELAMATAN KERAJAAN MALAYSIA</a:t>
            </a:r>
          </a:p>
          <a:p>
            <a:pPr>
              <a:defRPr/>
            </a:pPr>
            <a:r>
              <a:rPr lang="en-US" sz="1000" spc="280" dirty="0"/>
              <a:t>JABATAN PERDANA MENTERI</a:t>
            </a:r>
          </a:p>
        </p:txBody>
      </p:sp>
    </p:spTree>
    <p:extLst>
      <p:ext uri="{BB962C8B-B14F-4D97-AF65-F5344CB8AC3E}">
        <p14:creationId xmlns:p14="http://schemas.microsoft.com/office/powerpoint/2010/main" val="399994884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Rectangle 9"/>
          <p:cNvSpPr>
            <a:spLocks noGrp="1" noChangeArrowheads="1"/>
          </p:cNvSpPr>
          <p:nvPr>
            <p:ph type="title"/>
          </p:nvPr>
        </p:nvSpPr>
        <p:spPr>
          <a:xfrm>
            <a:off x="2668011" y="742229"/>
            <a:ext cx="7793037" cy="1143000"/>
          </a:xfrm>
        </p:spPr>
        <p:txBody>
          <a:bodyPr/>
          <a:lstStyle/>
          <a:p>
            <a:pPr eaLnBrk="1" hangingPunct="1">
              <a:defRPr/>
            </a:pPr>
            <a:r>
              <a:rPr lang="en-US" altLang="en-US" dirty="0"/>
              <a:t> </a:t>
            </a:r>
          </a:p>
        </p:txBody>
      </p:sp>
      <p:sp>
        <p:nvSpPr>
          <p:cNvPr id="47" name="Rectangle 2"/>
          <p:cNvSpPr txBox="1">
            <a:spLocks noChangeArrowheads="1"/>
          </p:cNvSpPr>
          <p:nvPr/>
        </p:nvSpPr>
        <p:spPr>
          <a:xfrm>
            <a:off x="813408" y="975062"/>
            <a:ext cx="7772400" cy="1143000"/>
          </a:xfrm>
          <a:prstGeom prst="rect">
            <a:avLst/>
          </a:prstGeom>
        </p:spPr>
        <p:txBody>
          <a:bodyPr anchor="ctr"/>
          <a:lstStyle>
            <a:lvl1pPr algn="l" rtl="0" eaLnBrk="0" fontAlgn="base" hangingPunct="0">
              <a:spcBef>
                <a:spcPct val="0"/>
              </a:spcBef>
              <a:spcAft>
                <a:spcPct val="0"/>
              </a:spcAft>
              <a:defRPr sz="2800" kern="1200" cap="all">
                <a:solidFill>
                  <a:schemeClr val="tx1"/>
                </a:solidFill>
                <a:latin typeface="+mj-lt"/>
                <a:ea typeface="+mj-ea"/>
                <a:cs typeface="+mj-cs"/>
              </a:defRPr>
            </a:lvl1pPr>
            <a:lvl2pPr algn="l" rtl="0" eaLnBrk="0" fontAlgn="base" hangingPunct="0">
              <a:spcBef>
                <a:spcPct val="0"/>
              </a:spcBef>
              <a:spcAft>
                <a:spcPct val="0"/>
              </a:spcAft>
              <a:defRPr sz="2800">
                <a:solidFill>
                  <a:schemeClr val="tx1"/>
                </a:solidFill>
                <a:latin typeface="Franklin Gothic Medium" panose="020B0603020102020204" pitchFamily="34" charset="0"/>
              </a:defRPr>
            </a:lvl2pPr>
            <a:lvl3pPr algn="l" rtl="0" eaLnBrk="0" fontAlgn="base" hangingPunct="0">
              <a:spcBef>
                <a:spcPct val="0"/>
              </a:spcBef>
              <a:spcAft>
                <a:spcPct val="0"/>
              </a:spcAft>
              <a:defRPr sz="2800">
                <a:solidFill>
                  <a:schemeClr val="tx1"/>
                </a:solidFill>
                <a:latin typeface="Franklin Gothic Medium" panose="020B0603020102020204" pitchFamily="34" charset="0"/>
              </a:defRPr>
            </a:lvl3pPr>
            <a:lvl4pPr algn="l" rtl="0" eaLnBrk="0" fontAlgn="base" hangingPunct="0">
              <a:spcBef>
                <a:spcPct val="0"/>
              </a:spcBef>
              <a:spcAft>
                <a:spcPct val="0"/>
              </a:spcAft>
              <a:defRPr sz="2800">
                <a:solidFill>
                  <a:schemeClr val="tx1"/>
                </a:solidFill>
                <a:latin typeface="Franklin Gothic Medium" panose="020B0603020102020204" pitchFamily="34" charset="0"/>
              </a:defRPr>
            </a:lvl4pPr>
            <a:lvl5pPr algn="l" rtl="0" eaLnBrk="0" fontAlgn="base" hangingPunct="0">
              <a:spcBef>
                <a:spcPct val="0"/>
              </a:spcBef>
              <a:spcAft>
                <a:spcPct val="0"/>
              </a:spcAft>
              <a:defRPr sz="2800">
                <a:solidFill>
                  <a:schemeClr val="tx1"/>
                </a:solidFill>
                <a:latin typeface="Franklin Gothic Medium" panose="020B0603020102020204" pitchFamily="34" charset="0"/>
              </a:defRPr>
            </a:lvl5pPr>
            <a:lvl6pPr marL="457200" algn="l" rtl="0" fontAlgn="base">
              <a:spcBef>
                <a:spcPct val="0"/>
              </a:spcBef>
              <a:spcAft>
                <a:spcPct val="0"/>
              </a:spcAft>
              <a:defRPr sz="2800">
                <a:solidFill>
                  <a:schemeClr val="tx1"/>
                </a:solidFill>
                <a:latin typeface="Franklin Gothic Medium" panose="020B0603020102020204" pitchFamily="34" charset="0"/>
              </a:defRPr>
            </a:lvl6pPr>
            <a:lvl7pPr marL="914400" algn="l" rtl="0" fontAlgn="base">
              <a:spcBef>
                <a:spcPct val="0"/>
              </a:spcBef>
              <a:spcAft>
                <a:spcPct val="0"/>
              </a:spcAft>
              <a:defRPr sz="2800">
                <a:solidFill>
                  <a:schemeClr val="tx1"/>
                </a:solidFill>
                <a:latin typeface="Franklin Gothic Medium" panose="020B0603020102020204" pitchFamily="34" charset="0"/>
              </a:defRPr>
            </a:lvl7pPr>
            <a:lvl8pPr marL="1371600" algn="l" rtl="0" fontAlgn="base">
              <a:spcBef>
                <a:spcPct val="0"/>
              </a:spcBef>
              <a:spcAft>
                <a:spcPct val="0"/>
              </a:spcAft>
              <a:defRPr sz="2800">
                <a:solidFill>
                  <a:schemeClr val="tx1"/>
                </a:solidFill>
                <a:latin typeface="Franklin Gothic Medium" panose="020B0603020102020204" pitchFamily="34" charset="0"/>
              </a:defRPr>
            </a:lvl8pPr>
            <a:lvl9pPr marL="1828800" algn="l" rtl="0" fontAlgn="base">
              <a:spcBef>
                <a:spcPct val="0"/>
              </a:spcBef>
              <a:spcAft>
                <a:spcPct val="0"/>
              </a:spcAft>
              <a:defRPr sz="2800">
                <a:solidFill>
                  <a:schemeClr val="tx1"/>
                </a:solidFill>
                <a:latin typeface="Franklin Gothic Medium" panose="020B0603020102020204" pitchFamily="34" charset="0"/>
              </a:defRPr>
            </a:lvl9pPr>
          </a:lstStyle>
          <a:p>
            <a:pPr eaLnBrk="1" hangingPunct="1">
              <a:defRPr/>
            </a:pPr>
            <a:r>
              <a:rPr lang="en-US" altLang="en-US" sz="2000" dirty="0"/>
              <a:t/>
            </a:r>
            <a:br>
              <a:rPr lang="en-US" altLang="en-US" sz="2000" dirty="0"/>
            </a:br>
            <a:r>
              <a:rPr lang="en-US" altLang="en-US" sz="2000" dirty="0">
                <a:latin typeface="Tahoma" panose="020B0604030504040204" pitchFamily="34" charset="0"/>
                <a:ea typeface="Tahoma" panose="020B0604030504040204" pitchFamily="34" charset="0"/>
                <a:cs typeface="Tahoma" panose="020B0604030504040204" pitchFamily="34" charset="0"/>
              </a:rPr>
              <a:t>SISTEM DUA LAPIS SAMPUL SURAT</a:t>
            </a:r>
            <a:endParaRPr lang="en-US" altLang="en-US" dirty="0">
              <a:latin typeface="Tahoma" panose="020B0604030504040204" pitchFamily="34" charset="0"/>
              <a:ea typeface="Tahoma" panose="020B0604030504040204" pitchFamily="34" charset="0"/>
              <a:cs typeface="Tahoma" panose="020B0604030504040204" pitchFamily="34" charset="0"/>
            </a:endParaRPr>
          </a:p>
        </p:txBody>
      </p:sp>
      <p:graphicFrame>
        <p:nvGraphicFramePr>
          <p:cNvPr id="48" name="Object 3">
            <a:hlinkClick r:id="" action="ppaction://ole?verb=0"/>
          </p:cNvPr>
          <p:cNvGraphicFramePr>
            <a:graphicFrameLocks/>
          </p:cNvGraphicFramePr>
          <p:nvPr>
            <p:extLst>
              <p:ext uri="{D42A27DB-BD31-4B8C-83A1-F6EECF244321}">
                <p14:modId xmlns:p14="http://schemas.microsoft.com/office/powerpoint/2010/main" val="3856728997"/>
              </p:ext>
            </p:extLst>
          </p:nvPr>
        </p:nvGraphicFramePr>
        <p:xfrm>
          <a:off x="6140810" y="975062"/>
          <a:ext cx="3886200" cy="4953000"/>
        </p:xfrm>
        <a:graphic>
          <a:graphicData uri="http://schemas.openxmlformats.org/presentationml/2006/ole">
            <mc:AlternateContent xmlns:mc="http://schemas.openxmlformats.org/markup-compatibility/2006">
              <mc:Choice xmlns:v="urn:schemas-microsoft-com:vml" Requires="v">
                <p:oleObj spid="_x0000_s2866" name="Clip" r:id="rId3" imgW="3978275" imgH="3521075" progId="MS_ClipArt_Gallery.2">
                  <p:embed/>
                </p:oleObj>
              </mc:Choice>
              <mc:Fallback>
                <p:oleObj name="Clip" r:id="rId3" imgW="3978275" imgH="3521075" progId="MS_ClipArt_Gallery.2">
                  <p:embed/>
                  <p:pic>
                    <p:nvPicPr>
                      <p:cNvPr id="48" name="Object 3">
                        <a:hlinkClick r:id="" action="ppaction://ole?verb=0"/>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40810" y="975062"/>
                        <a:ext cx="3886200" cy="495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9" name="Text Box 4"/>
          <p:cNvSpPr txBox="1">
            <a:spLocks noChangeArrowheads="1"/>
          </p:cNvSpPr>
          <p:nvPr/>
        </p:nvSpPr>
        <p:spPr bwMode="auto">
          <a:xfrm>
            <a:off x="2164990" y="2568205"/>
            <a:ext cx="2743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eaLnBrk="0" fontAlgn="base" hangingPunct="0">
              <a:spcBef>
                <a:spcPct val="0"/>
              </a:spcBef>
              <a:spcAft>
                <a:spcPct val="0"/>
              </a:spcAft>
              <a:defRPr>
                <a:solidFill>
                  <a:schemeClr val="tx1"/>
                </a:solidFill>
                <a:latin typeface="Franklin Gothic Book" panose="020B0503020102020204" pitchFamily="34" charset="0"/>
              </a:defRPr>
            </a:lvl9pPr>
          </a:lstStyle>
          <a:p>
            <a:pPr>
              <a:spcBef>
                <a:spcPct val="50000"/>
              </a:spcBef>
            </a:pPr>
            <a:r>
              <a:rPr lang="en-US" altLang="en-US" dirty="0">
                <a:latin typeface="Times New Roman" panose="02020603050405020304" pitchFamily="18" charset="0"/>
              </a:rPr>
              <a:t>     </a:t>
            </a:r>
            <a:r>
              <a:rPr lang="en-US" altLang="en-US" sz="1600" dirty="0">
                <a:latin typeface="Tahoma" panose="020B0604030504040204" pitchFamily="34" charset="0"/>
                <a:ea typeface="Tahoma" panose="020B0604030504040204" pitchFamily="34" charset="0"/>
                <a:cs typeface="Tahoma" panose="020B0604030504040204" pitchFamily="34" charset="0"/>
              </a:rPr>
              <a:t>SAMPUL LUAR</a:t>
            </a:r>
            <a:r>
              <a:rPr lang="en-US" altLang="en-US" dirty="0">
                <a:latin typeface="Tahoma" panose="020B0604030504040204" pitchFamily="34" charset="0"/>
                <a:ea typeface="Tahoma" panose="020B0604030504040204" pitchFamily="34" charset="0"/>
                <a:cs typeface="Tahoma" panose="020B0604030504040204" pitchFamily="34" charset="0"/>
              </a:rPr>
              <a:t>            </a:t>
            </a:r>
          </a:p>
        </p:txBody>
      </p:sp>
      <p:sp>
        <p:nvSpPr>
          <p:cNvPr id="50" name="Oval 6"/>
          <p:cNvSpPr>
            <a:spLocks noChangeArrowheads="1"/>
          </p:cNvSpPr>
          <p:nvPr/>
        </p:nvSpPr>
        <p:spPr bwMode="auto">
          <a:xfrm>
            <a:off x="8716625" y="4006129"/>
            <a:ext cx="609600" cy="609600"/>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endParaRPr lang="en-MY" altLang="en-US" sz="2400">
              <a:solidFill>
                <a:schemeClr val="tx2"/>
              </a:solidFill>
              <a:latin typeface="Tahoma" panose="020B0604030504040204" pitchFamily="34" charset="0"/>
            </a:endParaRPr>
          </a:p>
        </p:txBody>
      </p:sp>
      <p:sp>
        <p:nvSpPr>
          <p:cNvPr id="51" name="Oval 7"/>
          <p:cNvSpPr>
            <a:spLocks noChangeArrowheads="1"/>
          </p:cNvSpPr>
          <p:nvPr/>
        </p:nvSpPr>
        <p:spPr bwMode="auto">
          <a:xfrm>
            <a:off x="6838307" y="3987366"/>
            <a:ext cx="609600" cy="609600"/>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endParaRPr lang="en-MY" altLang="en-US" sz="2400">
              <a:solidFill>
                <a:schemeClr val="tx2"/>
              </a:solidFill>
              <a:latin typeface="Tahoma" panose="020B0604030504040204" pitchFamily="34" charset="0"/>
            </a:endParaRPr>
          </a:p>
        </p:txBody>
      </p:sp>
      <p:graphicFrame>
        <p:nvGraphicFramePr>
          <p:cNvPr id="52" name="Object 10">
            <a:hlinkClick r:id="" action="ppaction://ole?verb=0"/>
          </p:cNvPr>
          <p:cNvGraphicFramePr>
            <a:graphicFrameLocks/>
          </p:cNvGraphicFramePr>
          <p:nvPr>
            <p:extLst>
              <p:ext uri="{D42A27DB-BD31-4B8C-83A1-F6EECF244321}">
                <p14:modId xmlns:p14="http://schemas.microsoft.com/office/powerpoint/2010/main" val="2798886289"/>
              </p:ext>
            </p:extLst>
          </p:nvPr>
        </p:nvGraphicFramePr>
        <p:xfrm>
          <a:off x="1572109" y="3061305"/>
          <a:ext cx="3810000" cy="2667000"/>
        </p:xfrm>
        <a:graphic>
          <a:graphicData uri="http://schemas.openxmlformats.org/presentationml/2006/ole">
            <mc:AlternateContent xmlns:mc="http://schemas.openxmlformats.org/markup-compatibility/2006">
              <mc:Choice xmlns:v="urn:schemas-microsoft-com:vml" Requires="v">
                <p:oleObj spid="_x0000_s2867" name="Clip" r:id="rId5" imgW="3071813" imgH="1881188" progId="MS_ClipArt_Gallery.2">
                  <p:embed/>
                </p:oleObj>
              </mc:Choice>
              <mc:Fallback>
                <p:oleObj name="Clip" r:id="rId5" imgW="3071813" imgH="1881188" progId="MS_ClipArt_Gallery.2">
                  <p:embed/>
                  <p:pic>
                    <p:nvPicPr>
                      <p:cNvPr id="52" name="Object 10">
                        <a:hlinkClick r:id="" action="ppaction://ole?verb=0"/>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72109" y="3061305"/>
                        <a:ext cx="3810000" cy="266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3" name="Rectangle 11"/>
          <p:cNvSpPr>
            <a:spLocks noChangeArrowheads="1"/>
          </p:cNvSpPr>
          <p:nvPr/>
        </p:nvSpPr>
        <p:spPr bwMode="auto">
          <a:xfrm>
            <a:off x="1849579" y="4132823"/>
            <a:ext cx="3352800" cy="1447539"/>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eaLnBrk="0" fontAlgn="base" hangingPunct="0">
              <a:spcBef>
                <a:spcPct val="0"/>
              </a:spcBef>
              <a:spcAft>
                <a:spcPct val="0"/>
              </a:spcAft>
              <a:defRPr>
                <a:solidFill>
                  <a:schemeClr val="tx1"/>
                </a:solidFill>
                <a:latin typeface="Franklin Gothic Book" panose="020B0503020102020204" pitchFamily="34" charset="0"/>
              </a:defRPr>
            </a:lvl9pPr>
          </a:lstStyle>
          <a:p>
            <a:pPr algn="ctr"/>
            <a:r>
              <a:rPr lang="en-US" altLang="en-US" sz="1200" dirty="0">
                <a:solidFill>
                  <a:schemeClr val="bg2"/>
                </a:solidFill>
                <a:latin typeface="Tahoma" panose="020B0604030504040204" pitchFamily="34" charset="0"/>
              </a:rPr>
              <a:t>    </a:t>
            </a:r>
            <a:r>
              <a:rPr lang="en-US" altLang="en-US" sz="1200" dirty="0">
                <a:solidFill>
                  <a:srgbClr val="000099"/>
                </a:solidFill>
                <a:latin typeface="Tahoma" panose="020B0604030504040204" pitchFamily="34" charset="0"/>
              </a:rPr>
              <a:t>Y.B. SETIAUSAHA KERAJAAN </a:t>
            </a:r>
          </a:p>
          <a:p>
            <a:pPr algn="ctr"/>
            <a:r>
              <a:rPr lang="en-US" altLang="en-US" sz="1200" dirty="0">
                <a:solidFill>
                  <a:srgbClr val="000099"/>
                </a:solidFill>
                <a:latin typeface="Tahoma" panose="020B0604030504040204" pitchFamily="34" charset="0"/>
              </a:rPr>
              <a:t>PEJABAT SUK SELANGOR </a:t>
            </a:r>
          </a:p>
          <a:p>
            <a:pPr algn="ctr"/>
            <a:r>
              <a:rPr lang="en-US" altLang="en-US" sz="1200" dirty="0">
                <a:solidFill>
                  <a:srgbClr val="000099"/>
                </a:solidFill>
                <a:latin typeface="Tahoma" panose="020B0604030504040204" pitchFamily="34" charset="0"/>
              </a:rPr>
              <a:t>         TINGKAT 19 BANGUNAN SSAAS,</a:t>
            </a:r>
          </a:p>
          <a:p>
            <a:pPr algn="ctr"/>
            <a:r>
              <a:rPr lang="en-US" altLang="en-US" sz="1200" dirty="0">
                <a:solidFill>
                  <a:srgbClr val="000099"/>
                </a:solidFill>
                <a:latin typeface="Tahoma" panose="020B0604030504040204" pitchFamily="34" charset="0"/>
              </a:rPr>
              <a:t> 40000 SHAH ALAM</a:t>
            </a:r>
          </a:p>
          <a:p>
            <a:pPr algn="ctr"/>
            <a:r>
              <a:rPr lang="en-US" altLang="en-US" sz="1200" dirty="0">
                <a:solidFill>
                  <a:srgbClr val="000099"/>
                </a:solidFill>
                <a:latin typeface="Tahoma" panose="020B0604030504040204" pitchFamily="34" charset="0"/>
              </a:rPr>
              <a:t> SELANGOR</a:t>
            </a:r>
          </a:p>
        </p:txBody>
      </p:sp>
      <p:sp>
        <p:nvSpPr>
          <p:cNvPr id="54" name="Rectangle 12"/>
          <p:cNvSpPr>
            <a:spLocks noChangeArrowheads="1"/>
          </p:cNvSpPr>
          <p:nvPr/>
        </p:nvSpPr>
        <p:spPr bwMode="auto">
          <a:xfrm>
            <a:off x="2078179" y="3675623"/>
            <a:ext cx="2362200" cy="457200"/>
          </a:xfrm>
          <a:prstGeom prst="rect">
            <a:avLst/>
          </a:prstGeom>
          <a:solidFill>
            <a:schemeClr val="bg1"/>
          </a:solidFill>
          <a:ln w="6350">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eaLnBrk="0" fontAlgn="base" hangingPunct="0">
              <a:spcBef>
                <a:spcPct val="0"/>
              </a:spcBef>
              <a:spcAft>
                <a:spcPct val="0"/>
              </a:spcAft>
              <a:defRPr>
                <a:solidFill>
                  <a:schemeClr val="tx1"/>
                </a:solidFill>
                <a:latin typeface="Franklin Gothic Book" panose="020B0503020102020204" pitchFamily="34" charset="0"/>
              </a:defRPr>
            </a:lvl9pPr>
          </a:lstStyle>
          <a:p>
            <a:pPr algn="ctr"/>
            <a:r>
              <a:rPr lang="en-US" altLang="en-US" sz="1200" dirty="0">
                <a:solidFill>
                  <a:srgbClr val="000099"/>
                </a:solidFill>
                <a:latin typeface="Tahoma" panose="020B0604030504040204" pitchFamily="34" charset="0"/>
              </a:rPr>
              <a:t>URUSAN SERI PADUKA BAGINDA</a:t>
            </a:r>
          </a:p>
        </p:txBody>
      </p:sp>
      <p:sp>
        <p:nvSpPr>
          <p:cNvPr id="55" name="AutoShape 13"/>
          <p:cNvSpPr>
            <a:spLocks noChangeArrowheads="1"/>
          </p:cNvSpPr>
          <p:nvPr/>
        </p:nvSpPr>
        <p:spPr bwMode="auto">
          <a:xfrm>
            <a:off x="5708073" y="3401291"/>
            <a:ext cx="733425" cy="1214438"/>
          </a:xfrm>
          <a:prstGeom prst="curvedRightArrow">
            <a:avLst>
              <a:gd name="adj1" fmla="val 33117"/>
              <a:gd name="adj2" fmla="val 66234"/>
              <a:gd name="adj3" fmla="val 33333"/>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endParaRPr lang="en-MY" altLang="en-US" sz="2400">
              <a:solidFill>
                <a:schemeClr val="tx2"/>
              </a:solidFill>
              <a:latin typeface="Tahoma" panose="020B0604030504040204" pitchFamily="34" charset="0"/>
            </a:endParaRPr>
          </a:p>
        </p:txBody>
      </p:sp>
      <p:sp>
        <p:nvSpPr>
          <p:cNvPr id="56" name="Text Box 14"/>
          <p:cNvSpPr txBox="1">
            <a:spLocks noChangeArrowheads="1"/>
          </p:cNvSpPr>
          <p:nvPr/>
        </p:nvSpPr>
        <p:spPr bwMode="auto">
          <a:xfrm>
            <a:off x="839210" y="806950"/>
            <a:ext cx="336188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dirty="0">
                <a:effectLst>
                  <a:outerShdw blurRad="38100" dist="38100" dir="2700000" algn="tl">
                    <a:srgbClr val="FFFFFF"/>
                  </a:outerShdw>
                </a:effectLst>
                <a:latin typeface="Tahoma" panose="020B0604030504040204" pitchFamily="34" charset="0"/>
                <a:ea typeface="Tahoma" panose="020B0604030504040204" pitchFamily="34" charset="0"/>
                <a:cs typeface="Tahoma" panose="020B0604030504040204" pitchFamily="34" charset="0"/>
              </a:rPr>
              <a:t>PENGHANTARAN MELALUI POS</a:t>
            </a:r>
          </a:p>
        </p:txBody>
      </p:sp>
      <p:sp>
        <p:nvSpPr>
          <p:cNvPr id="57" name="Text Box 15"/>
          <p:cNvSpPr txBox="1">
            <a:spLocks noChangeArrowheads="1"/>
          </p:cNvSpPr>
          <p:nvPr/>
        </p:nvSpPr>
        <p:spPr bwMode="auto">
          <a:xfrm>
            <a:off x="7384473" y="603516"/>
            <a:ext cx="1637884"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eaLnBrk="0" fontAlgn="base" hangingPunct="0">
              <a:spcBef>
                <a:spcPct val="0"/>
              </a:spcBef>
              <a:spcAft>
                <a:spcPct val="0"/>
              </a:spcAft>
              <a:defRPr>
                <a:solidFill>
                  <a:schemeClr val="tx1"/>
                </a:solidFill>
                <a:latin typeface="Franklin Gothic Book" panose="020B0503020102020204" pitchFamily="34" charset="0"/>
              </a:defRPr>
            </a:lvl9pPr>
          </a:lstStyle>
          <a:p>
            <a:r>
              <a:rPr lang="en-US" altLang="en-US" sz="1600" dirty="0">
                <a:latin typeface="Tahoma" panose="020B0604030504040204" pitchFamily="34" charset="0"/>
                <a:ea typeface="Tahoma" panose="020B0604030504040204" pitchFamily="34" charset="0"/>
                <a:cs typeface="Tahoma" panose="020B0604030504040204" pitchFamily="34" charset="0"/>
              </a:rPr>
              <a:t>SAMPUL DALAM</a:t>
            </a:r>
            <a:endParaRPr lang="en-US" altLang="en-US" sz="2400" dirty="0">
              <a:latin typeface="Tahoma" panose="020B0604030504040204" pitchFamily="34" charset="0"/>
              <a:ea typeface="Tahoma" panose="020B0604030504040204" pitchFamily="34" charset="0"/>
              <a:cs typeface="Tahoma" panose="020B0604030504040204" pitchFamily="34" charset="0"/>
            </a:endParaRPr>
          </a:p>
        </p:txBody>
      </p:sp>
      <p:sp>
        <p:nvSpPr>
          <p:cNvPr id="58" name="Rectangle 20"/>
          <p:cNvSpPr>
            <a:spLocks noChangeArrowheads="1"/>
          </p:cNvSpPr>
          <p:nvPr/>
        </p:nvSpPr>
        <p:spPr bwMode="auto">
          <a:xfrm>
            <a:off x="6622551" y="1923328"/>
            <a:ext cx="2590800" cy="1342543"/>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eaLnBrk="0" fontAlgn="base" hangingPunct="0">
              <a:spcBef>
                <a:spcPct val="0"/>
              </a:spcBef>
              <a:spcAft>
                <a:spcPct val="0"/>
              </a:spcAft>
              <a:defRPr>
                <a:solidFill>
                  <a:schemeClr val="tx1"/>
                </a:solidFill>
                <a:latin typeface="Franklin Gothic Book" panose="020B0503020102020204" pitchFamily="34" charset="0"/>
              </a:defRPr>
            </a:lvl9pPr>
          </a:lstStyle>
          <a:p>
            <a:pPr algn="ctr"/>
            <a:r>
              <a:rPr lang="en-US" altLang="en-US" sz="1200" dirty="0">
                <a:solidFill>
                  <a:srgbClr val="000099"/>
                </a:solidFill>
                <a:latin typeface="Tahoma" panose="020B0604030504040204" pitchFamily="34" charset="0"/>
              </a:rPr>
              <a:t>Y.B. SETIAUSAHA KERAJAAN </a:t>
            </a:r>
          </a:p>
          <a:p>
            <a:pPr algn="ctr"/>
            <a:r>
              <a:rPr lang="en-US" altLang="en-US" sz="1200" dirty="0">
                <a:solidFill>
                  <a:srgbClr val="000099"/>
                </a:solidFill>
                <a:latin typeface="Tahoma" panose="020B0604030504040204" pitchFamily="34" charset="0"/>
              </a:rPr>
              <a:t>PEJABAT SUK SELANGOR </a:t>
            </a:r>
          </a:p>
          <a:p>
            <a:pPr algn="ctr"/>
            <a:r>
              <a:rPr lang="en-US" altLang="en-US" sz="1200" dirty="0">
                <a:solidFill>
                  <a:srgbClr val="000099"/>
                </a:solidFill>
                <a:latin typeface="Tahoma" panose="020B0604030504040204" pitchFamily="34" charset="0"/>
              </a:rPr>
              <a:t>         TINGKAT 19 BANGUNAN SSAAS,</a:t>
            </a:r>
          </a:p>
          <a:p>
            <a:pPr algn="ctr"/>
            <a:r>
              <a:rPr lang="en-US" altLang="en-US" sz="1200" dirty="0">
                <a:solidFill>
                  <a:srgbClr val="000099"/>
                </a:solidFill>
                <a:latin typeface="Tahoma" panose="020B0604030504040204" pitchFamily="34" charset="0"/>
              </a:rPr>
              <a:t> 40000 SHAH ALAM</a:t>
            </a:r>
          </a:p>
          <a:p>
            <a:pPr algn="ctr"/>
            <a:r>
              <a:rPr lang="en-US" altLang="en-US" sz="1200" dirty="0">
                <a:solidFill>
                  <a:srgbClr val="000099"/>
                </a:solidFill>
                <a:latin typeface="Tahoma" panose="020B0604030504040204" pitchFamily="34" charset="0"/>
              </a:rPr>
              <a:t> SELANGOR</a:t>
            </a:r>
            <a:endParaRPr lang="en-US" altLang="en-US" sz="1200" dirty="0">
              <a:solidFill>
                <a:schemeClr val="bg2"/>
              </a:solidFill>
              <a:latin typeface="Tahoma" panose="020B0604030504040204" pitchFamily="34" charset="0"/>
            </a:endParaRPr>
          </a:p>
          <a:p>
            <a:pPr algn="ctr"/>
            <a:endParaRPr lang="en-US" altLang="en-US" sz="800" dirty="0">
              <a:latin typeface="Times New Roman" panose="02020603050405020304" pitchFamily="18" charset="0"/>
            </a:endParaRPr>
          </a:p>
        </p:txBody>
      </p:sp>
      <p:sp>
        <p:nvSpPr>
          <p:cNvPr id="59" name="Text Box 21"/>
          <p:cNvSpPr txBox="1">
            <a:spLocks noChangeArrowheads="1"/>
          </p:cNvSpPr>
          <p:nvPr/>
        </p:nvSpPr>
        <p:spPr bwMode="auto">
          <a:xfrm>
            <a:off x="6276332" y="1648375"/>
            <a:ext cx="866775"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eaLnBrk="0" fontAlgn="base" hangingPunct="0">
              <a:spcBef>
                <a:spcPct val="0"/>
              </a:spcBef>
              <a:spcAft>
                <a:spcPct val="0"/>
              </a:spcAft>
              <a:defRPr>
                <a:solidFill>
                  <a:schemeClr val="tx1"/>
                </a:solidFill>
                <a:latin typeface="Franklin Gothic Book" panose="020B0503020102020204" pitchFamily="34" charset="0"/>
              </a:defRPr>
            </a:lvl9pPr>
          </a:lstStyle>
          <a:p>
            <a:r>
              <a:rPr lang="en-US" altLang="en-US" sz="1000" dirty="0">
                <a:solidFill>
                  <a:srgbClr val="FF3300"/>
                </a:solidFill>
                <a:latin typeface="Times New Roman" panose="02020603050405020304" pitchFamily="18" charset="0"/>
              </a:rPr>
              <a:t>RAHSIA</a:t>
            </a:r>
          </a:p>
        </p:txBody>
      </p:sp>
      <p:sp>
        <p:nvSpPr>
          <p:cNvPr id="60" name="Text Box 22"/>
          <p:cNvSpPr txBox="1">
            <a:spLocks noChangeArrowheads="1"/>
          </p:cNvSpPr>
          <p:nvPr/>
        </p:nvSpPr>
        <p:spPr bwMode="auto">
          <a:xfrm>
            <a:off x="9208566" y="3060832"/>
            <a:ext cx="677863"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eaLnBrk="0" fontAlgn="base" hangingPunct="0">
              <a:spcBef>
                <a:spcPct val="0"/>
              </a:spcBef>
              <a:spcAft>
                <a:spcPct val="0"/>
              </a:spcAft>
              <a:defRPr>
                <a:solidFill>
                  <a:schemeClr val="tx1"/>
                </a:solidFill>
                <a:latin typeface="Franklin Gothic Book" panose="020B0503020102020204" pitchFamily="34" charset="0"/>
              </a:defRPr>
            </a:lvl9pPr>
          </a:lstStyle>
          <a:p>
            <a:r>
              <a:rPr lang="en-US" altLang="en-US" sz="1000" dirty="0">
                <a:solidFill>
                  <a:srgbClr val="FF3300"/>
                </a:solidFill>
                <a:latin typeface="Times New Roman" panose="02020603050405020304" pitchFamily="18" charset="0"/>
              </a:rPr>
              <a:t>RAHSIA</a:t>
            </a:r>
          </a:p>
        </p:txBody>
      </p:sp>
      <p:sp>
        <p:nvSpPr>
          <p:cNvPr id="61" name="Text Box 23"/>
          <p:cNvSpPr txBox="1">
            <a:spLocks noChangeArrowheads="1"/>
          </p:cNvSpPr>
          <p:nvPr/>
        </p:nvSpPr>
        <p:spPr bwMode="auto">
          <a:xfrm>
            <a:off x="7003473" y="1572491"/>
            <a:ext cx="365760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eaLnBrk="0" fontAlgn="base" hangingPunct="0">
              <a:spcBef>
                <a:spcPct val="0"/>
              </a:spcBef>
              <a:spcAft>
                <a:spcPct val="0"/>
              </a:spcAft>
              <a:defRPr>
                <a:solidFill>
                  <a:schemeClr val="tx1"/>
                </a:solidFill>
                <a:latin typeface="Franklin Gothic Book" panose="020B0503020102020204" pitchFamily="34" charset="0"/>
              </a:defRPr>
            </a:lvl9pPr>
          </a:lstStyle>
          <a:p>
            <a:r>
              <a:rPr lang="en-US" altLang="en-US" sz="1000">
                <a:solidFill>
                  <a:srgbClr val="000099"/>
                </a:solidFill>
                <a:latin typeface="Times New Roman" panose="02020603050405020304" pitchFamily="18" charset="0"/>
              </a:rPr>
              <a:t>URUSAN SERI PADUKBAGINDA</a:t>
            </a:r>
            <a:endParaRPr lang="en-US" altLang="en-US" sz="1000">
              <a:solidFill>
                <a:schemeClr val="bg2"/>
              </a:solidFill>
              <a:latin typeface="Times New Roman" panose="02020603050405020304" pitchFamily="18" charset="0"/>
            </a:endParaRPr>
          </a:p>
        </p:txBody>
      </p:sp>
      <p:sp>
        <p:nvSpPr>
          <p:cNvPr id="62" name="Text Box 24"/>
          <p:cNvSpPr txBox="1">
            <a:spLocks noChangeArrowheads="1"/>
          </p:cNvSpPr>
          <p:nvPr/>
        </p:nvSpPr>
        <p:spPr bwMode="auto">
          <a:xfrm>
            <a:off x="6564529" y="1877922"/>
            <a:ext cx="1046163" cy="214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eaLnBrk="0" fontAlgn="base" hangingPunct="0">
              <a:spcBef>
                <a:spcPct val="0"/>
              </a:spcBef>
              <a:spcAft>
                <a:spcPct val="0"/>
              </a:spcAft>
              <a:defRPr>
                <a:solidFill>
                  <a:schemeClr val="tx1"/>
                </a:solidFill>
                <a:latin typeface="Franklin Gothic Book" panose="020B0503020102020204" pitchFamily="34" charset="0"/>
              </a:defRPr>
            </a:lvl9pPr>
          </a:lstStyle>
          <a:p>
            <a:r>
              <a:rPr lang="en-US" altLang="en-US" sz="800" dirty="0">
                <a:solidFill>
                  <a:srgbClr val="000099"/>
                </a:solidFill>
                <a:latin typeface="Times New Roman" panose="02020603050405020304" pitchFamily="18" charset="0"/>
              </a:rPr>
              <a:t>PKK SL 512/I2 (99)</a:t>
            </a:r>
          </a:p>
        </p:txBody>
      </p:sp>
      <p:graphicFrame>
        <p:nvGraphicFramePr>
          <p:cNvPr id="63" name="Object 27"/>
          <p:cNvGraphicFramePr>
            <a:graphicFrameLocks noChangeAspect="1"/>
          </p:cNvGraphicFramePr>
          <p:nvPr>
            <p:extLst>
              <p:ext uri="{D42A27DB-BD31-4B8C-83A1-F6EECF244321}">
                <p14:modId xmlns:p14="http://schemas.microsoft.com/office/powerpoint/2010/main" val="709476558"/>
              </p:ext>
            </p:extLst>
          </p:nvPr>
        </p:nvGraphicFramePr>
        <p:xfrm>
          <a:off x="9166498" y="1063433"/>
          <a:ext cx="762000" cy="625475"/>
        </p:xfrm>
        <a:graphic>
          <a:graphicData uri="http://schemas.openxmlformats.org/presentationml/2006/ole">
            <mc:AlternateContent xmlns:mc="http://schemas.openxmlformats.org/markup-compatibility/2006">
              <mc:Choice xmlns:v="urn:schemas-microsoft-com:vml" Requires="v">
                <p:oleObj spid="_x0000_s2868" name="Clip" r:id="rId7" imgW="3709988" imgH="2963863" progId="MS_ClipArt_Gallery.2">
                  <p:embed/>
                </p:oleObj>
              </mc:Choice>
              <mc:Fallback>
                <p:oleObj name="Clip" r:id="rId7" imgW="3709988" imgH="2963863" progId="MS_ClipArt_Gallery.2">
                  <p:embed/>
                  <p:pic>
                    <p:nvPicPr>
                      <p:cNvPr id="63" name="Object 2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166498" y="1063433"/>
                        <a:ext cx="762000" cy="625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 name="TextBox 28">
            <a:extLst>
              <a:ext uri="{FF2B5EF4-FFF2-40B4-BE49-F238E27FC236}">
                <a16:creationId xmlns="" xmlns:a16="http://schemas.microsoft.com/office/drawing/2014/main" id="{0DA96DD8-EF7C-4B83-94BC-3240C7B39821}"/>
              </a:ext>
            </a:extLst>
          </p:cNvPr>
          <p:cNvSpPr txBox="1"/>
          <p:nvPr/>
        </p:nvSpPr>
        <p:spPr>
          <a:xfrm>
            <a:off x="2044213" y="5977632"/>
            <a:ext cx="6106049" cy="400110"/>
          </a:xfrm>
          <a:prstGeom prst="rect">
            <a:avLst/>
          </a:prstGeom>
          <a:noFill/>
        </p:spPr>
        <p:txBody>
          <a:bodyPr wrap="square">
            <a:spAutoFit/>
          </a:bodyPr>
          <a:lstStyle/>
          <a:p>
            <a:pPr>
              <a:defRPr/>
            </a:pPr>
            <a:r>
              <a:rPr lang="en-US" sz="1000" spc="280" dirty="0"/>
              <a:t>PEJABAT KETUA PEGAWAI KESELAMATAN KERAJAAN MALAYSIA</a:t>
            </a:r>
          </a:p>
          <a:p>
            <a:pPr>
              <a:defRPr/>
            </a:pPr>
            <a:r>
              <a:rPr lang="en-US" sz="1000" spc="280" dirty="0"/>
              <a:t>JABATAN PERDANA MENTERI</a:t>
            </a:r>
          </a:p>
        </p:txBody>
      </p:sp>
      <p:pic>
        <p:nvPicPr>
          <p:cNvPr id="30" name="Picture 29">
            <a:extLst>
              <a:ext uri="{FF2B5EF4-FFF2-40B4-BE49-F238E27FC236}">
                <a16:creationId xmlns="" xmlns:a16="http://schemas.microsoft.com/office/drawing/2014/main" id="{58FE9FF0-7D9C-4065-B727-DFA25FFADE0A}"/>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903582" y="5842997"/>
            <a:ext cx="835393" cy="669380"/>
          </a:xfrm>
          <a:prstGeom prst="rect">
            <a:avLst/>
          </a:prstGeom>
        </p:spPr>
      </p:pic>
    </p:spTree>
    <p:extLst>
      <p:ext uri="{BB962C8B-B14F-4D97-AF65-F5344CB8AC3E}">
        <p14:creationId xmlns:p14="http://schemas.microsoft.com/office/powerpoint/2010/main" val="1027819150"/>
      </p:ext>
    </p:extLst>
  </p:cSld>
  <p:clrMapOvr>
    <a:masterClrMapping/>
  </p:clrMapOvr>
  <mc:AlternateContent xmlns:mc="http://schemas.openxmlformats.org/markup-compatibility/2006" xmlns:p14="http://schemas.microsoft.com/office/powerpoint/2010/main">
    <mc:Choice Requires="p14">
      <p:transition spd="slow" p14:dur="1600">
        <p14:prism dir="r" isContent="1" isInverted="1"/>
      </p:transition>
    </mc:Choice>
    <mc:Fallback xmlns="">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21"/>
        <p:cNvGrpSpPr/>
        <p:nvPr/>
      </p:nvGrpSpPr>
      <p:grpSpPr>
        <a:xfrm>
          <a:off x="0" y="0"/>
          <a:ext cx="0" cy="0"/>
          <a:chOff x="0" y="0"/>
          <a:chExt cx="0" cy="0"/>
        </a:xfrm>
      </p:grpSpPr>
      <p:sp>
        <p:nvSpPr>
          <p:cNvPr id="22" name="Google Shape;22;p7"/>
          <p:cNvSpPr/>
          <p:nvPr/>
        </p:nvSpPr>
        <p:spPr>
          <a:xfrm>
            <a:off x="2144486" y="4620871"/>
            <a:ext cx="6920938" cy="1033200"/>
          </a:xfrm>
          <a:custGeom>
            <a:avLst/>
            <a:gdLst/>
            <a:ahLst/>
            <a:cxnLst/>
            <a:rect l="l" t="t" r="r" b="b"/>
            <a:pathLst>
              <a:path w="3644361" h="858781" extrusionOk="0">
                <a:moveTo>
                  <a:pt x="0" y="0"/>
                </a:moveTo>
                <a:lnTo>
                  <a:pt x="3644361" y="0"/>
                </a:lnTo>
                <a:lnTo>
                  <a:pt x="3644361" y="858781"/>
                </a:lnTo>
                <a:lnTo>
                  <a:pt x="0" y="858781"/>
                </a:lnTo>
                <a:lnTo>
                  <a:pt x="412138" y="429391"/>
                </a:lnTo>
                <a:lnTo>
                  <a:pt x="0" y="0"/>
                </a:lnTo>
                <a:close/>
              </a:path>
            </a:pathLst>
          </a:custGeom>
          <a:solidFill>
            <a:schemeClr val="tx2">
              <a:lumMod val="50000"/>
              <a:lumOff val="50000"/>
            </a:schemeClr>
          </a:solidFill>
          <a:ln>
            <a:noFill/>
          </a:ln>
          <a:effectLst>
            <a:outerShdw blurRad="114300" dist="304800" dir="10800000" sx="85000" sy="85000" algn="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lt1"/>
              </a:solidFill>
              <a:latin typeface="Calibri"/>
              <a:ea typeface="Calibri"/>
              <a:cs typeface="Calibri"/>
              <a:sym typeface="Calibri"/>
            </a:endParaRPr>
          </a:p>
        </p:txBody>
      </p:sp>
      <p:sp>
        <p:nvSpPr>
          <p:cNvPr id="23" name="Google Shape;23;p7"/>
          <p:cNvSpPr/>
          <p:nvPr/>
        </p:nvSpPr>
        <p:spPr>
          <a:xfrm>
            <a:off x="714596" y="3349568"/>
            <a:ext cx="8534060" cy="1399984"/>
          </a:xfrm>
          <a:custGeom>
            <a:avLst/>
            <a:gdLst/>
            <a:ahLst/>
            <a:cxnLst/>
            <a:rect l="l" t="t" r="r" b="b"/>
            <a:pathLst>
              <a:path w="3644361" h="858781" extrusionOk="0">
                <a:moveTo>
                  <a:pt x="0" y="0"/>
                </a:moveTo>
                <a:lnTo>
                  <a:pt x="3644361" y="0"/>
                </a:lnTo>
                <a:lnTo>
                  <a:pt x="3644361" y="858781"/>
                </a:lnTo>
                <a:lnTo>
                  <a:pt x="0" y="858781"/>
                </a:lnTo>
                <a:lnTo>
                  <a:pt x="412138" y="429391"/>
                </a:lnTo>
                <a:lnTo>
                  <a:pt x="0" y="0"/>
                </a:lnTo>
                <a:close/>
              </a:path>
            </a:pathLst>
          </a:custGeom>
          <a:gradFill>
            <a:gsLst>
              <a:gs pos="0">
                <a:srgbClr val="54BCCF"/>
              </a:gs>
              <a:gs pos="35000">
                <a:srgbClr val="54BCCF"/>
              </a:gs>
              <a:gs pos="73000">
                <a:srgbClr val="3E8EA0"/>
              </a:gs>
              <a:gs pos="100000">
                <a:srgbClr val="327683"/>
              </a:gs>
            </a:gsLst>
            <a:lin ang="0" scaled="0"/>
          </a:gradFill>
          <a:ln>
            <a:noFill/>
          </a:ln>
          <a:effectLst>
            <a:outerShdw blurRad="114300" dist="304800" dir="10800000" sx="85000" sy="85000" algn="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4" name="Google Shape;24;p7"/>
          <p:cNvSpPr/>
          <p:nvPr/>
        </p:nvSpPr>
        <p:spPr>
          <a:xfrm>
            <a:off x="1886291" y="2318729"/>
            <a:ext cx="7653948" cy="1033200"/>
          </a:xfrm>
          <a:custGeom>
            <a:avLst/>
            <a:gdLst/>
            <a:ahLst/>
            <a:cxnLst/>
            <a:rect l="l" t="t" r="r" b="b"/>
            <a:pathLst>
              <a:path w="3644361" h="858781" extrusionOk="0">
                <a:moveTo>
                  <a:pt x="0" y="0"/>
                </a:moveTo>
                <a:lnTo>
                  <a:pt x="3644361" y="0"/>
                </a:lnTo>
                <a:lnTo>
                  <a:pt x="3644361" y="858781"/>
                </a:lnTo>
                <a:lnTo>
                  <a:pt x="0" y="858781"/>
                </a:lnTo>
                <a:lnTo>
                  <a:pt x="412138" y="429391"/>
                </a:lnTo>
                <a:lnTo>
                  <a:pt x="0" y="0"/>
                </a:lnTo>
                <a:close/>
              </a:path>
            </a:pathLst>
          </a:custGeom>
          <a:gradFill>
            <a:gsLst>
              <a:gs pos="0">
                <a:srgbClr val="D5D0C5"/>
              </a:gs>
              <a:gs pos="34000">
                <a:srgbClr val="D5D0C5"/>
              </a:gs>
              <a:gs pos="73000">
                <a:srgbClr val="ABA89D"/>
              </a:gs>
              <a:gs pos="100000">
                <a:srgbClr val="69675F"/>
              </a:gs>
            </a:gsLst>
            <a:lin ang="0" scaled="0"/>
          </a:gradFill>
          <a:ln>
            <a:noFill/>
          </a:ln>
          <a:effectLst>
            <a:outerShdw blurRad="114300" dist="304800" dir="10800000" sx="85000" sy="85000" algn="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5" name="Google Shape;25;p7"/>
          <p:cNvSpPr/>
          <p:nvPr/>
        </p:nvSpPr>
        <p:spPr>
          <a:xfrm>
            <a:off x="1977580" y="1049787"/>
            <a:ext cx="7729836" cy="1269370"/>
          </a:xfrm>
          <a:custGeom>
            <a:avLst/>
            <a:gdLst/>
            <a:ahLst/>
            <a:cxnLst/>
            <a:rect l="l" t="t" r="r" b="b"/>
            <a:pathLst>
              <a:path w="3644361" h="858781" extrusionOk="0">
                <a:moveTo>
                  <a:pt x="0" y="0"/>
                </a:moveTo>
                <a:lnTo>
                  <a:pt x="3644361" y="0"/>
                </a:lnTo>
                <a:lnTo>
                  <a:pt x="3644361" y="858781"/>
                </a:lnTo>
                <a:lnTo>
                  <a:pt x="0" y="858781"/>
                </a:lnTo>
                <a:lnTo>
                  <a:pt x="412138" y="429391"/>
                </a:lnTo>
                <a:lnTo>
                  <a:pt x="0" y="0"/>
                </a:lnTo>
                <a:close/>
              </a:path>
            </a:pathLst>
          </a:custGeom>
          <a:gradFill>
            <a:gsLst>
              <a:gs pos="0">
                <a:srgbClr val="FFC000"/>
              </a:gs>
              <a:gs pos="35000">
                <a:srgbClr val="FFC000"/>
              </a:gs>
              <a:gs pos="73000">
                <a:srgbClr val="E39D37"/>
              </a:gs>
              <a:gs pos="100000">
                <a:srgbClr val="CE702A"/>
              </a:gs>
            </a:gsLst>
            <a:lin ang="0" scaled="0"/>
          </a:gradFill>
          <a:ln>
            <a:noFill/>
          </a:ln>
          <a:effectLst>
            <a:outerShdw blurRad="114300" dist="304800" dir="10800000" sx="85000" sy="85000" algn="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7" name="Google Shape;27;p7"/>
          <p:cNvSpPr/>
          <p:nvPr/>
        </p:nvSpPr>
        <p:spPr>
          <a:xfrm>
            <a:off x="1616269" y="95397"/>
            <a:ext cx="8876590" cy="772907"/>
          </a:xfrm>
          <a:prstGeom prst="rect">
            <a:avLst/>
          </a:prstGeom>
          <a:noFill/>
          <a:ln>
            <a:noFill/>
          </a:ln>
        </p:spPr>
        <p:txBody>
          <a:bodyPr spcFirstLastPara="1" wrap="square" lIns="91425" tIns="45700" rIns="91425" bIns="45700" anchor="t" anchorCtr="0">
            <a:noAutofit/>
          </a:bodyPr>
          <a:lstStyle/>
          <a:p>
            <a:pPr lvl="0" algn="ctr"/>
            <a:r>
              <a:rPr lang="it-IT" sz="3200" b="1" dirty="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Prosedur penghantaran rahsia rasmi </a:t>
            </a:r>
            <a:endParaRPr sz="3200" b="1" dirty="0">
              <a:effectLst>
                <a:outerShdw blurRad="38100" dist="38100" dir="2700000" algn="tl">
                  <a:srgbClr val="000000">
                    <a:alpha val="43137"/>
                  </a:srgbClr>
                </a:outerShdw>
              </a:effectLst>
            </a:endParaRPr>
          </a:p>
        </p:txBody>
      </p:sp>
      <p:pic>
        <p:nvPicPr>
          <p:cNvPr id="28" name="Google Shape;28;p7"/>
          <p:cNvPicPr preferRelativeResize="0"/>
          <p:nvPr/>
        </p:nvPicPr>
        <p:blipFill rotWithShape="1">
          <a:blip r:embed="rId3">
            <a:alphaModFix/>
          </a:blip>
          <a:srcRect/>
          <a:stretch/>
        </p:blipFill>
        <p:spPr>
          <a:xfrm>
            <a:off x="1912175" y="4898396"/>
            <a:ext cx="464621" cy="553854"/>
          </a:xfrm>
          <a:prstGeom prst="rect">
            <a:avLst/>
          </a:prstGeom>
          <a:noFill/>
          <a:ln>
            <a:noFill/>
          </a:ln>
        </p:spPr>
      </p:pic>
      <p:sp>
        <p:nvSpPr>
          <p:cNvPr id="31" name="Google Shape;31;p7"/>
          <p:cNvSpPr txBox="1"/>
          <p:nvPr/>
        </p:nvSpPr>
        <p:spPr>
          <a:xfrm>
            <a:off x="2492829" y="1053432"/>
            <a:ext cx="7047409" cy="1187787"/>
          </a:xfrm>
          <a:prstGeom prst="rect">
            <a:avLst/>
          </a:prstGeom>
          <a:noFill/>
          <a:ln>
            <a:noFill/>
          </a:ln>
        </p:spPr>
        <p:txBody>
          <a:bodyPr spcFirstLastPara="1" wrap="square" lIns="91425" tIns="45700" rIns="91425" bIns="45700" anchor="t" anchorCtr="0">
            <a:noAutofit/>
          </a:bodyPr>
          <a:lstStyle/>
          <a:p>
            <a:pPr lvl="0" algn="just"/>
            <a:r>
              <a:rPr lang="ms-MY" sz="2000" dirty="0">
                <a:latin typeface="Tahoma" panose="020B0604030504040204" pitchFamily="34" charset="0"/>
                <a:ea typeface="Tahoma" panose="020B0604030504040204" pitchFamily="34" charset="0"/>
                <a:cs typeface="Tahoma" panose="020B0604030504040204" pitchFamily="34" charset="0"/>
              </a:rPr>
              <a:t>Penghantaran rahsia rasmi dalam sesebuah pejabat hendaklah dibuat menerusi fail terperingkat dan urusan ini hanya boleh dibuat antara pegawai awam yang dibenarkan akses sahaja. </a:t>
            </a:r>
          </a:p>
        </p:txBody>
      </p:sp>
      <p:pic>
        <p:nvPicPr>
          <p:cNvPr id="33" name="Google Shape;33;p7"/>
          <p:cNvPicPr preferRelativeResize="0"/>
          <p:nvPr/>
        </p:nvPicPr>
        <p:blipFill rotWithShape="1">
          <a:blip r:embed="rId4">
            <a:alphaModFix/>
          </a:blip>
          <a:srcRect/>
          <a:stretch/>
        </p:blipFill>
        <p:spPr>
          <a:xfrm>
            <a:off x="1421669" y="1354961"/>
            <a:ext cx="464621" cy="444989"/>
          </a:xfrm>
          <a:prstGeom prst="rect">
            <a:avLst/>
          </a:prstGeom>
          <a:noFill/>
          <a:ln>
            <a:noFill/>
          </a:ln>
        </p:spPr>
      </p:pic>
      <p:sp>
        <p:nvSpPr>
          <p:cNvPr id="47" name="Google Shape;47;p7"/>
          <p:cNvSpPr/>
          <p:nvPr/>
        </p:nvSpPr>
        <p:spPr>
          <a:xfrm>
            <a:off x="9713843" y="1280803"/>
            <a:ext cx="1331640" cy="1038295"/>
          </a:xfrm>
          <a:custGeom>
            <a:avLst/>
            <a:gdLst/>
            <a:ahLst/>
            <a:cxnLst/>
            <a:rect l="l" t="t" r="r" b="b"/>
            <a:pathLst>
              <a:path w="4972206" h="4406104" extrusionOk="0">
                <a:moveTo>
                  <a:pt x="4972206" y="2196228"/>
                </a:moveTo>
                <a:cubicBezTo>
                  <a:pt x="4972206" y="2445654"/>
                  <a:pt x="4550334" y="2647853"/>
                  <a:pt x="4029928" y="2647853"/>
                </a:cubicBezTo>
                <a:lnTo>
                  <a:pt x="3125921" y="2647852"/>
                </a:lnTo>
                <a:lnTo>
                  <a:pt x="2903813" y="3072732"/>
                </a:lnTo>
                <a:lnTo>
                  <a:pt x="2966780" y="3084461"/>
                </a:lnTo>
                <a:cubicBezTo>
                  <a:pt x="3038799" y="3112567"/>
                  <a:pt x="3089332" y="3178364"/>
                  <a:pt x="3089332" y="3255051"/>
                </a:cubicBezTo>
                <a:cubicBezTo>
                  <a:pt x="3089332" y="3357300"/>
                  <a:pt x="2999495" y="3440190"/>
                  <a:pt x="2888676" y="3440190"/>
                </a:cubicBezTo>
                <a:lnTo>
                  <a:pt x="2711723" y="3440190"/>
                </a:lnTo>
                <a:lnTo>
                  <a:pt x="2672279" y="3515643"/>
                </a:lnTo>
                <a:lnTo>
                  <a:pt x="2685145" y="3518040"/>
                </a:lnTo>
                <a:cubicBezTo>
                  <a:pt x="2757164" y="3546146"/>
                  <a:pt x="2807697" y="3611943"/>
                  <a:pt x="2807697" y="3688630"/>
                </a:cubicBezTo>
                <a:cubicBezTo>
                  <a:pt x="2807697" y="3790879"/>
                  <a:pt x="2717860" y="3873769"/>
                  <a:pt x="2607041" y="3873769"/>
                </a:cubicBezTo>
                <a:lnTo>
                  <a:pt x="2485067" y="3873768"/>
                </a:lnTo>
                <a:lnTo>
                  <a:pt x="2228256" y="4365034"/>
                </a:lnTo>
                <a:cubicBezTo>
                  <a:pt x="2097698" y="4427159"/>
                  <a:pt x="1885601" y="4413569"/>
                  <a:pt x="1819110" y="4359210"/>
                </a:cubicBezTo>
                <a:cubicBezTo>
                  <a:pt x="1753588" y="4402381"/>
                  <a:pt x="2005439" y="3595810"/>
                  <a:pt x="2128358" y="3134447"/>
                </a:cubicBezTo>
                <a:lnTo>
                  <a:pt x="2151078" y="3047176"/>
                </a:lnTo>
                <a:lnTo>
                  <a:pt x="2156931" y="3047176"/>
                </a:lnTo>
                <a:lnTo>
                  <a:pt x="2156931" y="2603536"/>
                </a:lnTo>
                <a:lnTo>
                  <a:pt x="1133254" y="2547147"/>
                </a:lnTo>
                <a:cubicBezTo>
                  <a:pt x="1059172" y="2539139"/>
                  <a:pt x="987168" y="2530698"/>
                  <a:pt x="917894" y="2521680"/>
                </a:cubicBezTo>
                <a:lnTo>
                  <a:pt x="880026" y="2516176"/>
                </a:lnTo>
                <a:lnTo>
                  <a:pt x="300504" y="3177316"/>
                </a:lnTo>
                <a:cubicBezTo>
                  <a:pt x="215765" y="3201363"/>
                  <a:pt x="43156" y="3236873"/>
                  <a:pt x="0" y="3128469"/>
                </a:cubicBezTo>
                <a:lnTo>
                  <a:pt x="238763" y="2440053"/>
                </a:lnTo>
                <a:lnTo>
                  <a:pt x="246556" y="2370460"/>
                </a:lnTo>
                <a:lnTo>
                  <a:pt x="207925" y="2351855"/>
                </a:lnTo>
                <a:cubicBezTo>
                  <a:pt x="129156" y="2309079"/>
                  <a:pt x="85777" y="2258664"/>
                  <a:pt x="87971" y="2198369"/>
                </a:cubicBezTo>
                <a:cubicBezTo>
                  <a:pt x="90165" y="2138074"/>
                  <a:pt x="135778" y="2087660"/>
                  <a:pt x="215544" y="2044706"/>
                </a:cubicBezTo>
                <a:lnTo>
                  <a:pt x="245938" y="2030122"/>
                </a:lnTo>
                <a:lnTo>
                  <a:pt x="238763" y="1966051"/>
                </a:lnTo>
                <a:lnTo>
                  <a:pt x="0" y="1277636"/>
                </a:lnTo>
                <a:cubicBezTo>
                  <a:pt x="43156" y="1169231"/>
                  <a:pt x="215765" y="1204741"/>
                  <a:pt x="300504" y="1228789"/>
                </a:cubicBezTo>
                <a:lnTo>
                  <a:pt x="870752" y="1879348"/>
                </a:lnTo>
                <a:lnTo>
                  <a:pt x="924230" y="1871157"/>
                </a:lnTo>
                <a:cubicBezTo>
                  <a:pt x="993311" y="1861582"/>
                  <a:pt x="1065189" y="1852504"/>
                  <a:pt x="1139271" y="1843767"/>
                </a:cubicBezTo>
                <a:lnTo>
                  <a:pt x="2156931" y="1793028"/>
                </a:lnTo>
                <a:lnTo>
                  <a:pt x="2156931" y="1358928"/>
                </a:lnTo>
                <a:lnTo>
                  <a:pt x="2151078" y="1358928"/>
                </a:lnTo>
                <a:lnTo>
                  <a:pt x="2128358" y="1271657"/>
                </a:lnTo>
                <a:cubicBezTo>
                  <a:pt x="2005440" y="810294"/>
                  <a:pt x="1753589" y="3723"/>
                  <a:pt x="1819111" y="46894"/>
                </a:cubicBezTo>
                <a:cubicBezTo>
                  <a:pt x="1885602" y="-7465"/>
                  <a:pt x="2097699" y="-21055"/>
                  <a:pt x="2228257" y="41070"/>
                </a:cubicBezTo>
                <a:lnTo>
                  <a:pt x="2485068" y="532336"/>
                </a:lnTo>
                <a:lnTo>
                  <a:pt x="2607042" y="532336"/>
                </a:lnTo>
                <a:cubicBezTo>
                  <a:pt x="2717861" y="532336"/>
                  <a:pt x="2807698" y="615226"/>
                  <a:pt x="2807698" y="717475"/>
                </a:cubicBezTo>
                <a:cubicBezTo>
                  <a:pt x="2807698" y="794162"/>
                  <a:pt x="2757165" y="859959"/>
                  <a:pt x="2685146" y="888065"/>
                </a:cubicBezTo>
                <a:lnTo>
                  <a:pt x="2672280" y="890462"/>
                </a:lnTo>
                <a:lnTo>
                  <a:pt x="2711724" y="965915"/>
                </a:lnTo>
                <a:lnTo>
                  <a:pt x="2888677" y="965915"/>
                </a:lnTo>
                <a:cubicBezTo>
                  <a:pt x="2999495" y="965915"/>
                  <a:pt x="3089332" y="1048805"/>
                  <a:pt x="3089332" y="1151054"/>
                </a:cubicBezTo>
                <a:cubicBezTo>
                  <a:pt x="3089332" y="1227741"/>
                  <a:pt x="3038799" y="1293538"/>
                  <a:pt x="2966780" y="1321644"/>
                </a:cubicBezTo>
                <a:lnTo>
                  <a:pt x="2903813" y="1333373"/>
                </a:lnTo>
                <a:lnTo>
                  <a:pt x="3118786" y="1744603"/>
                </a:lnTo>
                <a:lnTo>
                  <a:pt x="4029928" y="1744603"/>
                </a:lnTo>
                <a:cubicBezTo>
                  <a:pt x="4550334" y="1744603"/>
                  <a:pt x="4972206" y="1946802"/>
                  <a:pt x="4972206" y="2196228"/>
                </a:cubicBezTo>
                <a:close/>
              </a:path>
            </a:pathLst>
          </a:custGeom>
          <a:gradFill>
            <a:gsLst>
              <a:gs pos="0">
                <a:srgbClr val="E49836"/>
              </a:gs>
              <a:gs pos="28000">
                <a:srgbClr val="E49836"/>
              </a:gs>
              <a:gs pos="39000">
                <a:srgbClr val="B96D27"/>
              </a:gs>
              <a:gs pos="42000">
                <a:srgbClr val="E49836"/>
              </a:gs>
              <a:gs pos="50000">
                <a:srgbClr val="FFD966"/>
              </a:gs>
              <a:gs pos="58999">
                <a:srgbClr val="B96D27"/>
              </a:gs>
              <a:gs pos="63008">
                <a:srgbClr val="E49836"/>
              </a:gs>
              <a:gs pos="100000">
                <a:srgbClr val="E49836"/>
              </a:gs>
            </a:gsLst>
            <a:lin ang="5400000" scaled="0"/>
          </a:gradFill>
          <a:ln w="9525" cap="flat" cmpd="sng">
            <a:solidFill>
              <a:srgbClr val="B96D27"/>
            </a:solidFill>
            <a:prstDash val="solid"/>
            <a:miter lim="800000"/>
            <a:headEnd type="none" w="sm" len="sm"/>
            <a:tailEnd type="none" w="sm" len="sm"/>
          </a:ln>
          <a:effectLst>
            <a:outerShdw blurRad="139700" dist="508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8" name="Google Shape;48;p7"/>
          <p:cNvSpPr/>
          <p:nvPr/>
        </p:nvSpPr>
        <p:spPr>
          <a:xfrm>
            <a:off x="9546667" y="2294187"/>
            <a:ext cx="1171696" cy="1038295"/>
          </a:xfrm>
          <a:custGeom>
            <a:avLst/>
            <a:gdLst/>
            <a:ahLst/>
            <a:cxnLst/>
            <a:rect l="l" t="t" r="r" b="b"/>
            <a:pathLst>
              <a:path w="4972206" h="4406104" extrusionOk="0">
                <a:moveTo>
                  <a:pt x="4972206" y="2196228"/>
                </a:moveTo>
                <a:cubicBezTo>
                  <a:pt x="4972206" y="2445654"/>
                  <a:pt x="4550334" y="2647853"/>
                  <a:pt x="4029928" y="2647853"/>
                </a:cubicBezTo>
                <a:lnTo>
                  <a:pt x="3125921" y="2647852"/>
                </a:lnTo>
                <a:lnTo>
                  <a:pt x="2903813" y="3072732"/>
                </a:lnTo>
                <a:lnTo>
                  <a:pt x="2966780" y="3084461"/>
                </a:lnTo>
                <a:cubicBezTo>
                  <a:pt x="3038799" y="3112567"/>
                  <a:pt x="3089332" y="3178364"/>
                  <a:pt x="3089332" y="3255051"/>
                </a:cubicBezTo>
                <a:cubicBezTo>
                  <a:pt x="3089332" y="3357300"/>
                  <a:pt x="2999495" y="3440190"/>
                  <a:pt x="2888676" y="3440190"/>
                </a:cubicBezTo>
                <a:lnTo>
                  <a:pt x="2711723" y="3440190"/>
                </a:lnTo>
                <a:lnTo>
                  <a:pt x="2672279" y="3515643"/>
                </a:lnTo>
                <a:lnTo>
                  <a:pt x="2685145" y="3518040"/>
                </a:lnTo>
                <a:cubicBezTo>
                  <a:pt x="2757164" y="3546146"/>
                  <a:pt x="2807697" y="3611943"/>
                  <a:pt x="2807697" y="3688630"/>
                </a:cubicBezTo>
                <a:cubicBezTo>
                  <a:pt x="2807697" y="3790879"/>
                  <a:pt x="2717860" y="3873769"/>
                  <a:pt x="2607041" y="3873769"/>
                </a:cubicBezTo>
                <a:lnTo>
                  <a:pt x="2485067" y="3873768"/>
                </a:lnTo>
                <a:lnTo>
                  <a:pt x="2228256" y="4365034"/>
                </a:lnTo>
                <a:cubicBezTo>
                  <a:pt x="2097698" y="4427159"/>
                  <a:pt x="1885601" y="4413569"/>
                  <a:pt x="1819110" y="4359210"/>
                </a:cubicBezTo>
                <a:cubicBezTo>
                  <a:pt x="1753588" y="4402381"/>
                  <a:pt x="2005439" y="3595810"/>
                  <a:pt x="2128358" y="3134447"/>
                </a:cubicBezTo>
                <a:lnTo>
                  <a:pt x="2151078" y="3047176"/>
                </a:lnTo>
                <a:lnTo>
                  <a:pt x="2156931" y="3047176"/>
                </a:lnTo>
                <a:lnTo>
                  <a:pt x="2156931" y="2603536"/>
                </a:lnTo>
                <a:lnTo>
                  <a:pt x="1133254" y="2547147"/>
                </a:lnTo>
                <a:cubicBezTo>
                  <a:pt x="1059172" y="2539139"/>
                  <a:pt x="987168" y="2530698"/>
                  <a:pt x="917894" y="2521680"/>
                </a:cubicBezTo>
                <a:lnTo>
                  <a:pt x="880026" y="2516176"/>
                </a:lnTo>
                <a:lnTo>
                  <a:pt x="300504" y="3177316"/>
                </a:lnTo>
                <a:cubicBezTo>
                  <a:pt x="215765" y="3201363"/>
                  <a:pt x="43156" y="3236873"/>
                  <a:pt x="0" y="3128469"/>
                </a:cubicBezTo>
                <a:lnTo>
                  <a:pt x="238763" y="2440053"/>
                </a:lnTo>
                <a:lnTo>
                  <a:pt x="246556" y="2370460"/>
                </a:lnTo>
                <a:lnTo>
                  <a:pt x="207925" y="2351855"/>
                </a:lnTo>
                <a:cubicBezTo>
                  <a:pt x="129156" y="2309079"/>
                  <a:pt x="85777" y="2258664"/>
                  <a:pt x="87971" y="2198369"/>
                </a:cubicBezTo>
                <a:cubicBezTo>
                  <a:pt x="90165" y="2138074"/>
                  <a:pt x="135778" y="2087660"/>
                  <a:pt x="215544" y="2044706"/>
                </a:cubicBezTo>
                <a:lnTo>
                  <a:pt x="245938" y="2030122"/>
                </a:lnTo>
                <a:lnTo>
                  <a:pt x="238763" y="1966051"/>
                </a:lnTo>
                <a:lnTo>
                  <a:pt x="0" y="1277636"/>
                </a:lnTo>
                <a:cubicBezTo>
                  <a:pt x="43156" y="1169231"/>
                  <a:pt x="215765" y="1204741"/>
                  <a:pt x="300504" y="1228789"/>
                </a:cubicBezTo>
                <a:lnTo>
                  <a:pt x="870752" y="1879348"/>
                </a:lnTo>
                <a:lnTo>
                  <a:pt x="924230" y="1871157"/>
                </a:lnTo>
                <a:cubicBezTo>
                  <a:pt x="993311" y="1861582"/>
                  <a:pt x="1065189" y="1852504"/>
                  <a:pt x="1139271" y="1843767"/>
                </a:cubicBezTo>
                <a:lnTo>
                  <a:pt x="2156931" y="1793028"/>
                </a:lnTo>
                <a:lnTo>
                  <a:pt x="2156931" y="1358928"/>
                </a:lnTo>
                <a:lnTo>
                  <a:pt x="2151078" y="1358928"/>
                </a:lnTo>
                <a:lnTo>
                  <a:pt x="2128358" y="1271657"/>
                </a:lnTo>
                <a:cubicBezTo>
                  <a:pt x="2005440" y="810294"/>
                  <a:pt x="1753589" y="3723"/>
                  <a:pt x="1819111" y="46894"/>
                </a:cubicBezTo>
                <a:cubicBezTo>
                  <a:pt x="1885602" y="-7465"/>
                  <a:pt x="2097699" y="-21055"/>
                  <a:pt x="2228257" y="41070"/>
                </a:cubicBezTo>
                <a:lnTo>
                  <a:pt x="2485068" y="532336"/>
                </a:lnTo>
                <a:lnTo>
                  <a:pt x="2607042" y="532336"/>
                </a:lnTo>
                <a:cubicBezTo>
                  <a:pt x="2717861" y="532336"/>
                  <a:pt x="2807698" y="615226"/>
                  <a:pt x="2807698" y="717475"/>
                </a:cubicBezTo>
                <a:cubicBezTo>
                  <a:pt x="2807698" y="794162"/>
                  <a:pt x="2757165" y="859959"/>
                  <a:pt x="2685146" y="888065"/>
                </a:cubicBezTo>
                <a:lnTo>
                  <a:pt x="2672280" y="890462"/>
                </a:lnTo>
                <a:lnTo>
                  <a:pt x="2711724" y="965915"/>
                </a:lnTo>
                <a:lnTo>
                  <a:pt x="2888677" y="965915"/>
                </a:lnTo>
                <a:cubicBezTo>
                  <a:pt x="2999495" y="965915"/>
                  <a:pt x="3089332" y="1048805"/>
                  <a:pt x="3089332" y="1151054"/>
                </a:cubicBezTo>
                <a:cubicBezTo>
                  <a:pt x="3089332" y="1227741"/>
                  <a:pt x="3038799" y="1293538"/>
                  <a:pt x="2966780" y="1321644"/>
                </a:cubicBezTo>
                <a:lnTo>
                  <a:pt x="2903813" y="1333373"/>
                </a:lnTo>
                <a:lnTo>
                  <a:pt x="3118786" y="1744603"/>
                </a:lnTo>
                <a:lnTo>
                  <a:pt x="4029928" y="1744603"/>
                </a:lnTo>
                <a:cubicBezTo>
                  <a:pt x="4550334" y="1744603"/>
                  <a:pt x="4972206" y="1946802"/>
                  <a:pt x="4972206" y="2196228"/>
                </a:cubicBezTo>
                <a:close/>
              </a:path>
            </a:pathLst>
          </a:custGeom>
          <a:gradFill>
            <a:gsLst>
              <a:gs pos="0">
                <a:srgbClr val="A5A5A5"/>
              </a:gs>
              <a:gs pos="28000">
                <a:srgbClr val="A5A5A5"/>
              </a:gs>
              <a:gs pos="38000">
                <a:srgbClr val="7F7F7F"/>
              </a:gs>
              <a:gs pos="42000">
                <a:srgbClr val="A5A5A5"/>
              </a:gs>
              <a:gs pos="50000">
                <a:schemeClr val="lt2"/>
              </a:gs>
              <a:gs pos="58999">
                <a:srgbClr val="7F7F7F"/>
              </a:gs>
              <a:gs pos="63008">
                <a:srgbClr val="A5A5A5"/>
              </a:gs>
              <a:gs pos="100000">
                <a:srgbClr val="A5A5A5"/>
              </a:gs>
            </a:gsLst>
            <a:lin ang="5400000" scaled="0"/>
          </a:gradFill>
          <a:ln w="9525" cap="flat" cmpd="sng">
            <a:solidFill>
              <a:srgbClr val="595959"/>
            </a:solidFill>
            <a:prstDash val="solid"/>
            <a:miter lim="800000"/>
            <a:headEnd type="none" w="sm" len="sm"/>
            <a:tailEnd type="none" w="sm" len="sm"/>
          </a:ln>
          <a:effectLst>
            <a:outerShdw blurRad="139700" dist="508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9" name="Google Shape;49;p7"/>
          <p:cNvSpPr/>
          <p:nvPr/>
        </p:nvSpPr>
        <p:spPr>
          <a:xfrm>
            <a:off x="9248655" y="3348118"/>
            <a:ext cx="1171696" cy="1038295"/>
          </a:xfrm>
          <a:custGeom>
            <a:avLst/>
            <a:gdLst/>
            <a:ahLst/>
            <a:cxnLst/>
            <a:rect l="l" t="t" r="r" b="b"/>
            <a:pathLst>
              <a:path w="4972206" h="4406104" extrusionOk="0">
                <a:moveTo>
                  <a:pt x="4972206" y="2196228"/>
                </a:moveTo>
                <a:cubicBezTo>
                  <a:pt x="4972206" y="2445654"/>
                  <a:pt x="4550334" y="2647853"/>
                  <a:pt x="4029928" y="2647853"/>
                </a:cubicBezTo>
                <a:lnTo>
                  <a:pt x="3125921" y="2647852"/>
                </a:lnTo>
                <a:lnTo>
                  <a:pt x="2903813" y="3072732"/>
                </a:lnTo>
                <a:lnTo>
                  <a:pt x="2966780" y="3084461"/>
                </a:lnTo>
                <a:cubicBezTo>
                  <a:pt x="3038799" y="3112567"/>
                  <a:pt x="3089332" y="3178364"/>
                  <a:pt x="3089332" y="3255051"/>
                </a:cubicBezTo>
                <a:cubicBezTo>
                  <a:pt x="3089332" y="3357300"/>
                  <a:pt x="2999495" y="3440190"/>
                  <a:pt x="2888676" y="3440190"/>
                </a:cubicBezTo>
                <a:lnTo>
                  <a:pt x="2711723" y="3440190"/>
                </a:lnTo>
                <a:lnTo>
                  <a:pt x="2672279" y="3515643"/>
                </a:lnTo>
                <a:lnTo>
                  <a:pt x="2685145" y="3518040"/>
                </a:lnTo>
                <a:cubicBezTo>
                  <a:pt x="2757164" y="3546146"/>
                  <a:pt x="2807697" y="3611943"/>
                  <a:pt x="2807697" y="3688630"/>
                </a:cubicBezTo>
                <a:cubicBezTo>
                  <a:pt x="2807697" y="3790879"/>
                  <a:pt x="2717860" y="3873769"/>
                  <a:pt x="2607041" y="3873769"/>
                </a:cubicBezTo>
                <a:lnTo>
                  <a:pt x="2485067" y="3873768"/>
                </a:lnTo>
                <a:lnTo>
                  <a:pt x="2228256" y="4365034"/>
                </a:lnTo>
                <a:cubicBezTo>
                  <a:pt x="2097698" y="4427159"/>
                  <a:pt x="1885601" y="4413569"/>
                  <a:pt x="1819110" y="4359210"/>
                </a:cubicBezTo>
                <a:cubicBezTo>
                  <a:pt x="1753588" y="4402381"/>
                  <a:pt x="2005439" y="3595810"/>
                  <a:pt x="2128358" y="3134447"/>
                </a:cubicBezTo>
                <a:lnTo>
                  <a:pt x="2151078" y="3047176"/>
                </a:lnTo>
                <a:lnTo>
                  <a:pt x="2156931" y="3047176"/>
                </a:lnTo>
                <a:lnTo>
                  <a:pt x="2156931" y="2603536"/>
                </a:lnTo>
                <a:lnTo>
                  <a:pt x="1133254" y="2547147"/>
                </a:lnTo>
                <a:cubicBezTo>
                  <a:pt x="1059172" y="2539139"/>
                  <a:pt x="987168" y="2530698"/>
                  <a:pt x="917894" y="2521680"/>
                </a:cubicBezTo>
                <a:lnTo>
                  <a:pt x="880026" y="2516176"/>
                </a:lnTo>
                <a:lnTo>
                  <a:pt x="300504" y="3177316"/>
                </a:lnTo>
                <a:cubicBezTo>
                  <a:pt x="215765" y="3201363"/>
                  <a:pt x="43156" y="3236873"/>
                  <a:pt x="0" y="3128469"/>
                </a:cubicBezTo>
                <a:lnTo>
                  <a:pt x="238763" y="2440053"/>
                </a:lnTo>
                <a:lnTo>
                  <a:pt x="246556" y="2370460"/>
                </a:lnTo>
                <a:lnTo>
                  <a:pt x="207925" y="2351855"/>
                </a:lnTo>
                <a:cubicBezTo>
                  <a:pt x="129156" y="2309079"/>
                  <a:pt x="85777" y="2258664"/>
                  <a:pt x="87971" y="2198369"/>
                </a:cubicBezTo>
                <a:cubicBezTo>
                  <a:pt x="90165" y="2138074"/>
                  <a:pt x="135778" y="2087660"/>
                  <a:pt x="215544" y="2044706"/>
                </a:cubicBezTo>
                <a:lnTo>
                  <a:pt x="245938" y="2030122"/>
                </a:lnTo>
                <a:lnTo>
                  <a:pt x="238763" y="1966051"/>
                </a:lnTo>
                <a:lnTo>
                  <a:pt x="0" y="1277636"/>
                </a:lnTo>
                <a:cubicBezTo>
                  <a:pt x="43156" y="1169231"/>
                  <a:pt x="215765" y="1204741"/>
                  <a:pt x="300504" y="1228789"/>
                </a:cubicBezTo>
                <a:lnTo>
                  <a:pt x="870752" y="1879348"/>
                </a:lnTo>
                <a:lnTo>
                  <a:pt x="924230" y="1871157"/>
                </a:lnTo>
                <a:cubicBezTo>
                  <a:pt x="993311" y="1861582"/>
                  <a:pt x="1065189" y="1852504"/>
                  <a:pt x="1139271" y="1843767"/>
                </a:cubicBezTo>
                <a:lnTo>
                  <a:pt x="2156931" y="1793028"/>
                </a:lnTo>
                <a:lnTo>
                  <a:pt x="2156931" y="1358928"/>
                </a:lnTo>
                <a:lnTo>
                  <a:pt x="2151078" y="1358928"/>
                </a:lnTo>
                <a:lnTo>
                  <a:pt x="2128358" y="1271657"/>
                </a:lnTo>
                <a:cubicBezTo>
                  <a:pt x="2005440" y="810294"/>
                  <a:pt x="1753589" y="3723"/>
                  <a:pt x="1819111" y="46894"/>
                </a:cubicBezTo>
                <a:cubicBezTo>
                  <a:pt x="1885602" y="-7465"/>
                  <a:pt x="2097699" y="-21055"/>
                  <a:pt x="2228257" y="41070"/>
                </a:cubicBezTo>
                <a:lnTo>
                  <a:pt x="2485068" y="532336"/>
                </a:lnTo>
                <a:lnTo>
                  <a:pt x="2607042" y="532336"/>
                </a:lnTo>
                <a:cubicBezTo>
                  <a:pt x="2717861" y="532336"/>
                  <a:pt x="2807698" y="615226"/>
                  <a:pt x="2807698" y="717475"/>
                </a:cubicBezTo>
                <a:cubicBezTo>
                  <a:pt x="2807698" y="794162"/>
                  <a:pt x="2757165" y="859959"/>
                  <a:pt x="2685146" y="888065"/>
                </a:cubicBezTo>
                <a:lnTo>
                  <a:pt x="2672280" y="890462"/>
                </a:lnTo>
                <a:lnTo>
                  <a:pt x="2711724" y="965915"/>
                </a:lnTo>
                <a:lnTo>
                  <a:pt x="2888677" y="965915"/>
                </a:lnTo>
                <a:cubicBezTo>
                  <a:pt x="2999495" y="965915"/>
                  <a:pt x="3089332" y="1048805"/>
                  <a:pt x="3089332" y="1151054"/>
                </a:cubicBezTo>
                <a:cubicBezTo>
                  <a:pt x="3089332" y="1227741"/>
                  <a:pt x="3038799" y="1293538"/>
                  <a:pt x="2966780" y="1321644"/>
                </a:cubicBezTo>
                <a:lnTo>
                  <a:pt x="2903813" y="1333373"/>
                </a:lnTo>
                <a:lnTo>
                  <a:pt x="3118786" y="1744603"/>
                </a:lnTo>
                <a:lnTo>
                  <a:pt x="4029928" y="1744603"/>
                </a:lnTo>
                <a:cubicBezTo>
                  <a:pt x="4550334" y="1744603"/>
                  <a:pt x="4972206" y="1946802"/>
                  <a:pt x="4972206" y="2196228"/>
                </a:cubicBezTo>
                <a:close/>
              </a:path>
            </a:pathLst>
          </a:custGeom>
          <a:gradFill>
            <a:gsLst>
              <a:gs pos="0">
                <a:srgbClr val="3E8EA0"/>
              </a:gs>
              <a:gs pos="28000">
                <a:srgbClr val="3E8EA0"/>
              </a:gs>
              <a:gs pos="38000">
                <a:srgbClr val="327683"/>
              </a:gs>
              <a:gs pos="41000">
                <a:srgbClr val="3E8EA0"/>
              </a:gs>
              <a:gs pos="50000">
                <a:srgbClr val="54BCCF"/>
              </a:gs>
              <a:gs pos="58999">
                <a:srgbClr val="327683"/>
              </a:gs>
              <a:gs pos="62000">
                <a:srgbClr val="3E8EA0"/>
              </a:gs>
              <a:gs pos="100000">
                <a:srgbClr val="3E8EA0"/>
              </a:gs>
            </a:gsLst>
            <a:lin ang="5400000" scaled="0"/>
          </a:gradFill>
          <a:ln w="9525" cap="flat" cmpd="sng">
            <a:solidFill>
              <a:srgbClr val="327683"/>
            </a:solidFill>
            <a:prstDash val="solid"/>
            <a:miter lim="800000"/>
            <a:headEnd type="none" w="sm" len="sm"/>
            <a:tailEnd type="none" w="sm" len="sm"/>
          </a:ln>
          <a:effectLst>
            <a:outerShdw blurRad="139700" dist="508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0" name="Google Shape;50;p7"/>
          <p:cNvSpPr/>
          <p:nvPr/>
        </p:nvSpPr>
        <p:spPr>
          <a:xfrm>
            <a:off x="9065424" y="4402049"/>
            <a:ext cx="1171696" cy="1038295"/>
          </a:xfrm>
          <a:custGeom>
            <a:avLst/>
            <a:gdLst/>
            <a:ahLst/>
            <a:cxnLst/>
            <a:rect l="l" t="t" r="r" b="b"/>
            <a:pathLst>
              <a:path w="4972206" h="4406104" extrusionOk="0">
                <a:moveTo>
                  <a:pt x="4972206" y="2196228"/>
                </a:moveTo>
                <a:cubicBezTo>
                  <a:pt x="4972206" y="2445654"/>
                  <a:pt x="4550334" y="2647853"/>
                  <a:pt x="4029928" y="2647853"/>
                </a:cubicBezTo>
                <a:lnTo>
                  <a:pt x="3125921" y="2647852"/>
                </a:lnTo>
                <a:lnTo>
                  <a:pt x="2903813" y="3072732"/>
                </a:lnTo>
                <a:lnTo>
                  <a:pt x="2966780" y="3084461"/>
                </a:lnTo>
                <a:cubicBezTo>
                  <a:pt x="3038799" y="3112567"/>
                  <a:pt x="3089332" y="3178364"/>
                  <a:pt x="3089332" y="3255051"/>
                </a:cubicBezTo>
                <a:cubicBezTo>
                  <a:pt x="3089332" y="3357300"/>
                  <a:pt x="2999495" y="3440190"/>
                  <a:pt x="2888676" y="3440190"/>
                </a:cubicBezTo>
                <a:lnTo>
                  <a:pt x="2711723" y="3440190"/>
                </a:lnTo>
                <a:lnTo>
                  <a:pt x="2672279" y="3515643"/>
                </a:lnTo>
                <a:lnTo>
                  <a:pt x="2685145" y="3518040"/>
                </a:lnTo>
                <a:cubicBezTo>
                  <a:pt x="2757164" y="3546146"/>
                  <a:pt x="2807697" y="3611943"/>
                  <a:pt x="2807697" y="3688630"/>
                </a:cubicBezTo>
                <a:cubicBezTo>
                  <a:pt x="2807697" y="3790879"/>
                  <a:pt x="2717860" y="3873769"/>
                  <a:pt x="2607041" y="3873769"/>
                </a:cubicBezTo>
                <a:lnTo>
                  <a:pt x="2485067" y="3873768"/>
                </a:lnTo>
                <a:lnTo>
                  <a:pt x="2228256" y="4365034"/>
                </a:lnTo>
                <a:cubicBezTo>
                  <a:pt x="2097698" y="4427159"/>
                  <a:pt x="1885601" y="4413569"/>
                  <a:pt x="1819110" y="4359210"/>
                </a:cubicBezTo>
                <a:cubicBezTo>
                  <a:pt x="1753588" y="4402381"/>
                  <a:pt x="2005439" y="3595810"/>
                  <a:pt x="2128358" y="3134447"/>
                </a:cubicBezTo>
                <a:lnTo>
                  <a:pt x="2151078" y="3047176"/>
                </a:lnTo>
                <a:lnTo>
                  <a:pt x="2156931" y="3047176"/>
                </a:lnTo>
                <a:lnTo>
                  <a:pt x="2156931" y="2603536"/>
                </a:lnTo>
                <a:lnTo>
                  <a:pt x="1133254" y="2547147"/>
                </a:lnTo>
                <a:cubicBezTo>
                  <a:pt x="1059172" y="2539139"/>
                  <a:pt x="987168" y="2530698"/>
                  <a:pt x="917894" y="2521680"/>
                </a:cubicBezTo>
                <a:lnTo>
                  <a:pt x="880026" y="2516176"/>
                </a:lnTo>
                <a:lnTo>
                  <a:pt x="300504" y="3177316"/>
                </a:lnTo>
                <a:cubicBezTo>
                  <a:pt x="215765" y="3201363"/>
                  <a:pt x="43156" y="3236873"/>
                  <a:pt x="0" y="3128469"/>
                </a:cubicBezTo>
                <a:lnTo>
                  <a:pt x="238763" y="2440053"/>
                </a:lnTo>
                <a:lnTo>
                  <a:pt x="246556" y="2370460"/>
                </a:lnTo>
                <a:lnTo>
                  <a:pt x="207925" y="2351855"/>
                </a:lnTo>
                <a:cubicBezTo>
                  <a:pt x="129156" y="2309079"/>
                  <a:pt x="85777" y="2258664"/>
                  <a:pt x="87971" y="2198369"/>
                </a:cubicBezTo>
                <a:cubicBezTo>
                  <a:pt x="90165" y="2138074"/>
                  <a:pt x="135778" y="2087660"/>
                  <a:pt x="215544" y="2044706"/>
                </a:cubicBezTo>
                <a:lnTo>
                  <a:pt x="245938" y="2030122"/>
                </a:lnTo>
                <a:lnTo>
                  <a:pt x="238763" y="1966051"/>
                </a:lnTo>
                <a:lnTo>
                  <a:pt x="0" y="1277636"/>
                </a:lnTo>
                <a:cubicBezTo>
                  <a:pt x="43156" y="1169231"/>
                  <a:pt x="215765" y="1204741"/>
                  <a:pt x="300504" y="1228789"/>
                </a:cubicBezTo>
                <a:lnTo>
                  <a:pt x="870752" y="1879348"/>
                </a:lnTo>
                <a:lnTo>
                  <a:pt x="924230" y="1871157"/>
                </a:lnTo>
                <a:cubicBezTo>
                  <a:pt x="993311" y="1861582"/>
                  <a:pt x="1065189" y="1852504"/>
                  <a:pt x="1139271" y="1843767"/>
                </a:cubicBezTo>
                <a:lnTo>
                  <a:pt x="2156931" y="1793028"/>
                </a:lnTo>
                <a:lnTo>
                  <a:pt x="2156931" y="1358928"/>
                </a:lnTo>
                <a:lnTo>
                  <a:pt x="2151078" y="1358928"/>
                </a:lnTo>
                <a:lnTo>
                  <a:pt x="2128358" y="1271657"/>
                </a:lnTo>
                <a:cubicBezTo>
                  <a:pt x="2005440" y="810294"/>
                  <a:pt x="1753589" y="3723"/>
                  <a:pt x="1819111" y="46894"/>
                </a:cubicBezTo>
                <a:cubicBezTo>
                  <a:pt x="1885602" y="-7465"/>
                  <a:pt x="2097699" y="-21055"/>
                  <a:pt x="2228257" y="41070"/>
                </a:cubicBezTo>
                <a:lnTo>
                  <a:pt x="2485068" y="532336"/>
                </a:lnTo>
                <a:lnTo>
                  <a:pt x="2607042" y="532336"/>
                </a:lnTo>
                <a:cubicBezTo>
                  <a:pt x="2717861" y="532336"/>
                  <a:pt x="2807698" y="615226"/>
                  <a:pt x="2807698" y="717475"/>
                </a:cubicBezTo>
                <a:cubicBezTo>
                  <a:pt x="2807698" y="794162"/>
                  <a:pt x="2757165" y="859959"/>
                  <a:pt x="2685146" y="888065"/>
                </a:cubicBezTo>
                <a:lnTo>
                  <a:pt x="2672280" y="890462"/>
                </a:lnTo>
                <a:lnTo>
                  <a:pt x="2711724" y="965915"/>
                </a:lnTo>
                <a:lnTo>
                  <a:pt x="2888677" y="965915"/>
                </a:lnTo>
                <a:cubicBezTo>
                  <a:pt x="2999495" y="965915"/>
                  <a:pt x="3089332" y="1048805"/>
                  <a:pt x="3089332" y="1151054"/>
                </a:cubicBezTo>
                <a:cubicBezTo>
                  <a:pt x="3089332" y="1227741"/>
                  <a:pt x="3038799" y="1293538"/>
                  <a:pt x="2966780" y="1321644"/>
                </a:cubicBezTo>
                <a:lnTo>
                  <a:pt x="2903813" y="1333373"/>
                </a:lnTo>
                <a:lnTo>
                  <a:pt x="3118786" y="1744603"/>
                </a:lnTo>
                <a:lnTo>
                  <a:pt x="4029928" y="1744603"/>
                </a:lnTo>
                <a:cubicBezTo>
                  <a:pt x="4550334" y="1744603"/>
                  <a:pt x="4972206" y="1946802"/>
                  <a:pt x="4972206" y="2196228"/>
                </a:cubicBezTo>
                <a:close/>
              </a:path>
            </a:pathLst>
          </a:custGeom>
          <a:gradFill>
            <a:gsLst>
              <a:gs pos="0">
                <a:srgbClr val="505F63"/>
              </a:gs>
              <a:gs pos="28000">
                <a:srgbClr val="505F63"/>
              </a:gs>
              <a:gs pos="39000">
                <a:srgbClr val="374245"/>
              </a:gs>
              <a:gs pos="42000">
                <a:srgbClr val="505F63"/>
              </a:gs>
              <a:gs pos="50000">
                <a:srgbClr val="AEABAB"/>
              </a:gs>
              <a:gs pos="58999">
                <a:srgbClr val="374245"/>
              </a:gs>
              <a:gs pos="63008">
                <a:srgbClr val="505F63"/>
              </a:gs>
              <a:gs pos="100000">
                <a:srgbClr val="505F63"/>
              </a:gs>
            </a:gsLst>
            <a:lin ang="5400000" scaled="0"/>
          </a:gradFill>
          <a:ln w="9525" cap="flat" cmpd="sng">
            <a:solidFill>
              <a:srgbClr val="374245"/>
            </a:solidFill>
            <a:prstDash val="solid"/>
            <a:miter lim="800000"/>
            <a:headEnd type="none" w="sm" len="sm"/>
            <a:tailEnd type="none" w="sm" len="sm"/>
          </a:ln>
          <a:effectLst>
            <a:outerShdw blurRad="139700" dist="508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51" name="Picture 50">
            <a:extLst>
              <a:ext uri="{FF2B5EF4-FFF2-40B4-BE49-F238E27FC236}">
                <a16:creationId xmlns="" xmlns:a16="http://schemas.microsoft.com/office/drawing/2014/main" id="{35F3B9AD-1420-48FC-9267-C2C0C3E13FF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39756" y="5977632"/>
            <a:ext cx="835393" cy="669380"/>
          </a:xfrm>
          <a:prstGeom prst="rect">
            <a:avLst/>
          </a:prstGeom>
        </p:spPr>
      </p:pic>
      <p:sp>
        <p:nvSpPr>
          <p:cNvPr id="52" name="TextBox 51">
            <a:extLst>
              <a:ext uri="{FF2B5EF4-FFF2-40B4-BE49-F238E27FC236}">
                <a16:creationId xmlns="" xmlns:a16="http://schemas.microsoft.com/office/drawing/2014/main" id="{7F8E0DC6-3481-4257-AADB-D93129F7F586}"/>
              </a:ext>
            </a:extLst>
          </p:cNvPr>
          <p:cNvSpPr txBox="1"/>
          <p:nvPr/>
        </p:nvSpPr>
        <p:spPr>
          <a:xfrm>
            <a:off x="1977579" y="6135996"/>
            <a:ext cx="6009099" cy="400110"/>
          </a:xfrm>
          <a:prstGeom prst="rect">
            <a:avLst/>
          </a:prstGeom>
          <a:noFill/>
        </p:spPr>
        <p:txBody>
          <a:bodyPr wrap="square">
            <a:spAutoFit/>
          </a:bodyPr>
          <a:lstStyle/>
          <a:p>
            <a:pPr>
              <a:defRPr/>
            </a:pPr>
            <a:r>
              <a:rPr lang="en-US" sz="1000" spc="280" dirty="0"/>
              <a:t>PEJABAT KETUA PEGAWAI KESELAMATAN KERAJAAN MALAYSIA</a:t>
            </a:r>
          </a:p>
          <a:p>
            <a:pPr>
              <a:defRPr/>
            </a:pPr>
            <a:r>
              <a:rPr lang="en-US" sz="1000" spc="280" dirty="0"/>
              <a:t>JABATAN PERDANA MENTERI</a:t>
            </a:r>
          </a:p>
        </p:txBody>
      </p:sp>
      <p:sp>
        <p:nvSpPr>
          <p:cNvPr id="16" name="Google Shape;31;p7"/>
          <p:cNvSpPr txBox="1"/>
          <p:nvPr/>
        </p:nvSpPr>
        <p:spPr>
          <a:xfrm>
            <a:off x="2499258" y="2352638"/>
            <a:ext cx="7047409" cy="1187787"/>
          </a:xfrm>
          <a:prstGeom prst="rect">
            <a:avLst/>
          </a:prstGeom>
          <a:noFill/>
          <a:ln>
            <a:noFill/>
          </a:ln>
        </p:spPr>
        <p:txBody>
          <a:bodyPr spcFirstLastPara="1" wrap="square" lIns="91425" tIns="45700" rIns="91425" bIns="45700" anchor="t" anchorCtr="0">
            <a:noAutofit/>
          </a:bodyPr>
          <a:lstStyle/>
          <a:p>
            <a:pPr lvl="0" algn="just"/>
            <a:r>
              <a:rPr lang="ms-MY" sz="2000" dirty="0">
                <a:latin typeface="Tahoma" panose="020B0604030504040204" pitchFamily="34" charset="0"/>
                <a:ea typeface="Tahoma" panose="020B0604030504040204" pitchFamily="34" charset="0"/>
                <a:cs typeface="Tahoma" panose="020B0604030504040204" pitchFamily="34" charset="0"/>
              </a:rPr>
              <a:t>Sekiranya ia diuruskan oleh pegawai lain, penghantaran hendaklah menggunakan “Sistem Peti atau Beg Berkunci”</a:t>
            </a:r>
            <a:r>
              <a:rPr lang="ms-MY" sz="2000" i="1" dirty="0">
                <a:latin typeface="Tahoma" panose="020B0604030504040204" pitchFamily="34" charset="0"/>
                <a:ea typeface="Tahoma" panose="020B0604030504040204" pitchFamily="34" charset="0"/>
                <a:cs typeface="Tahoma" panose="020B0604030504040204" pitchFamily="34" charset="0"/>
              </a:rPr>
              <a:t>. </a:t>
            </a:r>
          </a:p>
        </p:txBody>
      </p:sp>
      <p:sp>
        <p:nvSpPr>
          <p:cNvPr id="17" name="Google Shape;31;p7"/>
          <p:cNvSpPr txBox="1"/>
          <p:nvPr/>
        </p:nvSpPr>
        <p:spPr>
          <a:xfrm>
            <a:off x="1195808" y="3237052"/>
            <a:ext cx="8044376" cy="1531453"/>
          </a:xfrm>
          <a:prstGeom prst="rect">
            <a:avLst/>
          </a:prstGeom>
          <a:noFill/>
          <a:ln>
            <a:noFill/>
          </a:ln>
        </p:spPr>
        <p:txBody>
          <a:bodyPr spcFirstLastPara="1" wrap="square" lIns="91425" tIns="45700" rIns="91425" bIns="45700" anchor="t" anchorCtr="0">
            <a:noAutofit/>
          </a:bodyPr>
          <a:lstStyle/>
          <a:p>
            <a:pPr lvl="0" algn="just"/>
            <a:r>
              <a:rPr lang="ms-MY" sz="2000" dirty="0">
                <a:latin typeface="Tahoma" panose="020B0604030504040204" pitchFamily="34" charset="0"/>
                <a:ea typeface="Tahoma" panose="020B0604030504040204" pitchFamily="34" charset="0"/>
                <a:cs typeface="Tahoma" panose="020B0604030504040204" pitchFamily="34" charset="0"/>
              </a:rPr>
              <a:t>Pergerakan fail terperingkat mesti dibuat melalui Pendaftaran Rahsia dan hanya dalam keadaan terkecuali yang memerlukan tindakan segera sahaja boleh dihantar terus dengan tidak melalui Pendaftar Rahsia dengan syarat slip transit dihantar kepadanya oleh pegawai yang membuat penghantaran. </a:t>
            </a:r>
          </a:p>
        </p:txBody>
      </p:sp>
      <p:sp>
        <p:nvSpPr>
          <p:cNvPr id="18" name="Google Shape;31;p7"/>
          <p:cNvSpPr txBox="1"/>
          <p:nvPr/>
        </p:nvSpPr>
        <p:spPr>
          <a:xfrm>
            <a:off x="2980470" y="4987327"/>
            <a:ext cx="6148189" cy="965648"/>
          </a:xfrm>
          <a:prstGeom prst="rect">
            <a:avLst/>
          </a:prstGeom>
          <a:noFill/>
          <a:ln>
            <a:noFill/>
          </a:ln>
        </p:spPr>
        <p:txBody>
          <a:bodyPr spcFirstLastPara="1" wrap="square" lIns="91425" tIns="45700" rIns="91425" bIns="45700" anchor="t" anchorCtr="0">
            <a:noAutofit/>
          </a:bodyPr>
          <a:lstStyle/>
          <a:p>
            <a:pPr lvl="0" algn="just"/>
            <a:r>
              <a:rPr lang="ms-MY" sz="2000" dirty="0">
                <a:latin typeface="Tahoma" panose="020B0604030504040204" pitchFamily="34" charset="0"/>
                <a:ea typeface="Tahoma" panose="020B0604030504040204" pitchFamily="34" charset="0"/>
                <a:cs typeface="Tahoma" panose="020B0604030504040204" pitchFamily="34" charset="0"/>
              </a:rPr>
              <a:t>Slip Transit pada Lampiran </a:t>
            </a:r>
            <a:r>
              <a:rPr lang="en-GB" sz="2000" dirty="0">
                <a:latin typeface="Tahoma" panose="020B0604030504040204" pitchFamily="34" charset="0"/>
                <a:ea typeface="Tahoma" panose="020B0604030504040204" pitchFamily="34" charset="0"/>
                <a:cs typeface="Tahoma" panose="020B0604030504040204" pitchFamily="34" charset="0"/>
              </a:rPr>
              <a:t>‘H’ </a:t>
            </a:r>
            <a:r>
              <a:rPr lang="en-GB" sz="2000" dirty="0" err="1">
                <a:latin typeface="Tahoma" panose="020B0604030504040204" pitchFamily="34" charset="0"/>
                <a:ea typeface="Tahoma" panose="020B0604030504040204" pitchFamily="34" charset="0"/>
                <a:cs typeface="Tahoma" panose="020B0604030504040204" pitchFamily="34" charset="0"/>
              </a:rPr>
              <a:t>Arahan</a:t>
            </a:r>
            <a:r>
              <a:rPr lang="en-GB" sz="2000" dirty="0">
                <a:latin typeface="Tahoma" panose="020B0604030504040204" pitchFamily="34" charset="0"/>
                <a:ea typeface="Tahoma" panose="020B0604030504040204" pitchFamily="34" charset="0"/>
                <a:cs typeface="Tahoma" panose="020B0604030504040204" pitchFamily="34" charset="0"/>
              </a:rPr>
              <a:t> </a:t>
            </a:r>
            <a:r>
              <a:rPr lang="en-GB" sz="2000" dirty="0" err="1">
                <a:latin typeface="Tahoma" panose="020B0604030504040204" pitchFamily="34" charset="0"/>
                <a:ea typeface="Tahoma" panose="020B0604030504040204" pitchFamily="34" charset="0"/>
                <a:cs typeface="Tahoma" panose="020B0604030504040204" pitchFamily="34" charset="0"/>
              </a:rPr>
              <a:t>Keselamatan</a:t>
            </a:r>
            <a:r>
              <a:rPr lang="en-GB" sz="2000" dirty="0">
                <a:latin typeface="Tahoma" panose="020B0604030504040204" pitchFamily="34" charset="0"/>
                <a:ea typeface="Tahoma" panose="020B0604030504040204" pitchFamily="34" charset="0"/>
                <a:cs typeface="Tahoma" panose="020B0604030504040204" pitchFamily="34" charset="0"/>
              </a:rPr>
              <a:t>;</a:t>
            </a:r>
            <a:endParaRPr lang="en-MY" sz="2000" dirty="0">
              <a:latin typeface="Tahoma" panose="020B0604030504040204" pitchFamily="34" charset="0"/>
              <a:ea typeface="Tahoma" panose="020B0604030504040204" pitchFamily="34" charset="0"/>
              <a:cs typeface="Tahoma" panose="020B0604030504040204" pitchFamily="34" charset="0"/>
            </a:endParaRPr>
          </a:p>
        </p:txBody>
      </p:sp>
      <p:sp>
        <p:nvSpPr>
          <p:cNvPr id="19" name="Google Shape;27;p7"/>
          <p:cNvSpPr/>
          <p:nvPr/>
        </p:nvSpPr>
        <p:spPr>
          <a:xfrm>
            <a:off x="1584667" y="640070"/>
            <a:ext cx="8876590" cy="772907"/>
          </a:xfrm>
          <a:prstGeom prst="rect">
            <a:avLst/>
          </a:prstGeom>
          <a:noFill/>
          <a:ln>
            <a:noFill/>
          </a:ln>
        </p:spPr>
        <p:txBody>
          <a:bodyPr spcFirstLastPara="1" wrap="square" lIns="91425" tIns="45700" rIns="91425" bIns="45700" anchor="t" anchorCtr="0">
            <a:noAutofit/>
          </a:bodyPr>
          <a:lstStyle/>
          <a:p>
            <a:r>
              <a:rPr lang="en-GB" sz="2000" b="1" dirty="0" err="1">
                <a:solidFill>
                  <a:srgbClr val="C00000"/>
                </a:solidFill>
                <a:latin typeface="Tahoma" panose="020B0604030504040204" pitchFamily="34" charset="0"/>
                <a:ea typeface="Tahoma" panose="020B0604030504040204" pitchFamily="34" charset="0"/>
                <a:cs typeface="Tahoma" panose="020B0604030504040204" pitchFamily="34" charset="0"/>
              </a:rPr>
              <a:t>Penghantaran</a:t>
            </a:r>
            <a:r>
              <a:rPr lang="en-GB" sz="2000" b="1" dirty="0">
                <a:solidFill>
                  <a:srgbClr val="C00000"/>
                </a:solidFill>
                <a:latin typeface="Tahoma" panose="020B0604030504040204" pitchFamily="34" charset="0"/>
                <a:ea typeface="Tahoma" panose="020B0604030504040204" pitchFamily="34" charset="0"/>
                <a:cs typeface="Tahoma" panose="020B0604030504040204" pitchFamily="34" charset="0"/>
              </a:rPr>
              <a:t> </a:t>
            </a:r>
            <a:r>
              <a:rPr lang="en-GB" sz="2000" b="1" dirty="0" err="1">
                <a:solidFill>
                  <a:srgbClr val="C00000"/>
                </a:solidFill>
                <a:latin typeface="Tahoma" panose="020B0604030504040204" pitchFamily="34" charset="0"/>
                <a:ea typeface="Tahoma" panose="020B0604030504040204" pitchFamily="34" charset="0"/>
                <a:cs typeface="Tahoma" panose="020B0604030504040204" pitchFamily="34" charset="0"/>
              </a:rPr>
              <a:t>rahsia</a:t>
            </a:r>
            <a:r>
              <a:rPr lang="en-GB" sz="2000" b="1" dirty="0">
                <a:solidFill>
                  <a:srgbClr val="C00000"/>
                </a:solidFill>
                <a:latin typeface="Tahoma" panose="020B0604030504040204" pitchFamily="34" charset="0"/>
                <a:ea typeface="Tahoma" panose="020B0604030504040204" pitchFamily="34" charset="0"/>
                <a:cs typeface="Tahoma" panose="020B0604030504040204" pitchFamily="34" charset="0"/>
              </a:rPr>
              <a:t> </a:t>
            </a:r>
            <a:r>
              <a:rPr lang="en-GB" sz="2000" b="1" dirty="0" err="1">
                <a:solidFill>
                  <a:srgbClr val="C00000"/>
                </a:solidFill>
                <a:latin typeface="Tahoma" panose="020B0604030504040204" pitchFamily="34" charset="0"/>
                <a:ea typeface="Tahoma" panose="020B0604030504040204" pitchFamily="34" charset="0"/>
                <a:cs typeface="Tahoma" panose="020B0604030504040204" pitchFamily="34" charset="0"/>
              </a:rPr>
              <a:t>rasmi</a:t>
            </a:r>
            <a:r>
              <a:rPr lang="en-GB" sz="2000" b="1" dirty="0">
                <a:solidFill>
                  <a:srgbClr val="C00000"/>
                </a:solidFill>
                <a:latin typeface="Tahoma" panose="020B0604030504040204" pitchFamily="34" charset="0"/>
                <a:ea typeface="Tahoma" panose="020B0604030504040204" pitchFamily="34" charset="0"/>
                <a:cs typeface="Tahoma" panose="020B0604030504040204" pitchFamily="34" charset="0"/>
              </a:rPr>
              <a:t> </a:t>
            </a:r>
            <a:r>
              <a:rPr lang="en-GB" sz="2000" b="1" dirty="0" err="1">
                <a:solidFill>
                  <a:srgbClr val="C00000"/>
                </a:solidFill>
                <a:latin typeface="Tahoma" panose="020B0604030504040204" pitchFamily="34" charset="0"/>
                <a:ea typeface="Tahoma" panose="020B0604030504040204" pitchFamily="34" charset="0"/>
                <a:cs typeface="Tahoma" panose="020B0604030504040204" pitchFamily="34" charset="0"/>
              </a:rPr>
              <a:t>dalam</a:t>
            </a:r>
            <a:r>
              <a:rPr lang="en-GB" sz="2000" b="1" dirty="0">
                <a:solidFill>
                  <a:srgbClr val="C00000"/>
                </a:solidFill>
                <a:latin typeface="Tahoma" panose="020B0604030504040204" pitchFamily="34" charset="0"/>
                <a:ea typeface="Tahoma" panose="020B0604030504040204" pitchFamily="34" charset="0"/>
                <a:cs typeface="Tahoma" panose="020B0604030504040204" pitchFamily="34" charset="0"/>
              </a:rPr>
              <a:t> </a:t>
            </a:r>
            <a:r>
              <a:rPr lang="en-GB" sz="2000" b="1" dirty="0" err="1">
                <a:solidFill>
                  <a:srgbClr val="C00000"/>
                </a:solidFill>
                <a:latin typeface="Tahoma" panose="020B0604030504040204" pitchFamily="34" charset="0"/>
                <a:ea typeface="Tahoma" panose="020B0604030504040204" pitchFamily="34" charset="0"/>
                <a:cs typeface="Tahoma" panose="020B0604030504040204" pitchFamily="34" charset="0"/>
              </a:rPr>
              <a:t>sesebuah</a:t>
            </a:r>
            <a:r>
              <a:rPr lang="en-GB" sz="2000" b="1" dirty="0">
                <a:solidFill>
                  <a:srgbClr val="C00000"/>
                </a:solidFill>
                <a:latin typeface="Tahoma" panose="020B0604030504040204" pitchFamily="34" charset="0"/>
                <a:ea typeface="Tahoma" panose="020B0604030504040204" pitchFamily="34" charset="0"/>
                <a:cs typeface="Tahoma" panose="020B0604030504040204" pitchFamily="34" charset="0"/>
              </a:rPr>
              <a:t> </a:t>
            </a:r>
            <a:r>
              <a:rPr lang="en-GB" sz="2000" b="1" dirty="0" err="1">
                <a:solidFill>
                  <a:srgbClr val="C00000"/>
                </a:solidFill>
                <a:latin typeface="Tahoma" panose="020B0604030504040204" pitchFamily="34" charset="0"/>
                <a:ea typeface="Tahoma" panose="020B0604030504040204" pitchFamily="34" charset="0"/>
                <a:cs typeface="Tahoma" panose="020B0604030504040204" pitchFamily="34" charset="0"/>
              </a:rPr>
              <a:t>pejabat</a:t>
            </a:r>
            <a:endParaRPr lang="ms-MY" sz="2000" b="1"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287807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47"/>
                                        </p:tgtEl>
                                        <p:attrNameLst>
                                          <p:attrName>style.visibility</p:attrName>
                                        </p:attrNameLst>
                                      </p:cBhvr>
                                      <p:to>
                                        <p:strVal val="visible"/>
                                      </p:to>
                                    </p:set>
                                    <p:anim calcmode="lin" valueType="num">
                                      <p:cBhvr additive="base">
                                        <p:cTn id="12" dur="500"/>
                                        <p:tgtEl>
                                          <p:spTgt spid="47"/>
                                        </p:tgtEl>
                                        <p:attrNameLst>
                                          <p:attrName>ppt_x</p:attrName>
                                        </p:attrNameLst>
                                      </p:cBhvr>
                                      <p:tavLst>
                                        <p:tav tm="0">
                                          <p:val>
                                            <p:strVal val="#ppt_x-1"/>
                                          </p:val>
                                        </p:tav>
                                        <p:tav tm="100000">
                                          <p:val>
                                            <p:strVal val="#ppt_x"/>
                                          </p:val>
                                        </p:tav>
                                      </p:tavLst>
                                    </p:anim>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500"/>
                                        <p:tgtEl>
                                          <p:spTgt spid="25"/>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fade">
                                      <p:cBhvr>
                                        <p:cTn id="20" dur="500"/>
                                        <p:tgtEl>
                                          <p:spTgt spid="28"/>
                                        </p:tgtEl>
                                      </p:cBhvr>
                                    </p:animEffect>
                                  </p:childTnLst>
                                </p:cTn>
                              </p:par>
                              <p:par>
                                <p:cTn id="21" presetID="10" presetClass="entr" presetSubtype="0" fill="hold" nodeType="withEffect">
                                  <p:stCondLst>
                                    <p:cond delay="0"/>
                                  </p:stCondLst>
                                  <p:childTnLst>
                                    <p:set>
                                      <p:cBhvr>
                                        <p:cTn id="22" dur="1" fill="hold">
                                          <p:stCondLst>
                                            <p:cond delay="0"/>
                                          </p:stCondLst>
                                        </p:cTn>
                                        <p:tgtEl>
                                          <p:spTgt spid="31"/>
                                        </p:tgtEl>
                                        <p:attrNameLst>
                                          <p:attrName>style.visibility</p:attrName>
                                        </p:attrNameLst>
                                      </p:cBhvr>
                                      <p:to>
                                        <p:strVal val="visible"/>
                                      </p:to>
                                    </p:set>
                                    <p:animEffect transition="in" filter="fade">
                                      <p:cBhvr>
                                        <p:cTn id="23" dur="500"/>
                                        <p:tgtEl>
                                          <p:spTgt spid="31"/>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8" fill="hold" nodeType="clickEffect">
                                  <p:stCondLst>
                                    <p:cond delay="0"/>
                                  </p:stCondLst>
                                  <p:childTnLst>
                                    <p:set>
                                      <p:cBhvr>
                                        <p:cTn id="27" dur="1" fill="hold">
                                          <p:stCondLst>
                                            <p:cond delay="0"/>
                                          </p:stCondLst>
                                        </p:cTn>
                                        <p:tgtEl>
                                          <p:spTgt spid="48"/>
                                        </p:tgtEl>
                                        <p:attrNameLst>
                                          <p:attrName>style.visibility</p:attrName>
                                        </p:attrNameLst>
                                      </p:cBhvr>
                                      <p:to>
                                        <p:strVal val="visible"/>
                                      </p:to>
                                    </p:set>
                                    <p:anim calcmode="lin" valueType="num">
                                      <p:cBhvr additive="base">
                                        <p:cTn id="28" dur="500"/>
                                        <p:tgtEl>
                                          <p:spTgt spid="48"/>
                                        </p:tgtEl>
                                        <p:attrNameLst>
                                          <p:attrName>ppt_x</p:attrName>
                                        </p:attrNameLst>
                                      </p:cBhvr>
                                      <p:tavLst>
                                        <p:tav tm="0">
                                          <p:val>
                                            <p:strVal val="#ppt_x-1"/>
                                          </p:val>
                                        </p:tav>
                                        <p:tav tm="100000">
                                          <p:val>
                                            <p:strVal val="#ppt_x"/>
                                          </p:val>
                                        </p:tav>
                                      </p:tavLst>
                                    </p:anim>
                                  </p:childTnLst>
                                </p:cTn>
                              </p:par>
                            </p:childTnLst>
                          </p:cTn>
                        </p:par>
                        <p:par>
                          <p:cTn id="29" fill="hold">
                            <p:stCondLst>
                              <p:cond delay="500"/>
                            </p:stCondLst>
                            <p:childTnLst>
                              <p:par>
                                <p:cTn id="30" presetID="10" presetClass="entr" presetSubtype="0" fill="hold" nodeType="afterEffect">
                                  <p:stCondLst>
                                    <p:cond delay="0"/>
                                  </p:stCondLst>
                                  <p:childTnLst>
                                    <p:set>
                                      <p:cBhvr>
                                        <p:cTn id="31" dur="1" fill="hold">
                                          <p:stCondLst>
                                            <p:cond delay="0"/>
                                          </p:stCondLst>
                                        </p:cTn>
                                        <p:tgtEl>
                                          <p:spTgt spid="24"/>
                                        </p:tgtEl>
                                        <p:attrNameLst>
                                          <p:attrName>style.visibility</p:attrName>
                                        </p:attrNameLst>
                                      </p:cBhvr>
                                      <p:to>
                                        <p:strVal val="visible"/>
                                      </p:to>
                                    </p:set>
                                    <p:animEffect transition="in" filter="fade">
                                      <p:cBhvr>
                                        <p:cTn id="32" dur="500"/>
                                        <p:tgtEl>
                                          <p:spTgt spid="24"/>
                                        </p:tgtEl>
                                      </p:cBhvr>
                                    </p:animEffect>
                                  </p:childTnLst>
                                </p:cTn>
                              </p:par>
                            </p:childTnLst>
                          </p:cTn>
                        </p:par>
                        <p:par>
                          <p:cTn id="33" fill="hold">
                            <p:stCondLst>
                              <p:cond delay="1000"/>
                            </p:stCondLst>
                            <p:childTnLst>
                              <p:par>
                                <p:cTn id="34" presetID="10" presetClass="entr" presetSubtype="0" fill="hold" nodeType="afterEffect">
                                  <p:stCondLst>
                                    <p:cond delay="0"/>
                                  </p:stCondLst>
                                  <p:childTnLst>
                                    <p:set>
                                      <p:cBhvr>
                                        <p:cTn id="35" dur="1" fill="hold">
                                          <p:stCondLst>
                                            <p:cond delay="0"/>
                                          </p:stCondLst>
                                        </p:cTn>
                                        <p:tgtEl>
                                          <p:spTgt spid="33"/>
                                        </p:tgtEl>
                                        <p:attrNameLst>
                                          <p:attrName>style.visibility</p:attrName>
                                        </p:attrNameLst>
                                      </p:cBhvr>
                                      <p:to>
                                        <p:strVal val="visible"/>
                                      </p:to>
                                    </p:set>
                                    <p:animEffect transition="in" filter="fade">
                                      <p:cBhvr>
                                        <p:cTn id="36" dur="500"/>
                                        <p:tgtEl>
                                          <p:spTgt spid="33"/>
                                        </p:tgtEl>
                                      </p:cBhvr>
                                    </p:animEffect>
                                  </p:childTnLst>
                                </p:cTn>
                              </p:par>
                            </p:childTnLst>
                          </p:cTn>
                        </p:par>
                      </p:childTnLst>
                    </p:cTn>
                  </p:par>
                  <p:par>
                    <p:cTn id="37" fill="hold">
                      <p:stCondLst>
                        <p:cond delay="indefinite"/>
                      </p:stCondLst>
                      <p:childTnLst>
                        <p:par>
                          <p:cTn id="38" fill="hold">
                            <p:stCondLst>
                              <p:cond delay="0"/>
                            </p:stCondLst>
                            <p:childTnLst>
                              <p:par>
                                <p:cTn id="39" presetID="2" presetClass="entr" presetSubtype="8" fill="hold" nodeType="clickEffect">
                                  <p:stCondLst>
                                    <p:cond delay="0"/>
                                  </p:stCondLst>
                                  <p:childTnLst>
                                    <p:set>
                                      <p:cBhvr>
                                        <p:cTn id="40" dur="1" fill="hold">
                                          <p:stCondLst>
                                            <p:cond delay="0"/>
                                          </p:stCondLst>
                                        </p:cTn>
                                        <p:tgtEl>
                                          <p:spTgt spid="49"/>
                                        </p:tgtEl>
                                        <p:attrNameLst>
                                          <p:attrName>style.visibility</p:attrName>
                                        </p:attrNameLst>
                                      </p:cBhvr>
                                      <p:to>
                                        <p:strVal val="visible"/>
                                      </p:to>
                                    </p:set>
                                    <p:anim calcmode="lin" valueType="num">
                                      <p:cBhvr additive="base">
                                        <p:cTn id="41" dur="500"/>
                                        <p:tgtEl>
                                          <p:spTgt spid="49"/>
                                        </p:tgtEl>
                                        <p:attrNameLst>
                                          <p:attrName>ppt_x</p:attrName>
                                        </p:attrNameLst>
                                      </p:cBhvr>
                                      <p:tavLst>
                                        <p:tav tm="0">
                                          <p:val>
                                            <p:strVal val="#ppt_x-1"/>
                                          </p:val>
                                        </p:tav>
                                        <p:tav tm="100000">
                                          <p:val>
                                            <p:strVal val="#ppt_x"/>
                                          </p:val>
                                        </p:tav>
                                      </p:tavLst>
                                    </p:anim>
                                  </p:childTnLst>
                                </p:cTn>
                              </p:par>
                            </p:childTnLst>
                          </p:cTn>
                        </p:par>
                        <p:par>
                          <p:cTn id="42" fill="hold">
                            <p:stCondLst>
                              <p:cond delay="500"/>
                            </p:stCondLst>
                            <p:childTnLst>
                              <p:par>
                                <p:cTn id="43" presetID="10" presetClass="entr" presetSubtype="0" fill="hold" nodeType="afterEffect">
                                  <p:stCondLst>
                                    <p:cond delay="0"/>
                                  </p:stCondLst>
                                  <p:childTnLst>
                                    <p:set>
                                      <p:cBhvr>
                                        <p:cTn id="44" dur="1" fill="hold">
                                          <p:stCondLst>
                                            <p:cond delay="0"/>
                                          </p:stCondLst>
                                        </p:cTn>
                                        <p:tgtEl>
                                          <p:spTgt spid="23"/>
                                        </p:tgtEl>
                                        <p:attrNameLst>
                                          <p:attrName>style.visibility</p:attrName>
                                        </p:attrNameLst>
                                      </p:cBhvr>
                                      <p:to>
                                        <p:strVal val="visible"/>
                                      </p:to>
                                    </p:set>
                                    <p:animEffect transition="in" filter="fade">
                                      <p:cBhvr>
                                        <p:cTn id="45" dur="500"/>
                                        <p:tgtEl>
                                          <p:spTgt spid="23"/>
                                        </p:tgtEl>
                                      </p:cBhvr>
                                    </p:animEffect>
                                  </p:childTnLst>
                                </p:cTn>
                              </p:par>
                            </p:childTnLst>
                          </p:cTn>
                        </p:par>
                      </p:childTnLst>
                    </p:cTn>
                  </p:par>
                  <p:par>
                    <p:cTn id="46" fill="hold">
                      <p:stCondLst>
                        <p:cond delay="indefinite"/>
                      </p:stCondLst>
                      <p:childTnLst>
                        <p:par>
                          <p:cTn id="47" fill="hold">
                            <p:stCondLst>
                              <p:cond delay="0"/>
                            </p:stCondLst>
                            <p:childTnLst>
                              <p:par>
                                <p:cTn id="48" presetID="2" presetClass="entr" presetSubtype="8" fill="hold" nodeType="clickEffect">
                                  <p:stCondLst>
                                    <p:cond delay="0"/>
                                  </p:stCondLst>
                                  <p:childTnLst>
                                    <p:set>
                                      <p:cBhvr>
                                        <p:cTn id="49" dur="1" fill="hold">
                                          <p:stCondLst>
                                            <p:cond delay="0"/>
                                          </p:stCondLst>
                                        </p:cTn>
                                        <p:tgtEl>
                                          <p:spTgt spid="50"/>
                                        </p:tgtEl>
                                        <p:attrNameLst>
                                          <p:attrName>style.visibility</p:attrName>
                                        </p:attrNameLst>
                                      </p:cBhvr>
                                      <p:to>
                                        <p:strVal val="visible"/>
                                      </p:to>
                                    </p:set>
                                    <p:anim calcmode="lin" valueType="num">
                                      <p:cBhvr additive="base">
                                        <p:cTn id="50" dur="500"/>
                                        <p:tgtEl>
                                          <p:spTgt spid="50"/>
                                        </p:tgtEl>
                                        <p:attrNameLst>
                                          <p:attrName>ppt_x</p:attrName>
                                        </p:attrNameLst>
                                      </p:cBhvr>
                                      <p:tavLst>
                                        <p:tav tm="0">
                                          <p:val>
                                            <p:strVal val="#ppt_x-1"/>
                                          </p:val>
                                        </p:tav>
                                        <p:tav tm="100000">
                                          <p:val>
                                            <p:strVal val="#ppt_x"/>
                                          </p:val>
                                        </p:tav>
                                      </p:tavLst>
                                    </p:anim>
                                  </p:childTnLst>
                                </p:cTn>
                              </p:par>
                            </p:childTnLst>
                          </p:cTn>
                        </p:par>
                        <p:par>
                          <p:cTn id="51" fill="hold">
                            <p:stCondLst>
                              <p:cond delay="500"/>
                            </p:stCondLst>
                            <p:childTnLst>
                              <p:par>
                                <p:cTn id="52" presetID="10" presetClass="entr" presetSubtype="0" fill="hold" nodeType="afterEffect">
                                  <p:stCondLst>
                                    <p:cond delay="0"/>
                                  </p:stCondLst>
                                  <p:childTnLst>
                                    <p:set>
                                      <p:cBhvr>
                                        <p:cTn id="53" dur="1" fill="hold">
                                          <p:stCondLst>
                                            <p:cond delay="0"/>
                                          </p:stCondLst>
                                        </p:cTn>
                                        <p:tgtEl>
                                          <p:spTgt spid="22"/>
                                        </p:tgtEl>
                                        <p:attrNameLst>
                                          <p:attrName>style.visibility</p:attrName>
                                        </p:attrNameLst>
                                      </p:cBhvr>
                                      <p:to>
                                        <p:strVal val="visible"/>
                                      </p:to>
                                    </p:set>
                                    <p:animEffect transition="in" filter="fade">
                                      <p:cBhvr>
                                        <p:cTn id="54" dur="500"/>
                                        <p:tgtEl>
                                          <p:spTgt spid="22"/>
                                        </p:tgtEl>
                                      </p:cBhvr>
                                    </p:animEffect>
                                  </p:childTnLst>
                                </p:cTn>
                              </p:par>
                              <p:par>
                                <p:cTn id="55" presetID="10" presetClass="entr" presetSubtype="0" fill="hold" nodeType="withEffect">
                                  <p:stCondLst>
                                    <p:cond delay="0"/>
                                  </p:stCondLst>
                                  <p:childTnLst>
                                    <p:set>
                                      <p:cBhvr>
                                        <p:cTn id="56" dur="1" fill="hold">
                                          <p:stCondLst>
                                            <p:cond delay="0"/>
                                          </p:stCondLst>
                                        </p:cTn>
                                        <p:tgtEl>
                                          <p:spTgt spid="16"/>
                                        </p:tgtEl>
                                        <p:attrNameLst>
                                          <p:attrName>style.visibility</p:attrName>
                                        </p:attrNameLst>
                                      </p:cBhvr>
                                      <p:to>
                                        <p:strVal val="visible"/>
                                      </p:to>
                                    </p:set>
                                    <p:animEffect transition="in" filter="fade">
                                      <p:cBhvr>
                                        <p:cTn id="57" dur="500"/>
                                        <p:tgtEl>
                                          <p:spTgt spid="16"/>
                                        </p:tgtEl>
                                      </p:cBhvr>
                                    </p:animEffect>
                                  </p:childTnLst>
                                </p:cTn>
                              </p:par>
                              <p:par>
                                <p:cTn id="58" presetID="10" presetClass="entr" presetSubtype="0" fill="hold" nodeType="withEffect">
                                  <p:stCondLst>
                                    <p:cond delay="0"/>
                                  </p:stCondLst>
                                  <p:childTnLst>
                                    <p:set>
                                      <p:cBhvr>
                                        <p:cTn id="59" dur="1" fill="hold">
                                          <p:stCondLst>
                                            <p:cond delay="0"/>
                                          </p:stCondLst>
                                        </p:cTn>
                                        <p:tgtEl>
                                          <p:spTgt spid="17"/>
                                        </p:tgtEl>
                                        <p:attrNameLst>
                                          <p:attrName>style.visibility</p:attrName>
                                        </p:attrNameLst>
                                      </p:cBhvr>
                                      <p:to>
                                        <p:strVal val="visible"/>
                                      </p:to>
                                    </p:set>
                                    <p:animEffect transition="in" filter="fade">
                                      <p:cBhvr>
                                        <p:cTn id="60" dur="500"/>
                                        <p:tgtEl>
                                          <p:spTgt spid="17"/>
                                        </p:tgtEl>
                                      </p:cBhvr>
                                    </p:animEffect>
                                  </p:childTnLst>
                                </p:cTn>
                              </p:par>
                              <p:par>
                                <p:cTn id="61" presetID="10" presetClass="entr" presetSubtype="0" fill="hold" nodeType="withEffect">
                                  <p:stCondLst>
                                    <p:cond delay="0"/>
                                  </p:stCondLst>
                                  <p:childTnLst>
                                    <p:set>
                                      <p:cBhvr>
                                        <p:cTn id="62" dur="1" fill="hold">
                                          <p:stCondLst>
                                            <p:cond delay="0"/>
                                          </p:stCondLst>
                                        </p:cTn>
                                        <p:tgtEl>
                                          <p:spTgt spid="18"/>
                                        </p:tgtEl>
                                        <p:attrNameLst>
                                          <p:attrName>style.visibility</p:attrName>
                                        </p:attrNameLst>
                                      </p:cBhvr>
                                      <p:to>
                                        <p:strVal val="visible"/>
                                      </p:to>
                                    </p:set>
                                    <p:animEffect transition="in" filter="fade">
                                      <p:cBhvr>
                                        <p:cTn id="63" dur="500"/>
                                        <p:tgtEl>
                                          <p:spTgt spid="18"/>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nodeType="clickEffect">
                                  <p:stCondLst>
                                    <p:cond delay="0"/>
                                  </p:stCondLst>
                                  <p:childTnLst>
                                    <p:set>
                                      <p:cBhvr>
                                        <p:cTn id="67" dur="1" fill="hold">
                                          <p:stCondLst>
                                            <p:cond delay="0"/>
                                          </p:stCondLst>
                                        </p:cTn>
                                        <p:tgtEl>
                                          <p:spTgt spid="19"/>
                                        </p:tgtEl>
                                        <p:attrNameLst>
                                          <p:attrName>style.visibility</p:attrName>
                                        </p:attrNameLst>
                                      </p:cBhvr>
                                      <p:to>
                                        <p:strVal val="visible"/>
                                      </p:to>
                                    </p:set>
                                    <p:animEffect transition="in" filter="fade">
                                      <p:cBhvr>
                                        <p:cTn id="68"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21"/>
        <p:cNvGrpSpPr/>
        <p:nvPr/>
      </p:nvGrpSpPr>
      <p:grpSpPr>
        <a:xfrm>
          <a:off x="0" y="0"/>
          <a:ext cx="0" cy="0"/>
          <a:chOff x="0" y="0"/>
          <a:chExt cx="0" cy="0"/>
        </a:xfrm>
      </p:grpSpPr>
      <p:sp>
        <p:nvSpPr>
          <p:cNvPr id="22" name="Google Shape;22;p7"/>
          <p:cNvSpPr/>
          <p:nvPr/>
        </p:nvSpPr>
        <p:spPr>
          <a:xfrm>
            <a:off x="2144486" y="4620871"/>
            <a:ext cx="6920938" cy="1033200"/>
          </a:xfrm>
          <a:custGeom>
            <a:avLst/>
            <a:gdLst/>
            <a:ahLst/>
            <a:cxnLst/>
            <a:rect l="l" t="t" r="r" b="b"/>
            <a:pathLst>
              <a:path w="3644361" h="858781" extrusionOk="0">
                <a:moveTo>
                  <a:pt x="0" y="0"/>
                </a:moveTo>
                <a:lnTo>
                  <a:pt x="3644361" y="0"/>
                </a:lnTo>
                <a:lnTo>
                  <a:pt x="3644361" y="858781"/>
                </a:lnTo>
                <a:lnTo>
                  <a:pt x="0" y="858781"/>
                </a:lnTo>
                <a:lnTo>
                  <a:pt x="412138" y="429391"/>
                </a:lnTo>
                <a:lnTo>
                  <a:pt x="0" y="0"/>
                </a:lnTo>
                <a:close/>
              </a:path>
            </a:pathLst>
          </a:custGeom>
          <a:solidFill>
            <a:schemeClr val="tx2">
              <a:lumMod val="50000"/>
              <a:lumOff val="50000"/>
            </a:schemeClr>
          </a:solidFill>
          <a:ln>
            <a:noFill/>
          </a:ln>
          <a:effectLst>
            <a:outerShdw blurRad="114300" dist="304800" dir="10800000" sx="85000" sy="85000" algn="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lt1"/>
              </a:solidFill>
              <a:latin typeface="Calibri"/>
              <a:ea typeface="Calibri"/>
              <a:cs typeface="Calibri"/>
              <a:sym typeface="Calibri"/>
            </a:endParaRPr>
          </a:p>
        </p:txBody>
      </p:sp>
      <p:sp>
        <p:nvSpPr>
          <p:cNvPr id="23" name="Google Shape;23;p7"/>
          <p:cNvSpPr/>
          <p:nvPr/>
        </p:nvSpPr>
        <p:spPr>
          <a:xfrm>
            <a:off x="714596" y="3443267"/>
            <a:ext cx="8534060" cy="1126168"/>
          </a:xfrm>
          <a:custGeom>
            <a:avLst/>
            <a:gdLst/>
            <a:ahLst/>
            <a:cxnLst/>
            <a:rect l="l" t="t" r="r" b="b"/>
            <a:pathLst>
              <a:path w="3644361" h="858781" extrusionOk="0">
                <a:moveTo>
                  <a:pt x="0" y="0"/>
                </a:moveTo>
                <a:lnTo>
                  <a:pt x="3644361" y="0"/>
                </a:lnTo>
                <a:lnTo>
                  <a:pt x="3644361" y="858781"/>
                </a:lnTo>
                <a:lnTo>
                  <a:pt x="0" y="858781"/>
                </a:lnTo>
                <a:lnTo>
                  <a:pt x="412138" y="429391"/>
                </a:lnTo>
                <a:lnTo>
                  <a:pt x="0" y="0"/>
                </a:lnTo>
                <a:close/>
              </a:path>
            </a:pathLst>
          </a:custGeom>
          <a:gradFill>
            <a:gsLst>
              <a:gs pos="0">
                <a:srgbClr val="54BCCF"/>
              </a:gs>
              <a:gs pos="35000">
                <a:srgbClr val="54BCCF"/>
              </a:gs>
              <a:gs pos="73000">
                <a:srgbClr val="3E8EA0"/>
              </a:gs>
              <a:gs pos="100000">
                <a:srgbClr val="327683"/>
              </a:gs>
            </a:gsLst>
            <a:lin ang="0" scaled="0"/>
          </a:gradFill>
          <a:ln>
            <a:noFill/>
          </a:ln>
          <a:effectLst>
            <a:outerShdw blurRad="114300" dist="304800" dir="10800000" sx="85000" sy="85000" algn="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4" name="Google Shape;24;p7"/>
          <p:cNvSpPr/>
          <p:nvPr/>
        </p:nvSpPr>
        <p:spPr>
          <a:xfrm>
            <a:off x="1886291" y="2239626"/>
            <a:ext cx="7653948" cy="1188007"/>
          </a:xfrm>
          <a:custGeom>
            <a:avLst/>
            <a:gdLst/>
            <a:ahLst/>
            <a:cxnLst/>
            <a:rect l="l" t="t" r="r" b="b"/>
            <a:pathLst>
              <a:path w="3644361" h="858781" extrusionOk="0">
                <a:moveTo>
                  <a:pt x="0" y="0"/>
                </a:moveTo>
                <a:lnTo>
                  <a:pt x="3644361" y="0"/>
                </a:lnTo>
                <a:lnTo>
                  <a:pt x="3644361" y="858781"/>
                </a:lnTo>
                <a:lnTo>
                  <a:pt x="0" y="858781"/>
                </a:lnTo>
                <a:lnTo>
                  <a:pt x="412138" y="429391"/>
                </a:lnTo>
                <a:lnTo>
                  <a:pt x="0" y="0"/>
                </a:lnTo>
                <a:close/>
              </a:path>
            </a:pathLst>
          </a:custGeom>
          <a:gradFill>
            <a:gsLst>
              <a:gs pos="0">
                <a:srgbClr val="D5D0C5"/>
              </a:gs>
              <a:gs pos="34000">
                <a:srgbClr val="D5D0C5"/>
              </a:gs>
              <a:gs pos="73000">
                <a:srgbClr val="ABA89D"/>
              </a:gs>
              <a:gs pos="100000">
                <a:srgbClr val="69675F"/>
              </a:gs>
            </a:gsLst>
            <a:lin ang="0" scaled="0"/>
          </a:gradFill>
          <a:ln>
            <a:noFill/>
          </a:ln>
          <a:effectLst>
            <a:outerShdw blurRad="114300" dist="304800" dir="10800000" sx="85000" sy="85000" algn="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5" name="Google Shape;25;p7"/>
          <p:cNvSpPr/>
          <p:nvPr/>
        </p:nvSpPr>
        <p:spPr>
          <a:xfrm>
            <a:off x="1977580" y="1315174"/>
            <a:ext cx="7729836" cy="908818"/>
          </a:xfrm>
          <a:custGeom>
            <a:avLst/>
            <a:gdLst/>
            <a:ahLst/>
            <a:cxnLst/>
            <a:rect l="l" t="t" r="r" b="b"/>
            <a:pathLst>
              <a:path w="3644361" h="858781" extrusionOk="0">
                <a:moveTo>
                  <a:pt x="0" y="0"/>
                </a:moveTo>
                <a:lnTo>
                  <a:pt x="3644361" y="0"/>
                </a:lnTo>
                <a:lnTo>
                  <a:pt x="3644361" y="858781"/>
                </a:lnTo>
                <a:lnTo>
                  <a:pt x="0" y="858781"/>
                </a:lnTo>
                <a:lnTo>
                  <a:pt x="412138" y="429391"/>
                </a:lnTo>
                <a:lnTo>
                  <a:pt x="0" y="0"/>
                </a:lnTo>
                <a:close/>
              </a:path>
            </a:pathLst>
          </a:custGeom>
          <a:gradFill>
            <a:gsLst>
              <a:gs pos="0">
                <a:srgbClr val="FFC000"/>
              </a:gs>
              <a:gs pos="35000">
                <a:srgbClr val="FFC000"/>
              </a:gs>
              <a:gs pos="73000">
                <a:srgbClr val="E39D37"/>
              </a:gs>
              <a:gs pos="100000">
                <a:srgbClr val="CE702A"/>
              </a:gs>
            </a:gsLst>
            <a:lin ang="0" scaled="0"/>
          </a:gradFill>
          <a:ln>
            <a:noFill/>
          </a:ln>
          <a:effectLst>
            <a:outerShdw blurRad="114300" dist="304800" dir="10800000" sx="85000" sy="85000" algn="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28" name="Google Shape;28;p7"/>
          <p:cNvPicPr preferRelativeResize="0"/>
          <p:nvPr/>
        </p:nvPicPr>
        <p:blipFill rotWithShape="1">
          <a:blip r:embed="rId3">
            <a:alphaModFix/>
          </a:blip>
          <a:srcRect/>
          <a:stretch/>
        </p:blipFill>
        <p:spPr>
          <a:xfrm>
            <a:off x="1912175" y="4898396"/>
            <a:ext cx="464621" cy="553854"/>
          </a:xfrm>
          <a:prstGeom prst="rect">
            <a:avLst/>
          </a:prstGeom>
          <a:noFill/>
          <a:ln>
            <a:noFill/>
          </a:ln>
        </p:spPr>
      </p:pic>
      <p:sp>
        <p:nvSpPr>
          <p:cNvPr id="31" name="Google Shape;31;p7"/>
          <p:cNvSpPr txBox="1"/>
          <p:nvPr/>
        </p:nvSpPr>
        <p:spPr>
          <a:xfrm>
            <a:off x="2492829" y="1053432"/>
            <a:ext cx="7047409" cy="1170559"/>
          </a:xfrm>
          <a:prstGeom prst="rect">
            <a:avLst/>
          </a:prstGeom>
          <a:noFill/>
          <a:ln>
            <a:noFill/>
          </a:ln>
        </p:spPr>
        <p:txBody>
          <a:bodyPr spcFirstLastPara="1" wrap="square" lIns="91425" tIns="45700" rIns="91425" bIns="45700" anchor="t" anchorCtr="0">
            <a:noAutofit/>
          </a:bodyPr>
          <a:lstStyle/>
          <a:p>
            <a:pPr lvl="0" algn="just"/>
            <a:endParaRPr lang="ms-MY" sz="2000" dirty="0">
              <a:latin typeface="Tahoma" panose="020B0604030504040204" pitchFamily="34" charset="0"/>
              <a:ea typeface="Tahoma" panose="020B0604030504040204" pitchFamily="34" charset="0"/>
              <a:cs typeface="Tahoma" panose="020B0604030504040204" pitchFamily="34" charset="0"/>
            </a:endParaRPr>
          </a:p>
        </p:txBody>
      </p:sp>
      <p:pic>
        <p:nvPicPr>
          <p:cNvPr id="33" name="Google Shape;33;p7"/>
          <p:cNvPicPr preferRelativeResize="0"/>
          <p:nvPr/>
        </p:nvPicPr>
        <p:blipFill rotWithShape="1">
          <a:blip r:embed="rId4">
            <a:alphaModFix/>
          </a:blip>
          <a:srcRect/>
          <a:stretch/>
        </p:blipFill>
        <p:spPr>
          <a:xfrm>
            <a:off x="1421669" y="1354961"/>
            <a:ext cx="464621" cy="444989"/>
          </a:xfrm>
          <a:prstGeom prst="rect">
            <a:avLst/>
          </a:prstGeom>
          <a:noFill/>
          <a:ln>
            <a:noFill/>
          </a:ln>
        </p:spPr>
      </p:pic>
      <p:sp>
        <p:nvSpPr>
          <p:cNvPr id="47" name="Google Shape;47;p7"/>
          <p:cNvSpPr/>
          <p:nvPr/>
        </p:nvSpPr>
        <p:spPr>
          <a:xfrm>
            <a:off x="9713843" y="1280803"/>
            <a:ext cx="1331640" cy="1038295"/>
          </a:xfrm>
          <a:custGeom>
            <a:avLst/>
            <a:gdLst/>
            <a:ahLst/>
            <a:cxnLst/>
            <a:rect l="l" t="t" r="r" b="b"/>
            <a:pathLst>
              <a:path w="4972206" h="4406104" extrusionOk="0">
                <a:moveTo>
                  <a:pt x="4972206" y="2196228"/>
                </a:moveTo>
                <a:cubicBezTo>
                  <a:pt x="4972206" y="2445654"/>
                  <a:pt x="4550334" y="2647853"/>
                  <a:pt x="4029928" y="2647853"/>
                </a:cubicBezTo>
                <a:lnTo>
                  <a:pt x="3125921" y="2647852"/>
                </a:lnTo>
                <a:lnTo>
                  <a:pt x="2903813" y="3072732"/>
                </a:lnTo>
                <a:lnTo>
                  <a:pt x="2966780" y="3084461"/>
                </a:lnTo>
                <a:cubicBezTo>
                  <a:pt x="3038799" y="3112567"/>
                  <a:pt x="3089332" y="3178364"/>
                  <a:pt x="3089332" y="3255051"/>
                </a:cubicBezTo>
                <a:cubicBezTo>
                  <a:pt x="3089332" y="3357300"/>
                  <a:pt x="2999495" y="3440190"/>
                  <a:pt x="2888676" y="3440190"/>
                </a:cubicBezTo>
                <a:lnTo>
                  <a:pt x="2711723" y="3440190"/>
                </a:lnTo>
                <a:lnTo>
                  <a:pt x="2672279" y="3515643"/>
                </a:lnTo>
                <a:lnTo>
                  <a:pt x="2685145" y="3518040"/>
                </a:lnTo>
                <a:cubicBezTo>
                  <a:pt x="2757164" y="3546146"/>
                  <a:pt x="2807697" y="3611943"/>
                  <a:pt x="2807697" y="3688630"/>
                </a:cubicBezTo>
                <a:cubicBezTo>
                  <a:pt x="2807697" y="3790879"/>
                  <a:pt x="2717860" y="3873769"/>
                  <a:pt x="2607041" y="3873769"/>
                </a:cubicBezTo>
                <a:lnTo>
                  <a:pt x="2485067" y="3873768"/>
                </a:lnTo>
                <a:lnTo>
                  <a:pt x="2228256" y="4365034"/>
                </a:lnTo>
                <a:cubicBezTo>
                  <a:pt x="2097698" y="4427159"/>
                  <a:pt x="1885601" y="4413569"/>
                  <a:pt x="1819110" y="4359210"/>
                </a:cubicBezTo>
                <a:cubicBezTo>
                  <a:pt x="1753588" y="4402381"/>
                  <a:pt x="2005439" y="3595810"/>
                  <a:pt x="2128358" y="3134447"/>
                </a:cubicBezTo>
                <a:lnTo>
                  <a:pt x="2151078" y="3047176"/>
                </a:lnTo>
                <a:lnTo>
                  <a:pt x="2156931" y="3047176"/>
                </a:lnTo>
                <a:lnTo>
                  <a:pt x="2156931" y="2603536"/>
                </a:lnTo>
                <a:lnTo>
                  <a:pt x="1133254" y="2547147"/>
                </a:lnTo>
                <a:cubicBezTo>
                  <a:pt x="1059172" y="2539139"/>
                  <a:pt x="987168" y="2530698"/>
                  <a:pt x="917894" y="2521680"/>
                </a:cubicBezTo>
                <a:lnTo>
                  <a:pt x="880026" y="2516176"/>
                </a:lnTo>
                <a:lnTo>
                  <a:pt x="300504" y="3177316"/>
                </a:lnTo>
                <a:cubicBezTo>
                  <a:pt x="215765" y="3201363"/>
                  <a:pt x="43156" y="3236873"/>
                  <a:pt x="0" y="3128469"/>
                </a:cubicBezTo>
                <a:lnTo>
                  <a:pt x="238763" y="2440053"/>
                </a:lnTo>
                <a:lnTo>
                  <a:pt x="246556" y="2370460"/>
                </a:lnTo>
                <a:lnTo>
                  <a:pt x="207925" y="2351855"/>
                </a:lnTo>
                <a:cubicBezTo>
                  <a:pt x="129156" y="2309079"/>
                  <a:pt x="85777" y="2258664"/>
                  <a:pt x="87971" y="2198369"/>
                </a:cubicBezTo>
                <a:cubicBezTo>
                  <a:pt x="90165" y="2138074"/>
                  <a:pt x="135778" y="2087660"/>
                  <a:pt x="215544" y="2044706"/>
                </a:cubicBezTo>
                <a:lnTo>
                  <a:pt x="245938" y="2030122"/>
                </a:lnTo>
                <a:lnTo>
                  <a:pt x="238763" y="1966051"/>
                </a:lnTo>
                <a:lnTo>
                  <a:pt x="0" y="1277636"/>
                </a:lnTo>
                <a:cubicBezTo>
                  <a:pt x="43156" y="1169231"/>
                  <a:pt x="215765" y="1204741"/>
                  <a:pt x="300504" y="1228789"/>
                </a:cubicBezTo>
                <a:lnTo>
                  <a:pt x="870752" y="1879348"/>
                </a:lnTo>
                <a:lnTo>
                  <a:pt x="924230" y="1871157"/>
                </a:lnTo>
                <a:cubicBezTo>
                  <a:pt x="993311" y="1861582"/>
                  <a:pt x="1065189" y="1852504"/>
                  <a:pt x="1139271" y="1843767"/>
                </a:cubicBezTo>
                <a:lnTo>
                  <a:pt x="2156931" y="1793028"/>
                </a:lnTo>
                <a:lnTo>
                  <a:pt x="2156931" y="1358928"/>
                </a:lnTo>
                <a:lnTo>
                  <a:pt x="2151078" y="1358928"/>
                </a:lnTo>
                <a:lnTo>
                  <a:pt x="2128358" y="1271657"/>
                </a:lnTo>
                <a:cubicBezTo>
                  <a:pt x="2005440" y="810294"/>
                  <a:pt x="1753589" y="3723"/>
                  <a:pt x="1819111" y="46894"/>
                </a:cubicBezTo>
                <a:cubicBezTo>
                  <a:pt x="1885602" y="-7465"/>
                  <a:pt x="2097699" y="-21055"/>
                  <a:pt x="2228257" y="41070"/>
                </a:cubicBezTo>
                <a:lnTo>
                  <a:pt x="2485068" y="532336"/>
                </a:lnTo>
                <a:lnTo>
                  <a:pt x="2607042" y="532336"/>
                </a:lnTo>
                <a:cubicBezTo>
                  <a:pt x="2717861" y="532336"/>
                  <a:pt x="2807698" y="615226"/>
                  <a:pt x="2807698" y="717475"/>
                </a:cubicBezTo>
                <a:cubicBezTo>
                  <a:pt x="2807698" y="794162"/>
                  <a:pt x="2757165" y="859959"/>
                  <a:pt x="2685146" y="888065"/>
                </a:cubicBezTo>
                <a:lnTo>
                  <a:pt x="2672280" y="890462"/>
                </a:lnTo>
                <a:lnTo>
                  <a:pt x="2711724" y="965915"/>
                </a:lnTo>
                <a:lnTo>
                  <a:pt x="2888677" y="965915"/>
                </a:lnTo>
                <a:cubicBezTo>
                  <a:pt x="2999495" y="965915"/>
                  <a:pt x="3089332" y="1048805"/>
                  <a:pt x="3089332" y="1151054"/>
                </a:cubicBezTo>
                <a:cubicBezTo>
                  <a:pt x="3089332" y="1227741"/>
                  <a:pt x="3038799" y="1293538"/>
                  <a:pt x="2966780" y="1321644"/>
                </a:cubicBezTo>
                <a:lnTo>
                  <a:pt x="2903813" y="1333373"/>
                </a:lnTo>
                <a:lnTo>
                  <a:pt x="3118786" y="1744603"/>
                </a:lnTo>
                <a:lnTo>
                  <a:pt x="4029928" y="1744603"/>
                </a:lnTo>
                <a:cubicBezTo>
                  <a:pt x="4550334" y="1744603"/>
                  <a:pt x="4972206" y="1946802"/>
                  <a:pt x="4972206" y="2196228"/>
                </a:cubicBezTo>
                <a:close/>
              </a:path>
            </a:pathLst>
          </a:custGeom>
          <a:gradFill>
            <a:gsLst>
              <a:gs pos="0">
                <a:srgbClr val="E49836"/>
              </a:gs>
              <a:gs pos="28000">
                <a:srgbClr val="E49836"/>
              </a:gs>
              <a:gs pos="39000">
                <a:srgbClr val="B96D27"/>
              </a:gs>
              <a:gs pos="42000">
                <a:srgbClr val="E49836"/>
              </a:gs>
              <a:gs pos="50000">
                <a:srgbClr val="FFD966"/>
              </a:gs>
              <a:gs pos="58999">
                <a:srgbClr val="B96D27"/>
              </a:gs>
              <a:gs pos="63008">
                <a:srgbClr val="E49836"/>
              </a:gs>
              <a:gs pos="100000">
                <a:srgbClr val="E49836"/>
              </a:gs>
            </a:gsLst>
            <a:lin ang="5400000" scaled="0"/>
          </a:gradFill>
          <a:ln w="9525" cap="flat" cmpd="sng">
            <a:solidFill>
              <a:srgbClr val="B96D27"/>
            </a:solidFill>
            <a:prstDash val="solid"/>
            <a:miter lim="800000"/>
            <a:headEnd type="none" w="sm" len="sm"/>
            <a:tailEnd type="none" w="sm" len="sm"/>
          </a:ln>
          <a:effectLst>
            <a:outerShdw blurRad="139700" dist="508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8" name="Google Shape;48;p7"/>
          <p:cNvSpPr/>
          <p:nvPr/>
        </p:nvSpPr>
        <p:spPr>
          <a:xfrm>
            <a:off x="9546667" y="2294187"/>
            <a:ext cx="1171696" cy="1038295"/>
          </a:xfrm>
          <a:custGeom>
            <a:avLst/>
            <a:gdLst/>
            <a:ahLst/>
            <a:cxnLst/>
            <a:rect l="l" t="t" r="r" b="b"/>
            <a:pathLst>
              <a:path w="4972206" h="4406104" extrusionOk="0">
                <a:moveTo>
                  <a:pt x="4972206" y="2196228"/>
                </a:moveTo>
                <a:cubicBezTo>
                  <a:pt x="4972206" y="2445654"/>
                  <a:pt x="4550334" y="2647853"/>
                  <a:pt x="4029928" y="2647853"/>
                </a:cubicBezTo>
                <a:lnTo>
                  <a:pt x="3125921" y="2647852"/>
                </a:lnTo>
                <a:lnTo>
                  <a:pt x="2903813" y="3072732"/>
                </a:lnTo>
                <a:lnTo>
                  <a:pt x="2966780" y="3084461"/>
                </a:lnTo>
                <a:cubicBezTo>
                  <a:pt x="3038799" y="3112567"/>
                  <a:pt x="3089332" y="3178364"/>
                  <a:pt x="3089332" y="3255051"/>
                </a:cubicBezTo>
                <a:cubicBezTo>
                  <a:pt x="3089332" y="3357300"/>
                  <a:pt x="2999495" y="3440190"/>
                  <a:pt x="2888676" y="3440190"/>
                </a:cubicBezTo>
                <a:lnTo>
                  <a:pt x="2711723" y="3440190"/>
                </a:lnTo>
                <a:lnTo>
                  <a:pt x="2672279" y="3515643"/>
                </a:lnTo>
                <a:lnTo>
                  <a:pt x="2685145" y="3518040"/>
                </a:lnTo>
                <a:cubicBezTo>
                  <a:pt x="2757164" y="3546146"/>
                  <a:pt x="2807697" y="3611943"/>
                  <a:pt x="2807697" y="3688630"/>
                </a:cubicBezTo>
                <a:cubicBezTo>
                  <a:pt x="2807697" y="3790879"/>
                  <a:pt x="2717860" y="3873769"/>
                  <a:pt x="2607041" y="3873769"/>
                </a:cubicBezTo>
                <a:lnTo>
                  <a:pt x="2485067" y="3873768"/>
                </a:lnTo>
                <a:lnTo>
                  <a:pt x="2228256" y="4365034"/>
                </a:lnTo>
                <a:cubicBezTo>
                  <a:pt x="2097698" y="4427159"/>
                  <a:pt x="1885601" y="4413569"/>
                  <a:pt x="1819110" y="4359210"/>
                </a:cubicBezTo>
                <a:cubicBezTo>
                  <a:pt x="1753588" y="4402381"/>
                  <a:pt x="2005439" y="3595810"/>
                  <a:pt x="2128358" y="3134447"/>
                </a:cubicBezTo>
                <a:lnTo>
                  <a:pt x="2151078" y="3047176"/>
                </a:lnTo>
                <a:lnTo>
                  <a:pt x="2156931" y="3047176"/>
                </a:lnTo>
                <a:lnTo>
                  <a:pt x="2156931" y="2603536"/>
                </a:lnTo>
                <a:lnTo>
                  <a:pt x="1133254" y="2547147"/>
                </a:lnTo>
                <a:cubicBezTo>
                  <a:pt x="1059172" y="2539139"/>
                  <a:pt x="987168" y="2530698"/>
                  <a:pt x="917894" y="2521680"/>
                </a:cubicBezTo>
                <a:lnTo>
                  <a:pt x="880026" y="2516176"/>
                </a:lnTo>
                <a:lnTo>
                  <a:pt x="300504" y="3177316"/>
                </a:lnTo>
                <a:cubicBezTo>
                  <a:pt x="215765" y="3201363"/>
                  <a:pt x="43156" y="3236873"/>
                  <a:pt x="0" y="3128469"/>
                </a:cubicBezTo>
                <a:lnTo>
                  <a:pt x="238763" y="2440053"/>
                </a:lnTo>
                <a:lnTo>
                  <a:pt x="246556" y="2370460"/>
                </a:lnTo>
                <a:lnTo>
                  <a:pt x="207925" y="2351855"/>
                </a:lnTo>
                <a:cubicBezTo>
                  <a:pt x="129156" y="2309079"/>
                  <a:pt x="85777" y="2258664"/>
                  <a:pt x="87971" y="2198369"/>
                </a:cubicBezTo>
                <a:cubicBezTo>
                  <a:pt x="90165" y="2138074"/>
                  <a:pt x="135778" y="2087660"/>
                  <a:pt x="215544" y="2044706"/>
                </a:cubicBezTo>
                <a:lnTo>
                  <a:pt x="245938" y="2030122"/>
                </a:lnTo>
                <a:lnTo>
                  <a:pt x="238763" y="1966051"/>
                </a:lnTo>
                <a:lnTo>
                  <a:pt x="0" y="1277636"/>
                </a:lnTo>
                <a:cubicBezTo>
                  <a:pt x="43156" y="1169231"/>
                  <a:pt x="215765" y="1204741"/>
                  <a:pt x="300504" y="1228789"/>
                </a:cubicBezTo>
                <a:lnTo>
                  <a:pt x="870752" y="1879348"/>
                </a:lnTo>
                <a:lnTo>
                  <a:pt x="924230" y="1871157"/>
                </a:lnTo>
                <a:cubicBezTo>
                  <a:pt x="993311" y="1861582"/>
                  <a:pt x="1065189" y="1852504"/>
                  <a:pt x="1139271" y="1843767"/>
                </a:cubicBezTo>
                <a:lnTo>
                  <a:pt x="2156931" y="1793028"/>
                </a:lnTo>
                <a:lnTo>
                  <a:pt x="2156931" y="1358928"/>
                </a:lnTo>
                <a:lnTo>
                  <a:pt x="2151078" y="1358928"/>
                </a:lnTo>
                <a:lnTo>
                  <a:pt x="2128358" y="1271657"/>
                </a:lnTo>
                <a:cubicBezTo>
                  <a:pt x="2005440" y="810294"/>
                  <a:pt x="1753589" y="3723"/>
                  <a:pt x="1819111" y="46894"/>
                </a:cubicBezTo>
                <a:cubicBezTo>
                  <a:pt x="1885602" y="-7465"/>
                  <a:pt x="2097699" y="-21055"/>
                  <a:pt x="2228257" y="41070"/>
                </a:cubicBezTo>
                <a:lnTo>
                  <a:pt x="2485068" y="532336"/>
                </a:lnTo>
                <a:lnTo>
                  <a:pt x="2607042" y="532336"/>
                </a:lnTo>
                <a:cubicBezTo>
                  <a:pt x="2717861" y="532336"/>
                  <a:pt x="2807698" y="615226"/>
                  <a:pt x="2807698" y="717475"/>
                </a:cubicBezTo>
                <a:cubicBezTo>
                  <a:pt x="2807698" y="794162"/>
                  <a:pt x="2757165" y="859959"/>
                  <a:pt x="2685146" y="888065"/>
                </a:cubicBezTo>
                <a:lnTo>
                  <a:pt x="2672280" y="890462"/>
                </a:lnTo>
                <a:lnTo>
                  <a:pt x="2711724" y="965915"/>
                </a:lnTo>
                <a:lnTo>
                  <a:pt x="2888677" y="965915"/>
                </a:lnTo>
                <a:cubicBezTo>
                  <a:pt x="2999495" y="965915"/>
                  <a:pt x="3089332" y="1048805"/>
                  <a:pt x="3089332" y="1151054"/>
                </a:cubicBezTo>
                <a:cubicBezTo>
                  <a:pt x="3089332" y="1227741"/>
                  <a:pt x="3038799" y="1293538"/>
                  <a:pt x="2966780" y="1321644"/>
                </a:cubicBezTo>
                <a:lnTo>
                  <a:pt x="2903813" y="1333373"/>
                </a:lnTo>
                <a:lnTo>
                  <a:pt x="3118786" y="1744603"/>
                </a:lnTo>
                <a:lnTo>
                  <a:pt x="4029928" y="1744603"/>
                </a:lnTo>
                <a:cubicBezTo>
                  <a:pt x="4550334" y="1744603"/>
                  <a:pt x="4972206" y="1946802"/>
                  <a:pt x="4972206" y="2196228"/>
                </a:cubicBezTo>
                <a:close/>
              </a:path>
            </a:pathLst>
          </a:custGeom>
          <a:gradFill>
            <a:gsLst>
              <a:gs pos="0">
                <a:srgbClr val="A5A5A5"/>
              </a:gs>
              <a:gs pos="28000">
                <a:srgbClr val="A5A5A5"/>
              </a:gs>
              <a:gs pos="38000">
                <a:srgbClr val="7F7F7F"/>
              </a:gs>
              <a:gs pos="42000">
                <a:srgbClr val="A5A5A5"/>
              </a:gs>
              <a:gs pos="50000">
                <a:schemeClr val="lt2"/>
              </a:gs>
              <a:gs pos="58999">
                <a:srgbClr val="7F7F7F"/>
              </a:gs>
              <a:gs pos="63008">
                <a:srgbClr val="A5A5A5"/>
              </a:gs>
              <a:gs pos="100000">
                <a:srgbClr val="A5A5A5"/>
              </a:gs>
            </a:gsLst>
            <a:lin ang="5400000" scaled="0"/>
          </a:gradFill>
          <a:ln w="9525" cap="flat" cmpd="sng">
            <a:solidFill>
              <a:srgbClr val="595959"/>
            </a:solidFill>
            <a:prstDash val="solid"/>
            <a:miter lim="800000"/>
            <a:headEnd type="none" w="sm" len="sm"/>
            <a:tailEnd type="none" w="sm" len="sm"/>
          </a:ln>
          <a:effectLst>
            <a:outerShdw blurRad="139700" dist="508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9" name="Google Shape;49;p7"/>
          <p:cNvSpPr/>
          <p:nvPr/>
        </p:nvSpPr>
        <p:spPr>
          <a:xfrm>
            <a:off x="9248655" y="3348118"/>
            <a:ext cx="1171696" cy="1038295"/>
          </a:xfrm>
          <a:custGeom>
            <a:avLst/>
            <a:gdLst/>
            <a:ahLst/>
            <a:cxnLst/>
            <a:rect l="l" t="t" r="r" b="b"/>
            <a:pathLst>
              <a:path w="4972206" h="4406104" extrusionOk="0">
                <a:moveTo>
                  <a:pt x="4972206" y="2196228"/>
                </a:moveTo>
                <a:cubicBezTo>
                  <a:pt x="4972206" y="2445654"/>
                  <a:pt x="4550334" y="2647853"/>
                  <a:pt x="4029928" y="2647853"/>
                </a:cubicBezTo>
                <a:lnTo>
                  <a:pt x="3125921" y="2647852"/>
                </a:lnTo>
                <a:lnTo>
                  <a:pt x="2903813" y="3072732"/>
                </a:lnTo>
                <a:lnTo>
                  <a:pt x="2966780" y="3084461"/>
                </a:lnTo>
                <a:cubicBezTo>
                  <a:pt x="3038799" y="3112567"/>
                  <a:pt x="3089332" y="3178364"/>
                  <a:pt x="3089332" y="3255051"/>
                </a:cubicBezTo>
                <a:cubicBezTo>
                  <a:pt x="3089332" y="3357300"/>
                  <a:pt x="2999495" y="3440190"/>
                  <a:pt x="2888676" y="3440190"/>
                </a:cubicBezTo>
                <a:lnTo>
                  <a:pt x="2711723" y="3440190"/>
                </a:lnTo>
                <a:lnTo>
                  <a:pt x="2672279" y="3515643"/>
                </a:lnTo>
                <a:lnTo>
                  <a:pt x="2685145" y="3518040"/>
                </a:lnTo>
                <a:cubicBezTo>
                  <a:pt x="2757164" y="3546146"/>
                  <a:pt x="2807697" y="3611943"/>
                  <a:pt x="2807697" y="3688630"/>
                </a:cubicBezTo>
                <a:cubicBezTo>
                  <a:pt x="2807697" y="3790879"/>
                  <a:pt x="2717860" y="3873769"/>
                  <a:pt x="2607041" y="3873769"/>
                </a:cubicBezTo>
                <a:lnTo>
                  <a:pt x="2485067" y="3873768"/>
                </a:lnTo>
                <a:lnTo>
                  <a:pt x="2228256" y="4365034"/>
                </a:lnTo>
                <a:cubicBezTo>
                  <a:pt x="2097698" y="4427159"/>
                  <a:pt x="1885601" y="4413569"/>
                  <a:pt x="1819110" y="4359210"/>
                </a:cubicBezTo>
                <a:cubicBezTo>
                  <a:pt x="1753588" y="4402381"/>
                  <a:pt x="2005439" y="3595810"/>
                  <a:pt x="2128358" y="3134447"/>
                </a:cubicBezTo>
                <a:lnTo>
                  <a:pt x="2151078" y="3047176"/>
                </a:lnTo>
                <a:lnTo>
                  <a:pt x="2156931" y="3047176"/>
                </a:lnTo>
                <a:lnTo>
                  <a:pt x="2156931" y="2603536"/>
                </a:lnTo>
                <a:lnTo>
                  <a:pt x="1133254" y="2547147"/>
                </a:lnTo>
                <a:cubicBezTo>
                  <a:pt x="1059172" y="2539139"/>
                  <a:pt x="987168" y="2530698"/>
                  <a:pt x="917894" y="2521680"/>
                </a:cubicBezTo>
                <a:lnTo>
                  <a:pt x="880026" y="2516176"/>
                </a:lnTo>
                <a:lnTo>
                  <a:pt x="300504" y="3177316"/>
                </a:lnTo>
                <a:cubicBezTo>
                  <a:pt x="215765" y="3201363"/>
                  <a:pt x="43156" y="3236873"/>
                  <a:pt x="0" y="3128469"/>
                </a:cubicBezTo>
                <a:lnTo>
                  <a:pt x="238763" y="2440053"/>
                </a:lnTo>
                <a:lnTo>
                  <a:pt x="246556" y="2370460"/>
                </a:lnTo>
                <a:lnTo>
                  <a:pt x="207925" y="2351855"/>
                </a:lnTo>
                <a:cubicBezTo>
                  <a:pt x="129156" y="2309079"/>
                  <a:pt x="85777" y="2258664"/>
                  <a:pt x="87971" y="2198369"/>
                </a:cubicBezTo>
                <a:cubicBezTo>
                  <a:pt x="90165" y="2138074"/>
                  <a:pt x="135778" y="2087660"/>
                  <a:pt x="215544" y="2044706"/>
                </a:cubicBezTo>
                <a:lnTo>
                  <a:pt x="245938" y="2030122"/>
                </a:lnTo>
                <a:lnTo>
                  <a:pt x="238763" y="1966051"/>
                </a:lnTo>
                <a:lnTo>
                  <a:pt x="0" y="1277636"/>
                </a:lnTo>
                <a:cubicBezTo>
                  <a:pt x="43156" y="1169231"/>
                  <a:pt x="215765" y="1204741"/>
                  <a:pt x="300504" y="1228789"/>
                </a:cubicBezTo>
                <a:lnTo>
                  <a:pt x="870752" y="1879348"/>
                </a:lnTo>
                <a:lnTo>
                  <a:pt x="924230" y="1871157"/>
                </a:lnTo>
                <a:cubicBezTo>
                  <a:pt x="993311" y="1861582"/>
                  <a:pt x="1065189" y="1852504"/>
                  <a:pt x="1139271" y="1843767"/>
                </a:cubicBezTo>
                <a:lnTo>
                  <a:pt x="2156931" y="1793028"/>
                </a:lnTo>
                <a:lnTo>
                  <a:pt x="2156931" y="1358928"/>
                </a:lnTo>
                <a:lnTo>
                  <a:pt x="2151078" y="1358928"/>
                </a:lnTo>
                <a:lnTo>
                  <a:pt x="2128358" y="1271657"/>
                </a:lnTo>
                <a:cubicBezTo>
                  <a:pt x="2005440" y="810294"/>
                  <a:pt x="1753589" y="3723"/>
                  <a:pt x="1819111" y="46894"/>
                </a:cubicBezTo>
                <a:cubicBezTo>
                  <a:pt x="1885602" y="-7465"/>
                  <a:pt x="2097699" y="-21055"/>
                  <a:pt x="2228257" y="41070"/>
                </a:cubicBezTo>
                <a:lnTo>
                  <a:pt x="2485068" y="532336"/>
                </a:lnTo>
                <a:lnTo>
                  <a:pt x="2607042" y="532336"/>
                </a:lnTo>
                <a:cubicBezTo>
                  <a:pt x="2717861" y="532336"/>
                  <a:pt x="2807698" y="615226"/>
                  <a:pt x="2807698" y="717475"/>
                </a:cubicBezTo>
                <a:cubicBezTo>
                  <a:pt x="2807698" y="794162"/>
                  <a:pt x="2757165" y="859959"/>
                  <a:pt x="2685146" y="888065"/>
                </a:cubicBezTo>
                <a:lnTo>
                  <a:pt x="2672280" y="890462"/>
                </a:lnTo>
                <a:lnTo>
                  <a:pt x="2711724" y="965915"/>
                </a:lnTo>
                <a:lnTo>
                  <a:pt x="2888677" y="965915"/>
                </a:lnTo>
                <a:cubicBezTo>
                  <a:pt x="2999495" y="965915"/>
                  <a:pt x="3089332" y="1048805"/>
                  <a:pt x="3089332" y="1151054"/>
                </a:cubicBezTo>
                <a:cubicBezTo>
                  <a:pt x="3089332" y="1227741"/>
                  <a:pt x="3038799" y="1293538"/>
                  <a:pt x="2966780" y="1321644"/>
                </a:cubicBezTo>
                <a:lnTo>
                  <a:pt x="2903813" y="1333373"/>
                </a:lnTo>
                <a:lnTo>
                  <a:pt x="3118786" y="1744603"/>
                </a:lnTo>
                <a:lnTo>
                  <a:pt x="4029928" y="1744603"/>
                </a:lnTo>
                <a:cubicBezTo>
                  <a:pt x="4550334" y="1744603"/>
                  <a:pt x="4972206" y="1946802"/>
                  <a:pt x="4972206" y="2196228"/>
                </a:cubicBezTo>
                <a:close/>
              </a:path>
            </a:pathLst>
          </a:custGeom>
          <a:gradFill>
            <a:gsLst>
              <a:gs pos="0">
                <a:srgbClr val="3E8EA0"/>
              </a:gs>
              <a:gs pos="28000">
                <a:srgbClr val="3E8EA0"/>
              </a:gs>
              <a:gs pos="38000">
                <a:srgbClr val="327683"/>
              </a:gs>
              <a:gs pos="41000">
                <a:srgbClr val="3E8EA0"/>
              </a:gs>
              <a:gs pos="50000">
                <a:srgbClr val="54BCCF"/>
              </a:gs>
              <a:gs pos="58999">
                <a:srgbClr val="327683"/>
              </a:gs>
              <a:gs pos="62000">
                <a:srgbClr val="3E8EA0"/>
              </a:gs>
              <a:gs pos="100000">
                <a:srgbClr val="3E8EA0"/>
              </a:gs>
            </a:gsLst>
            <a:lin ang="5400000" scaled="0"/>
          </a:gradFill>
          <a:ln w="9525" cap="flat" cmpd="sng">
            <a:solidFill>
              <a:srgbClr val="327683"/>
            </a:solidFill>
            <a:prstDash val="solid"/>
            <a:miter lim="800000"/>
            <a:headEnd type="none" w="sm" len="sm"/>
            <a:tailEnd type="none" w="sm" len="sm"/>
          </a:ln>
          <a:effectLst>
            <a:outerShdw blurRad="139700" dist="508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0" name="Google Shape;50;p7"/>
          <p:cNvSpPr/>
          <p:nvPr/>
        </p:nvSpPr>
        <p:spPr>
          <a:xfrm>
            <a:off x="9065424" y="4402049"/>
            <a:ext cx="1171696" cy="1038295"/>
          </a:xfrm>
          <a:custGeom>
            <a:avLst/>
            <a:gdLst/>
            <a:ahLst/>
            <a:cxnLst/>
            <a:rect l="l" t="t" r="r" b="b"/>
            <a:pathLst>
              <a:path w="4972206" h="4406104" extrusionOk="0">
                <a:moveTo>
                  <a:pt x="4972206" y="2196228"/>
                </a:moveTo>
                <a:cubicBezTo>
                  <a:pt x="4972206" y="2445654"/>
                  <a:pt x="4550334" y="2647853"/>
                  <a:pt x="4029928" y="2647853"/>
                </a:cubicBezTo>
                <a:lnTo>
                  <a:pt x="3125921" y="2647852"/>
                </a:lnTo>
                <a:lnTo>
                  <a:pt x="2903813" y="3072732"/>
                </a:lnTo>
                <a:lnTo>
                  <a:pt x="2966780" y="3084461"/>
                </a:lnTo>
                <a:cubicBezTo>
                  <a:pt x="3038799" y="3112567"/>
                  <a:pt x="3089332" y="3178364"/>
                  <a:pt x="3089332" y="3255051"/>
                </a:cubicBezTo>
                <a:cubicBezTo>
                  <a:pt x="3089332" y="3357300"/>
                  <a:pt x="2999495" y="3440190"/>
                  <a:pt x="2888676" y="3440190"/>
                </a:cubicBezTo>
                <a:lnTo>
                  <a:pt x="2711723" y="3440190"/>
                </a:lnTo>
                <a:lnTo>
                  <a:pt x="2672279" y="3515643"/>
                </a:lnTo>
                <a:lnTo>
                  <a:pt x="2685145" y="3518040"/>
                </a:lnTo>
                <a:cubicBezTo>
                  <a:pt x="2757164" y="3546146"/>
                  <a:pt x="2807697" y="3611943"/>
                  <a:pt x="2807697" y="3688630"/>
                </a:cubicBezTo>
                <a:cubicBezTo>
                  <a:pt x="2807697" y="3790879"/>
                  <a:pt x="2717860" y="3873769"/>
                  <a:pt x="2607041" y="3873769"/>
                </a:cubicBezTo>
                <a:lnTo>
                  <a:pt x="2485067" y="3873768"/>
                </a:lnTo>
                <a:lnTo>
                  <a:pt x="2228256" y="4365034"/>
                </a:lnTo>
                <a:cubicBezTo>
                  <a:pt x="2097698" y="4427159"/>
                  <a:pt x="1885601" y="4413569"/>
                  <a:pt x="1819110" y="4359210"/>
                </a:cubicBezTo>
                <a:cubicBezTo>
                  <a:pt x="1753588" y="4402381"/>
                  <a:pt x="2005439" y="3595810"/>
                  <a:pt x="2128358" y="3134447"/>
                </a:cubicBezTo>
                <a:lnTo>
                  <a:pt x="2151078" y="3047176"/>
                </a:lnTo>
                <a:lnTo>
                  <a:pt x="2156931" y="3047176"/>
                </a:lnTo>
                <a:lnTo>
                  <a:pt x="2156931" y="2603536"/>
                </a:lnTo>
                <a:lnTo>
                  <a:pt x="1133254" y="2547147"/>
                </a:lnTo>
                <a:cubicBezTo>
                  <a:pt x="1059172" y="2539139"/>
                  <a:pt x="987168" y="2530698"/>
                  <a:pt x="917894" y="2521680"/>
                </a:cubicBezTo>
                <a:lnTo>
                  <a:pt x="880026" y="2516176"/>
                </a:lnTo>
                <a:lnTo>
                  <a:pt x="300504" y="3177316"/>
                </a:lnTo>
                <a:cubicBezTo>
                  <a:pt x="215765" y="3201363"/>
                  <a:pt x="43156" y="3236873"/>
                  <a:pt x="0" y="3128469"/>
                </a:cubicBezTo>
                <a:lnTo>
                  <a:pt x="238763" y="2440053"/>
                </a:lnTo>
                <a:lnTo>
                  <a:pt x="246556" y="2370460"/>
                </a:lnTo>
                <a:lnTo>
                  <a:pt x="207925" y="2351855"/>
                </a:lnTo>
                <a:cubicBezTo>
                  <a:pt x="129156" y="2309079"/>
                  <a:pt x="85777" y="2258664"/>
                  <a:pt x="87971" y="2198369"/>
                </a:cubicBezTo>
                <a:cubicBezTo>
                  <a:pt x="90165" y="2138074"/>
                  <a:pt x="135778" y="2087660"/>
                  <a:pt x="215544" y="2044706"/>
                </a:cubicBezTo>
                <a:lnTo>
                  <a:pt x="245938" y="2030122"/>
                </a:lnTo>
                <a:lnTo>
                  <a:pt x="238763" y="1966051"/>
                </a:lnTo>
                <a:lnTo>
                  <a:pt x="0" y="1277636"/>
                </a:lnTo>
                <a:cubicBezTo>
                  <a:pt x="43156" y="1169231"/>
                  <a:pt x="215765" y="1204741"/>
                  <a:pt x="300504" y="1228789"/>
                </a:cubicBezTo>
                <a:lnTo>
                  <a:pt x="870752" y="1879348"/>
                </a:lnTo>
                <a:lnTo>
                  <a:pt x="924230" y="1871157"/>
                </a:lnTo>
                <a:cubicBezTo>
                  <a:pt x="993311" y="1861582"/>
                  <a:pt x="1065189" y="1852504"/>
                  <a:pt x="1139271" y="1843767"/>
                </a:cubicBezTo>
                <a:lnTo>
                  <a:pt x="2156931" y="1793028"/>
                </a:lnTo>
                <a:lnTo>
                  <a:pt x="2156931" y="1358928"/>
                </a:lnTo>
                <a:lnTo>
                  <a:pt x="2151078" y="1358928"/>
                </a:lnTo>
                <a:lnTo>
                  <a:pt x="2128358" y="1271657"/>
                </a:lnTo>
                <a:cubicBezTo>
                  <a:pt x="2005440" y="810294"/>
                  <a:pt x="1753589" y="3723"/>
                  <a:pt x="1819111" y="46894"/>
                </a:cubicBezTo>
                <a:cubicBezTo>
                  <a:pt x="1885602" y="-7465"/>
                  <a:pt x="2097699" y="-21055"/>
                  <a:pt x="2228257" y="41070"/>
                </a:cubicBezTo>
                <a:lnTo>
                  <a:pt x="2485068" y="532336"/>
                </a:lnTo>
                <a:lnTo>
                  <a:pt x="2607042" y="532336"/>
                </a:lnTo>
                <a:cubicBezTo>
                  <a:pt x="2717861" y="532336"/>
                  <a:pt x="2807698" y="615226"/>
                  <a:pt x="2807698" y="717475"/>
                </a:cubicBezTo>
                <a:cubicBezTo>
                  <a:pt x="2807698" y="794162"/>
                  <a:pt x="2757165" y="859959"/>
                  <a:pt x="2685146" y="888065"/>
                </a:cubicBezTo>
                <a:lnTo>
                  <a:pt x="2672280" y="890462"/>
                </a:lnTo>
                <a:lnTo>
                  <a:pt x="2711724" y="965915"/>
                </a:lnTo>
                <a:lnTo>
                  <a:pt x="2888677" y="965915"/>
                </a:lnTo>
                <a:cubicBezTo>
                  <a:pt x="2999495" y="965915"/>
                  <a:pt x="3089332" y="1048805"/>
                  <a:pt x="3089332" y="1151054"/>
                </a:cubicBezTo>
                <a:cubicBezTo>
                  <a:pt x="3089332" y="1227741"/>
                  <a:pt x="3038799" y="1293538"/>
                  <a:pt x="2966780" y="1321644"/>
                </a:cubicBezTo>
                <a:lnTo>
                  <a:pt x="2903813" y="1333373"/>
                </a:lnTo>
                <a:lnTo>
                  <a:pt x="3118786" y="1744603"/>
                </a:lnTo>
                <a:lnTo>
                  <a:pt x="4029928" y="1744603"/>
                </a:lnTo>
                <a:cubicBezTo>
                  <a:pt x="4550334" y="1744603"/>
                  <a:pt x="4972206" y="1946802"/>
                  <a:pt x="4972206" y="2196228"/>
                </a:cubicBezTo>
                <a:close/>
              </a:path>
            </a:pathLst>
          </a:custGeom>
          <a:gradFill>
            <a:gsLst>
              <a:gs pos="0">
                <a:srgbClr val="505F63"/>
              </a:gs>
              <a:gs pos="28000">
                <a:srgbClr val="505F63"/>
              </a:gs>
              <a:gs pos="39000">
                <a:srgbClr val="374245"/>
              </a:gs>
              <a:gs pos="42000">
                <a:srgbClr val="505F63"/>
              </a:gs>
              <a:gs pos="50000">
                <a:srgbClr val="AEABAB"/>
              </a:gs>
              <a:gs pos="58999">
                <a:srgbClr val="374245"/>
              </a:gs>
              <a:gs pos="63008">
                <a:srgbClr val="505F63"/>
              </a:gs>
              <a:gs pos="100000">
                <a:srgbClr val="505F63"/>
              </a:gs>
            </a:gsLst>
            <a:lin ang="5400000" scaled="0"/>
          </a:gradFill>
          <a:ln w="9525" cap="flat" cmpd="sng">
            <a:solidFill>
              <a:srgbClr val="374245"/>
            </a:solidFill>
            <a:prstDash val="solid"/>
            <a:miter lim="800000"/>
            <a:headEnd type="none" w="sm" len="sm"/>
            <a:tailEnd type="none" w="sm" len="sm"/>
          </a:ln>
          <a:effectLst>
            <a:outerShdw blurRad="139700" dist="508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51" name="Picture 50">
            <a:extLst>
              <a:ext uri="{FF2B5EF4-FFF2-40B4-BE49-F238E27FC236}">
                <a16:creationId xmlns="" xmlns:a16="http://schemas.microsoft.com/office/drawing/2014/main" id="{35F3B9AD-1420-48FC-9267-C2C0C3E13FF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39756" y="5977632"/>
            <a:ext cx="835393" cy="669380"/>
          </a:xfrm>
          <a:prstGeom prst="rect">
            <a:avLst/>
          </a:prstGeom>
        </p:spPr>
      </p:pic>
      <p:sp>
        <p:nvSpPr>
          <p:cNvPr id="52" name="TextBox 51">
            <a:extLst>
              <a:ext uri="{FF2B5EF4-FFF2-40B4-BE49-F238E27FC236}">
                <a16:creationId xmlns="" xmlns:a16="http://schemas.microsoft.com/office/drawing/2014/main" id="{7F8E0DC6-3481-4257-AADB-D93129F7F586}"/>
              </a:ext>
            </a:extLst>
          </p:cNvPr>
          <p:cNvSpPr txBox="1"/>
          <p:nvPr/>
        </p:nvSpPr>
        <p:spPr>
          <a:xfrm>
            <a:off x="1977579" y="6135996"/>
            <a:ext cx="6009099" cy="400110"/>
          </a:xfrm>
          <a:prstGeom prst="rect">
            <a:avLst/>
          </a:prstGeom>
          <a:noFill/>
        </p:spPr>
        <p:txBody>
          <a:bodyPr wrap="square">
            <a:spAutoFit/>
          </a:bodyPr>
          <a:lstStyle/>
          <a:p>
            <a:pPr>
              <a:defRPr/>
            </a:pPr>
            <a:r>
              <a:rPr lang="en-US" sz="1000" spc="280" dirty="0"/>
              <a:t>PEJABAT KETUA PEGAWAI KESELAMATAN KERAJAAN MALAYSIA</a:t>
            </a:r>
          </a:p>
          <a:p>
            <a:pPr>
              <a:defRPr/>
            </a:pPr>
            <a:r>
              <a:rPr lang="en-US" sz="1000" spc="280" dirty="0"/>
              <a:t>JABATAN PERDANA MENTERI</a:t>
            </a:r>
          </a:p>
        </p:txBody>
      </p:sp>
      <p:sp>
        <p:nvSpPr>
          <p:cNvPr id="16" name="Google Shape;31;p7"/>
          <p:cNvSpPr txBox="1"/>
          <p:nvPr/>
        </p:nvSpPr>
        <p:spPr>
          <a:xfrm>
            <a:off x="2231572" y="2176798"/>
            <a:ext cx="7315096" cy="1363627"/>
          </a:xfrm>
          <a:prstGeom prst="rect">
            <a:avLst/>
          </a:prstGeom>
          <a:noFill/>
          <a:ln>
            <a:noFill/>
          </a:ln>
        </p:spPr>
        <p:txBody>
          <a:bodyPr spcFirstLastPara="1" wrap="square" lIns="91425" tIns="45700" rIns="91425" bIns="45700" anchor="t" anchorCtr="0">
            <a:noAutofit/>
          </a:bodyPr>
          <a:lstStyle/>
          <a:p>
            <a:pPr lvl="0" algn="just"/>
            <a:r>
              <a:rPr lang="ms-MY" sz="2000" dirty="0">
                <a:latin typeface="Tahoma" panose="020B0604030504040204" pitchFamily="34" charset="0"/>
                <a:ea typeface="Tahoma" panose="020B0604030504040204" pitchFamily="34" charset="0"/>
                <a:cs typeface="Tahoma" panose="020B0604030504040204" pitchFamily="34" charset="0"/>
              </a:rPr>
              <a:t>penghantaran rahsia rasmi ke Jabatan lain dalam bangunan atau kawasan atau bandar yang sama hendaklah dibuat melalui “Sistem Peti atau B</a:t>
            </a:r>
            <a:r>
              <a:rPr lang="ms-MY" sz="2000" i="1" dirty="0">
                <a:latin typeface="Tahoma" panose="020B0604030504040204" pitchFamily="34" charset="0"/>
                <a:ea typeface="Tahoma" panose="020B0604030504040204" pitchFamily="34" charset="0"/>
                <a:cs typeface="Tahoma" panose="020B0604030504040204" pitchFamily="34" charset="0"/>
              </a:rPr>
              <a:t>eg </a:t>
            </a:r>
            <a:r>
              <a:rPr lang="ms-MY" sz="2000" dirty="0">
                <a:latin typeface="Tahoma" panose="020B0604030504040204" pitchFamily="34" charset="0"/>
                <a:ea typeface="Tahoma" panose="020B0604030504040204" pitchFamily="34" charset="0"/>
                <a:cs typeface="Tahoma" panose="020B0604030504040204" pitchFamily="34" charset="0"/>
              </a:rPr>
              <a:t>Berkunci” yang menggunakan sistem satu lapis sampul surat</a:t>
            </a:r>
          </a:p>
        </p:txBody>
      </p:sp>
      <p:sp>
        <p:nvSpPr>
          <p:cNvPr id="17" name="Google Shape;31;p7"/>
          <p:cNvSpPr txBox="1"/>
          <p:nvPr/>
        </p:nvSpPr>
        <p:spPr>
          <a:xfrm>
            <a:off x="1676400" y="3629455"/>
            <a:ext cx="7563784" cy="845242"/>
          </a:xfrm>
          <a:prstGeom prst="rect">
            <a:avLst/>
          </a:prstGeom>
          <a:noFill/>
          <a:ln>
            <a:noFill/>
          </a:ln>
        </p:spPr>
        <p:txBody>
          <a:bodyPr spcFirstLastPara="1" wrap="square" lIns="91425" tIns="45700" rIns="91425" bIns="45700" anchor="t" anchorCtr="0">
            <a:noAutofit/>
          </a:bodyPr>
          <a:lstStyle/>
          <a:p>
            <a:pPr lvl="0" algn="just"/>
            <a:r>
              <a:rPr lang="ms-MY" sz="2000" dirty="0">
                <a:latin typeface="Tahoma" panose="020B0604030504040204" pitchFamily="34" charset="0"/>
                <a:ea typeface="Tahoma" panose="020B0604030504040204" pitchFamily="34" charset="0"/>
                <a:cs typeface="Tahoma" panose="020B0604030504040204" pitchFamily="34" charset="0"/>
              </a:rPr>
              <a:t>melalui “Utusan Selamat” dengan menggunakan sistem dua lapis sampul surat </a:t>
            </a:r>
          </a:p>
        </p:txBody>
      </p:sp>
      <p:sp>
        <p:nvSpPr>
          <p:cNvPr id="18" name="Google Shape;31;p7"/>
          <p:cNvSpPr txBox="1"/>
          <p:nvPr/>
        </p:nvSpPr>
        <p:spPr>
          <a:xfrm>
            <a:off x="2917235" y="4739859"/>
            <a:ext cx="6148189" cy="965648"/>
          </a:xfrm>
          <a:prstGeom prst="rect">
            <a:avLst/>
          </a:prstGeom>
          <a:noFill/>
          <a:ln>
            <a:noFill/>
          </a:ln>
        </p:spPr>
        <p:txBody>
          <a:bodyPr spcFirstLastPara="1" wrap="square" lIns="91425" tIns="45700" rIns="91425" bIns="45700" anchor="t" anchorCtr="0">
            <a:noAutofit/>
          </a:bodyPr>
          <a:lstStyle/>
          <a:p>
            <a:pPr lvl="0" algn="just"/>
            <a:r>
              <a:rPr lang="ms-MY" sz="2000" dirty="0">
                <a:latin typeface="Tahoma" panose="020B0604030504040204" pitchFamily="34" charset="0"/>
                <a:ea typeface="Tahoma" panose="020B0604030504040204" pitchFamily="34" charset="0"/>
                <a:cs typeface="Tahoma" panose="020B0604030504040204" pitchFamily="34" charset="0"/>
              </a:rPr>
              <a:t>Dokumen “Terhad” boleh dihantar dengan pos tidak berdaftar atau cara-cara lain yang sesuai</a:t>
            </a:r>
            <a:r>
              <a:rPr lang="en-GB" sz="2000" dirty="0">
                <a:latin typeface="Tahoma" panose="020B0604030504040204" pitchFamily="34" charset="0"/>
                <a:ea typeface="Tahoma" panose="020B0604030504040204" pitchFamily="34" charset="0"/>
                <a:cs typeface="Tahoma" panose="020B0604030504040204" pitchFamily="34" charset="0"/>
              </a:rPr>
              <a:t>;</a:t>
            </a:r>
            <a:endParaRPr lang="en-MY" sz="2000" dirty="0">
              <a:latin typeface="Tahoma" panose="020B0604030504040204" pitchFamily="34" charset="0"/>
              <a:ea typeface="Tahoma" panose="020B0604030504040204" pitchFamily="34" charset="0"/>
              <a:cs typeface="Tahoma" panose="020B0604030504040204" pitchFamily="34" charset="0"/>
            </a:endParaRPr>
          </a:p>
        </p:txBody>
      </p:sp>
      <p:sp>
        <p:nvSpPr>
          <p:cNvPr id="19" name="Google Shape;27;p7"/>
          <p:cNvSpPr/>
          <p:nvPr/>
        </p:nvSpPr>
        <p:spPr>
          <a:xfrm>
            <a:off x="1584667" y="640070"/>
            <a:ext cx="8876590" cy="772907"/>
          </a:xfrm>
          <a:prstGeom prst="rect">
            <a:avLst/>
          </a:prstGeom>
          <a:noFill/>
          <a:ln>
            <a:noFill/>
          </a:ln>
        </p:spPr>
        <p:txBody>
          <a:bodyPr spcFirstLastPara="1" wrap="square" lIns="91425" tIns="45700" rIns="91425" bIns="45700" anchor="t" anchorCtr="0">
            <a:noAutofit/>
          </a:bodyPr>
          <a:lstStyle/>
          <a:p>
            <a:pPr algn="just"/>
            <a:r>
              <a:rPr lang="en-GB" sz="2000" b="1" dirty="0" err="1">
                <a:solidFill>
                  <a:srgbClr val="C00000"/>
                </a:solidFill>
                <a:latin typeface="Tahoma" panose="020B0604030504040204" pitchFamily="34" charset="0"/>
                <a:ea typeface="Tahoma" panose="020B0604030504040204" pitchFamily="34" charset="0"/>
                <a:cs typeface="Tahoma" panose="020B0604030504040204" pitchFamily="34" charset="0"/>
              </a:rPr>
              <a:t>Penghantaran</a:t>
            </a:r>
            <a:r>
              <a:rPr lang="en-GB" sz="2000" b="1" dirty="0">
                <a:solidFill>
                  <a:srgbClr val="C00000"/>
                </a:solidFill>
                <a:latin typeface="Tahoma" panose="020B0604030504040204" pitchFamily="34" charset="0"/>
                <a:ea typeface="Tahoma" panose="020B0604030504040204" pitchFamily="34" charset="0"/>
                <a:cs typeface="Tahoma" panose="020B0604030504040204" pitchFamily="34" charset="0"/>
              </a:rPr>
              <a:t> </a:t>
            </a:r>
            <a:r>
              <a:rPr lang="en-GB" sz="2000" b="1" dirty="0" err="1">
                <a:solidFill>
                  <a:srgbClr val="C00000"/>
                </a:solidFill>
                <a:latin typeface="Tahoma" panose="020B0604030504040204" pitchFamily="34" charset="0"/>
                <a:ea typeface="Tahoma" panose="020B0604030504040204" pitchFamily="34" charset="0"/>
                <a:cs typeface="Tahoma" panose="020B0604030504040204" pitchFamily="34" charset="0"/>
              </a:rPr>
              <a:t>ke</a:t>
            </a:r>
            <a:r>
              <a:rPr lang="en-GB" sz="2000" b="1" dirty="0">
                <a:solidFill>
                  <a:srgbClr val="C00000"/>
                </a:solidFill>
                <a:latin typeface="Tahoma" panose="020B0604030504040204" pitchFamily="34" charset="0"/>
                <a:ea typeface="Tahoma" panose="020B0604030504040204" pitchFamily="34" charset="0"/>
                <a:cs typeface="Tahoma" panose="020B0604030504040204" pitchFamily="34" charset="0"/>
              </a:rPr>
              <a:t> lain </a:t>
            </a:r>
            <a:r>
              <a:rPr lang="en-GB" sz="2000" b="1" dirty="0" err="1">
                <a:solidFill>
                  <a:srgbClr val="C00000"/>
                </a:solidFill>
                <a:latin typeface="Tahoma" panose="020B0604030504040204" pitchFamily="34" charset="0"/>
                <a:ea typeface="Tahoma" panose="020B0604030504040204" pitchFamily="34" charset="0"/>
                <a:cs typeface="Tahoma" panose="020B0604030504040204" pitchFamily="34" charset="0"/>
              </a:rPr>
              <a:t>jabatan</a:t>
            </a:r>
            <a:r>
              <a:rPr lang="en-GB" sz="2000" b="1" dirty="0">
                <a:solidFill>
                  <a:srgbClr val="C00000"/>
                </a:solidFill>
                <a:latin typeface="Tahoma" panose="020B0604030504040204" pitchFamily="34" charset="0"/>
                <a:ea typeface="Tahoma" panose="020B0604030504040204" pitchFamily="34" charset="0"/>
                <a:cs typeface="Tahoma" panose="020B0604030504040204" pitchFamily="34" charset="0"/>
              </a:rPr>
              <a:t> </a:t>
            </a:r>
            <a:r>
              <a:rPr lang="en-GB" sz="2000" b="1" dirty="0" err="1">
                <a:solidFill>
                  <a:srgbClr val="C00000"/>
                </a:solidFill>
                <a:latin typeface="Tahoma" panose="020B0604030504040204" pitchFamily="34" charset="0"/>
                <a:ea typeface="Tahoma" panose="020B0604030504040204" pitchFamily="34" charset="0"/>
                <a:cs typeface="Tahoma" panose="020B0604030504040204" pitchFamily="34" charset="0"/>
              </a:rPr>
              <a:t>dalam</a:t>
            </a:r>
            <a:r>
              <a:rPr lang="en-GB" sz="2000" b="1" dirty="0">
                <a:solidFill>
                  <a:srgbClr val="C00000"/>
                </a:solidFill>
                <a:latin typeface="Tahoma" panose="020B0604030504040204" pitchFamily="34" charset="0"/>
                <a:ea typeface="Tahoma" panose="020B0604030504040204" pitchFamily="34" charset="0"/>
                <a:cs typeface="Tahoma" panose="020B0604030504040204" pitchFamily="34" charset="0"/>
              </a:rPr>
              <a:t> </a:t>
            </a:r>
            <a:r>
              <a:rPr lang="en-GB" sz="2000" b="1" dirty="0" err="1">
                <a:solidFill>
                  <a:srgbClr val="C00000"/>
                </a:solidFill>
                <a:latin typeface="Tahoma" panose="020B0604030504040204" pitchFamily="34" charset="0"/>
                <a:ea typeface="Tahoma" panose="020B0604030504040204" pitchFamily="34" charset="0"/>
                <a:cs typeface="Tahoma" panose="020B0604030504040204" pitchFamily="34" charset="0"/>
              </a:rPr>
              <a:t>bangunan</a:t>
            </a:r>
            <a:r>
              <a:rPr lang="en-GB" sz="2000" b="1" dirty="0">
                <a:solidFill>
                  <a:srgbClr val="C00000"/>
                </a:solidFill>
                <a:latin typeface="Tahoma" panose="020B0604030504040204" pitchFamily="34" charset="0"/>
                <a:ea typeface="Tahoma" panose="020B0604030504040204" pitchFamily="34" charset="0"/>
                <a:cs typeface="Tahoma" panose="020B0604030504040204" pitchFamily="34" charset="0"/>
              </a:rPr>
              <a:t> </a:t>
            </a:r>
            <a:r>
              <a:rPr lang="en-GB" sz="2000" b="1" dirty="0" err="1">
                <a:solidFill>
                  <a:srgbClr val="C00000"/>
                </a:solidFill>
                <a:latin typeface="Tahoma" panose="020B0604030504040204" pitchFamily="34" charset="0"/>
                <a:ea typeface="Tahoma" panose="020B0604030504040204" pitchFamily="34" charset="0"/>
                <a:cs typeface="Tahoma" panose="020B0604030504040204" pitchFamily="34" charset="0"/>
              </a:rPr>
              <a:t>atau</a:t>
            </a:r>
            <a:r>
              <a:rPr lang="en-GB" sz="2000" b="1" dirty="0">
                <a:solidFill>
                  <a:srgbClr val="C00000"/>
                </a:solidFill>
                <a:latin typeface="Tahoma" panose="020B0604030504040204" pitchFamily="34" charset="0"/>
                <a:ea typeface="Tahoma" panose="020B0604030504040204" pitchFamily="34" charset="0"/>
                <a:cs typeface="Tahoma" panose="020B0604030504040204" pitchFamily="34" charset="0"/>
              </a:rPr>
              <a:t> </a:t>
            </a:r>
            <a:r>
              <a:rPr lang="en-GB" sz="2000" b="1" dirty="0" err="1">
                <a:solidFill>
                  <a:srgbClr val="C00000"/>
                </a:solidFill>
                <a:latin typeface="Tahoma" panose="020B0604030504040204" pitchFamily="34" charset="0"/>
                <a:ea typeface="Tahoma" panose="020B0604030504040204" pitchFamily="34" charset="0"/>
                <a:cs typeface="Tahoma" panose="020B0604030504040204" pitchFamily="34" charset="0"/>
              </a:rPr>
              <a:t>Kawasan</a:t>
            </a:r>
            <a:r>
              <a:rPr lang="en-GB" sz="2000" b="1" dirty="0">
                <a:solidFill>
                  <a:srgbClr val="C00000"/>
                </a:solidFill>
                <a:latin typeface="Tahoma" panose="020B0604030504040204" pitchFamily="34" charset="0"/>
                <a:ea typeface="Tahoma" panose="020B0604030504040204" pitchFamily="34" charset="0"/>
                <a:cs typeface="Tahoma" panose="020B0604030504040204" pitchFamily="34" charset="0"/>
              </a:rPr>
              <a:t> </a:t>
            </a:r>
            <a:r>
              <a:rPr lang="en-GB" sz="2000" b="1" dirty="0" err="1">
                <a:solidFill>
                  <a:srgbClr val="C00000"/>
                </a:solidFill>
                <a:latin typeface="Tahoma" panose="020B0604030504040204" pitchFamily="34" charset="0"/>
                <a:ea typeface="Tahoma" panose="020B0604030504040204" pitchFamily="34" charset="0"/>
                <a:cs typeface="Tahoma" panose="020B0604030504040204" pitchFamily="34" charset="0"/>
              </a:rPr>
              <a:t>atau</a:t>
            </a:r>
            <a:r>
              <a:rPr lang="en-GB" sz="2000" b="1" dirty="0">
                <a:solidFill>
                  <a:srgbClr val="C00000"/>
                </a:solidFill>
                <a:latin typeface="Tahoma" panose="020B0604030504040204" pitchFamily="34" charset="0"/>
                <a:ea typeface="Tahoma" panose="020B0604030504040204" pitchFamily="34" charset="0"/>
                <a:cs typeface="Tahoma" panose="020B0604030504040204" pitchFamily="34" charset="0"/>
              </a:rPr>
              <a:t> </a:t>
            </a:r>
            <a:r>
              <a:rPr lang="en-GB" sz="2000" b="1" dirty="0" err="1">
                <a:solidFill>
                  <a:srgbClr val="C00000"/>
                </a:solidFill>
                <a:latin typeface="Tahoma" panose="020B0604030504040204" pitchFamily="34" charset="0"/>
                <a:ea typeface="Tahoma" panose="020B0604030504040204" pitchFamily="34" charset="0"/>
                <a:cs typeface="Tahoma" panose="020B0604030504040204" pitchFamily="34" charset="0"/>
              </a:rPr>
              <a:t>bandar</a:t>
            </a:r>
            <a:r>
              <a:rPr lang="en-GB" sz="2000" b="1" dirty="0">
                <a:solidFill>
                  <a:srgbClr val="C00000"/>
                </a:solidFill>
                <a:latin typeface="Tahoma" panose="020B0604030504040204" pitchFamily="34" charset="0"/>
                <a:ea typeface="Tahoma" panose="020B0604030504040204" pitchFamily="34" charset="0"/>
                <a:cs typeface="Tahoma" panose="020B0604030504040204" pitchFamily="34" charset="0"/>
              </a:rPr>
              <a:t> yang </a:t>
            </a:r>
            <a:r>
              <a:rPr lang="en-GB" sz="2000" b="1" dirty="0" err="1">
                <a:solidFill>
                  <a:srgbClr val="C00000"/>
                </a:solidFill>
                <a:latin typeface="Tahoma" panose="020B0604030504040204" pitchFamily="34" charset="0"/>
                <a:ea typeface="Tahoma" panose="020B0604030504040204" pitchFamily="34" charset="0"/>
                <a:cs typeface="Tahoma" panose="020B0604030504040204" pitchFamily="34" charset="0"/>
              </a:rPr>
              <a:t>sama</a:t>
            </a:r>
            <a:endParaRPr lang="en-GB" sz="2000" b="1" dirty="0">
              <a:solidFill>
                <a:srgbClr val="C00000"/>
              </a:solidFill>
              <a:latin typeface="Tahoma" panose="020B0604030504040204" pitchFamily="34" charset="0"/>
              <a:ea typeface="Tahoma" panose="020B0604030504040204" pitchFamily="34" charset="0"/>
              <a:cs typeface="Tahoma" panose="020B0604030504040204" pitchFamily="34" charset="0"/>
            </a:endParaRPr>
          </a:p>
        </p:txBody>
      </p:sp>
      <p:sp>
        <p:nvSpPr>
          <p:cNvPr id="20" name="Title 1">
            <a:extLst>
              <a:ext uri="{FF2B5EF4-FFF2-40B4-BE49-F238E27FC236}">
                <a16:creationId xmlns="" xmlns:a16="http://schemas.microsoft.com/office/drawing/2014/main" id="{C768F5CE-3EE6-4C50-BDC9-85D45021E1CE}"/>
              </a:ext>
            </a:extLst>
          </p:cNvPr>
          <p:cNvSpPr txBox="1">
            <a:spLocks/>
          </p:cNvSpPr>
          <p:nvPr/>
        </p:nvSpPr>
        <p:spPr>
          <a:xfrm>
            <a:off x="934296" y="150892"/>
            <a:ext cx="10871140" cy="953307"/>
          </a:xfrm>
          <a:prstGeom prst="rect">
            <a:avLst/>
          </a:prstGeom>
        </p:spPr>
        <p:txBody>
          <a:bodyP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r"/>
            <a:r>
              <a:rPr lang="en-US" sz="2800" b="1" dirty="0" err="1">
                <a:latin typeface="Tahoma" panose="020B0604030504040204" pitchFamily="34" charset="0"/>
                <a:ea typeface="Tahoma" panose="020B0604030504040204" pitchFamily="34" charset="0"/>
                <a:cs typeface="Tahoma" panose="020B0604030504040204" pitchFamily="34" charset="0"/>
              </a:rPr>
              <a:t>sambungan</a:t>
            </a:r>
            <a:endParaRPr lang="en-MY" sz="2800" b="1"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900021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7"/>
                                        </p:tgtEl>
                                        <p:attrNameLst>
                                          <p:attrName>style.visibility</p:attrName>
                                        </p:attrNameLst>
                                      </p:cBhvr>
                                      <p:to>
                                        <p:strVal val="visible"/>
                                      </p:to>
                                    </p:set>
                                    <p:anim calcmode="lin" valueType="num">
                                      <p:cBhvr additive="base">
                                        <p:cTn id="7" dur="500"/>
                                        <p:tgtEl>
                                          <p:spTgt spid="47"/>
                                        </p:tgtEl>
                                        <p:attrNameLst>
                                          <p:attrName>ppt_x</p:attrName>
                                        </p:attrNameLst>
                                      </p:cBhvr>
                                      <p:tavLst>
                                        <p:tav tm="0">
                                          <p:val>
                                            <p:strVal val="#ppt_x-1"/>
                                          </p:val>
                                        </p:tav>
                                        <p:tav tm="100000">
                                          <p:val>
                                            <p:strVal val="#ppt_x"/>
                                          </p:val>
                                        </p:tav>
                                      </p:tavLst>
                                    </p:anim>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fade">
                                      <p:cBhvr>
                                        <p:cTn id="11" dur="500"/>
                                        <p:tgtEl>
                                          <p:spTgt spid="25"/>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28"/>
                                        </p:tgtEl>
                                        <p:attrNameLst>
                                          <p:attrName>style.visibility</p:attrName>
                                        </p:attrNameLst>
                                      </p:cBhvr>
                                      <p:to>
                                        <p:strVal val="visible"/>
                                      </p:to>
                                    </p:set>
                                    <p:animEffect transition="in" filter="fade">
                                      <p:cBhvr>
                                        <p:cTn id="15" dur="500"/>
                                        <p:tgtEl>
                                          <p:spTgt spid="28"/>
                                        </p:tgtEl>
                                      </p:cBhvr>
                                    </p:animEffect>
                                  </p:childTnLst>
                                </p:cTn>
                              </p:par>
                              <p:par>
                                <p:cTn id="16" presetID="10" presetClass="entr" presetSubtype="0" fill="hold" nodeType="withEffect">
                                  <p:stCondLst>
                                    <p:cond delay="0"/>
                                  </p:stCondLst>
                                  <p:childTnLst>
                                    <p:set>
                                      <p:cBhvr>
                                        <p:cTn id="17" dur="1" fill="hold">
                                          <p:stCondLst>
                                            <p:cond delay="0"/>
                                          </p:stCondLst>
                                        </p:cTn>
                                        <p:tgtEl>
                                          <p:spTgt spid="31"/>
                                        </p:tgtEl>
                                        <p:attrNameLst>
                                          <p:attrName>style.visibility</p:attrName>
                                        </p:attrNameLst>
                                      </p:cBhvr>
                                      <p:to>
                                        <p:strVal val="visible"/>
                                      </p:to>
                                    </p:set>
                                    <p:animEffect transition="in" filter="fade">
                                      <p:cBhvr>
                                        <p:cTn id="18" dur="500"/>
                                        <p:tgtEl>
                                          <p:spTgt spid="31"/>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nodeType="clickEffect">
                                  <p:stCondLst>
                                    <p:cond delay="0"/>
                                  </p:stCondLst>
                                  <p:childTnLst>
                                    <p:set>
                                      <p:cBhvr>
                                        <p:cTn id="22" dur="1" fill="hold">
                                          <p:stCondLst>
                                            <p:cond delay="0"/>
                                          </p:stCondLst>
                                        </p:cTn>
                                        <p:tgtEl>
                                          <p:spTgt spid="48"/>
                                        </p:tgtEl>
                                        <p:attrNameLst>
                                          <p:attrName>style.visibility</p:attrName>
                                        </p:attrNameLst>
                                      </p:cBhvr>
                                      <p:to>
                                        <p:strVal val="visible"/>
                                      </p:to>
                                    </p:set>
                                    <p:anim calcmode="lin" valueType="num">
                                      <p:cBhvr additive="base">
                                        <p:cTn id="23" dur="500"/>
                                        <p:tgtEl>
                                          <p:spTgt spid="48"/>
                                        </p:tgtEl>
                                        <p:attrNameLst>
                                          <p:attrName>ppt_x</p:attrName>
                                        </p:attrNameLst>
                                      </p:cBhvr>
                                      <p:tavLst>
                                        <p:tav tm="0">
                                          <p:val>
                                            <p:strVal val="#ppt_x-1"/>
                                          </p:val>
                                        </p:tav>
                                        <p:tav tm="100000">
                                          <p:val>
                                            <p:strVal val="#ppt_x"/>
                                          </p:val>
                                        </p:tav>
                                      </p:tavLst>
                                    </p:anim>
                                  </p:childTnLst>
                                </p:cTn>
                              </p:par>
                            </p:childTnLst>
                          </p:cTn>
                        </p:par>
                        <p:par>
                          <p:cTn id="24" fill="hold">
                            <p:stCondLst>
                              <p:cond delay="500"/>
                            </p:stCondLst>
                            <p:childTnLst>
                              <p:par>
                                <p:cTn id="25" presetID="10" presetClass="entr" presetSubtype="0" fill="hold" nodeType="after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fade">
                                      <p:cBhvr>
                                        <p:cTn id="27" dur="500"/>
                                        <p:tgtEl>
                                          <p:spTgt spid="24"/>
                                        </p:tgtEl>
                                      </p:cBhvr>
                                    </p:animEffect>
                                  </p:childTnLst>
                                </p:cTn>
                              </p:par>
                            </p:childTnLst>
                          </p:cTn>
                        </p:par>
                        <p:par>
                          <p:cTn id="28" fill="hold">
                            <p:stCondLst>
                              <p:cond delay="1000"/>
                            </p:stCondLst>
                            <p:childTnLst>
                              <p:par>
                                <p:cTn id="29" presetID="10" presetClass="entr" presetSubtype="0" fill="hold" nodeType="afterEffect">
                                  <p:stCondLst>
                                    <p:cond delay="0"/>
                                  </p:stCondLst>
                                  <p:childTnLst>
                                    <p:set>
                                      <p:cBhvr>
                                        <p:cTn id="30" dur="1" fill="hold">
                                          <p:stCondLst>
                                            <p:cond delay="0"/>
                                          </p:stCondLst>
                                        </p:cTn>
                                        <p:tgtEl>
                                          <p:spTgt spid="33"/>
                                        </p:tgtEl>
                                        <p:attrNameLst>
                                          <p:attrName>style.visibility</p:attrName>
                                        </p:attrNameLst>
                                      </p:cBhvr>
                                      <p:to>
                                        <p:strVal val="visible"/>
                                      </p:to>
                                    </p:set>
                                    <p:animEffect transition="in" filter="fade">
                                      <p:cBhvr>
                                        <p:cTn id="31" dur="500"/>
                                        <p:tgtEl>
                                          <p:spTgt spid="33"/>
                                        </p:tgtEl>
                                      </p:cBhvr>
                                    </p:animEffect>
                                  </p:childTnLst>
                                </p:cTn>
                              </p:par>
                            </p:childTnLst>
                          </p:cTn>
                        </p:par>
                      </p:childTnLst>
                    </p:cTn>
                  </p:par>
                  <p:par>
                    <p:cTn id="32" fill="hold">
                      <p:stCondLst>
                        <p:cond delay="indefinite"/>
                      </p:stCondLst>
                      <p:childTnLst>
                        <p:par>
                          <p:cTn id="33" fill="hold">
                            <p:stCondLst>
                              <p:cond delay="0"/>
                            </p:stCondLst>
                            <p:childTnLst>
                              <p:par>
                                <p:cTn id="34" presetID="2" presetClass="entr" presetSubtype="8" fill="hold" nodeType="clickEffect">
                                  <p:stCondLst>
                                    <p:cond delay="0"/>
                                  </p:stCondLst>
                                  <p:childTnLst>
                                    <p:set>
                                      <p:cBhvr>
                                        <p:cTn id="35" dur="1" fill="hold">
                                          <p:stCondLst>
                                            <p:cond delay="0"/>
                                          </p:stCondLst>
                                        </p:cTn>
                                        <p:tgtEl>
                                          <p:spTgt spid="49"/>
                                        </p:tgtEl>
                                        <p:attrNameLst>
                                          <p:attrName>style.visibility</p:attrName>
                                        </p:attrNameLst>
                                      </p:cBhvr>
                                      <p:to>
                                        <p:strVal val="visible"/>
                                      </p:to>
                                    </p:set>
                                    <p:anim calcmode="lin" valueType="num">
                                      <p:cBhvr additive="base">
                                        <p:cTn id="36" dur="500"/>
                                        <p:tgtEl>
                                          <p:spTgt spid="49"/>
                                        </p:tgtEl>
                                        <p:attrNameLst>
                                          <p:attrName>ppt_x</p:attrName>
                                        </p:attrNameLst>
                                      </p:cBhvr>
                                      <p:tavLst>
                                        <p:tav tm="0">
                                          <p:val>
                                            <p:strVal val="#ppt_x-1"/>
                                          </p:val>
                                        </p:tav>
                                        <p:tav tm="100000">
                                          <p:val>
                                            <p:strVal val="#ppt_x"/>
                                          </p:val>
                                        </p:tav>
                                      </p:tavLst>
                                    </p:anim>
                                  </p:childTnLst>
                                </p:cTn>
                              </p:par>
                            </p:childTnLst>
                          </p:cTn>
                        </p:par>
                        <p:par>
                          <p:cTn id="37" fill="hold">
                            <p:stCondLst>
                              <p:cond delay="500"/>
                            </p:stCondLst>
                            <p:childTnLst>
                              <p:par>
                                <p:cTn id="38" presetID="10" presetClass="entr" presetSubtype="0" fill="hold" nodeType="after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fade">
                                      <p:cBhvr>
                                        <p:cTn id="40" dur="500"/>
                                        <p:tgtEl>
                                          <p:spTgt spid="23"/>
                                        </p:tgtEl>
                                      </p:cBhvr>
                                    </p:animEffect>
                                  </p:childTnLst>
                                </p:cTn>
                              </p:par>
                            </p:childTnLst>
                          </p:cTn>
                        </p:par>
                      </p:childTnLst>
                    </p:cTn>
                  </p:par>
                  <p:par>
                    <p:cTn id="41" fill="hold">
                      <p:stCondLst>
                        <p:cond delay="indefinite"/>
                      </p:stCondLst>
                      <p:childTnLst>
                        <p:par>
                          <p:cTn id="42" fill="hold">
                            <p:stCondLst>
                              <p:cond delay="0"/>
                            </p:stCondLst>
                            <p:childTnLst>
                              <p:par>
                                <p:cTn id="43" presetID="2" presetClass="entr" presetSubtype="8" fill="hold" nodeType="clickEffect">
                                  <p:stCondLst>
                                    <p:cond delay="0"/>
                                  </p:stCondLst>
                                  <p:childTnLst>
                                    <p:set>
                                      <p:cBhvr>
                                        <p:cTn id="44" dur="1" fill="hold">
                                          <p:stCondLst>
                                            <p:cond delay="0"/>
                                          </p:stCondLst>
                                        </p:cTn>
                                        <p:tgtEl>
                                          <p:spTgt spid="50"/>
                                        </p:tgtEl>
                                        <p:attrNameLst>
                                          <p:attrName>style.visibility</p:attrName>
                                        </p:attrNameLst>
                                      </p:cBhvr>
                                      <p:to>
                                        <p:strVal val="visible"/>
                                      </p:to>
                                    </p:set>
                                    <p:anim calcmode="lin" valueType="num">
                                      <p:cBhvr additive="base">
                                        <p:cTn id="45" dur="500"/>
                                        <p:tgtEl>
                                          <p:spTgt spid="50"/>
                                        </p:tgtEl>
                                        <p:attrNameLst>
                                          <p:attrName>ppt_x</p:attrName>
                                        </p:attrNameLst>
                                      </p:cBhvr>
                                      <p:tavLst>
                                        <p:tav tm="0">
                                          <p:val>
                                            <p:strVal val="#ppt_x-1"/>
                                          </p:val>
                                        </p:tav>
                                        <p:tav tm="100000">
                                          <p:val>
                                            <p:strVal val="#ppt_x"/>
                                          </p:val>
                                        </p:tav>
                                      </p:tavLst>
                                    </p:anim>
                                  </p:childTnLst>
                                </p:cTn>
                              </p:par>
                            </p:childTnLst>
                          </p:cTn>
                        </p:par>
                        <p:par>
                          <p:cTn id="46" fill="hold">
                            <p:stCondLst>
                              <p:cond delay="500"/>
                            </p:stCondLst>
                            <p:childTnLst>
                              <p:par>
                                <p:cTn id="47" presetID="10" presetClass="entr" presetSubtype="0" fill="hold" nodeType="afterEffect">
                                  <p:stCondLst>
                                    <p:cond delay="0"/>
                                  </p:stCondLst>
                                  <p:childTnLst>
                                    <p:set>
                                      <p:cBhvr>
                                        <p:cTn id="48" dur="1" fill="hold">
                                          <p:stCondLst>
                                            <p:cond delay="0"/>
                                          </p:stCondLst>
                                        </p:cTn>
                                        <p:tgtEl>
                                          <p:spTgt spid="22"/>
                                        </p:tgtEl>
                                        <p:attrNameLst>
                                          <p:attrName>style.visibility</p:attrName>
                                        </p:attrNameLst>
                                      </p:cBhvr>
                                      <p:to>
                                        <p:strVal val="visible"/>
                                      </p:to>
                                    </p:set>
                                    <p:animEffect transition="in" filter="fade">
                                      <p:cBhvr>
                                        <p:cTn id="49" dur="500"/>
                                        <p:tgtEl>
                                          <p:spTgt spid="22"/>
                                        </p:tgtEl>
                                      </p:cBhvr>
                                    </p:animEffect>
                                  </p:childTnLst>
                                </p:cTn>
                              </p:par>
                              <p:par>
                                <p:cTn id="50" presetID="10" presetClass="entr" presetSubtype="0" fill="hold" nodeType="with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00"/>
                                        <p:tgtEl>
                                          <p:spTgt spid="16"/>
                                        </p:tgtEl>
                                      </p:cBhvr>
                                    </p:animEffect>
                                  </p:childTnLst>
                                </p:cTn>
                              </p:par>
                              <p:par>
                                <p:cTn id="53" presetID="10" presetClass="entr" presetSubtype="0" fill="hold" nodeType="withEffect">
                                  <p:stCondLst>
                                    <p:cond delay="0"/>
                                  </p:stCondLst>
                                  <p:childTnLst>
                                    <p:set>
                                      <p:cBhvr>
                                        <p:cTn id="54" dur="1" fill="hold">
                                          <p:stCondLst>
                                            <p:cond delay="0"/>
                                          </p:stCondLst>
                                        </p:cTn>
                                        <p:tgtEl>
                                          <p:spTgt spid="17"/>
                                        </p:tgtEl>
                                        <p:attrNameLst>
                                          <p:attrName>style.visibility</p:attrName>
                                        </p:attrNameLst>
                                      </p:cBhvr>
                                      <p:to>
                                        <p:strVal val="visible"/>
                                      </p:to>
                                    </p:set>
                                    <p:animEffect transition="in" filter="fade">
                                      <p:cBhvr>
                                        <p:cTn id="55" dur="500"/>
                                        <p:tgtEl>
                                          <p:spTgt spid="17"/>
                                        </p:tgtEl>
                                      </p:cBhvr>
                                    </p:animEffect>
                                  </p:childTnLst>
                                </p:cTn>
                              </p:par>
                              <p:par>
                                <p:cTn id="56" presetID="10" presetClass="entr" presetSubtype="0" fill="hold" nodeType="with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500"/>
                                        <p:tgtEl>
                                          <p:spTgt spid="18"/>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19"/>
                                        </p:tgtEl>
                                        <p:attrNameLst>
                                          <p:attrName>style.visibility</p:attrName>
                                        </p:attrNameLst>
                                      </p:cBhvr>
                                      <p:to>
                                        <p:strVal val="visible"/>
                                      </p:to>
                                    </p:set>
                                    <p:animEffect transition="in" filter="fade">
                                      <p:cBhvr>
                                        <p:cTn id="63"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21"/>
        <p:cNvGrpSpPr/>
        <p:nvPr/>
      </p:nvGrpSpPr>
      <p:grpSpPr>
        <a:xfrm>
          <a:off x="0" y="0"/>
          <a:ext cx="0" cy="0"/>
          <a:chOff x="0" y="0"/>
          <a:chExt cx="0" cy="0"/>
        </a:xfrm>
      </p:grpSpPr>
      <p:sp>
        <p:nvSpPr>
          <p:cNvPr id="22" name="Google Shape;22;p7"/>
          <p:cNvSpPr/>
          <p:nvPr/>
        </p:nvSpPr>
        <p:spPr>
          <a:xfrm>
            <a:off x="2144486" y="4620871"/>
            <a:ext cx="6920938" cy="1033200"/>
          </a:xfrm>
          <a:custGeom>
            <a:avLst/>
            <a:gdLst/>
            <a:ahLst/>
            <a:cxnLst/>
            <a:rect l="l" t="t" r="r" b="b"/>
            <a:pathLst>
              <a:path w="3644361" h="858781" extrusionOk="0">
                <a:moveTo>
                  <a:pt x="0" y="0"/>
                </a:moveTo>
                <a:lnTo>
                  <a:pt x="3644361" y="0"/>
                </a:lnTo>
                <a:lnTo>
                  <a:pt x="3644361" y="858781"/>
                </a:lnTo>
                <a:lnTo>
                  <a:pt x="0" y="858781"/>
                </a:lnTo>
                <a:lnTo>
                  <a:pt x="412138" y="429391"/>
                </a:lnTo>
                <a:lnTo>
                  <a:pt x="0" y="0"/>
                </a:lnTo>
                <a:close/>
              </a:path>
            </a:pathLst>
          </a:custGeom>
          <a:solidFill>
            <a:schemeClr val="tx2">
              <a:lumMod val="50000"/>
              <a:lumOff val="50000"/>
            </a:schemeClr>
          </a:solidFill>
          <a:ln>
            <a:noFill/>
          </a:ln>
          <a:effectLst>
            <a:outerShdw blurRad="114300" dist="304800" dir="10800000" sx="85000" sy="85000" algn="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lt1"/>
              </a:solidFill>
              <a:latin typeface="Calibri"/>
              <a:ea typeface="Calibri"/>
              <a:cs typeface="Calibri"/>
              <a:sym typeface="Calibri"/>
            </a:endParaRPr>
          </a:p>
        </p:txBody>
      </p:sp>
      <p:sp>
        <p:nvSpPr>
          <p:cNvPr id="23" name="Google Shape;23;p7"/>
          <p:cNvSpPr/>
          <p:nvPr/>
        </p:nvSpPr>
        <p:spPr>
          <a:xfrm>
            <a:off x="714596" y="3349568"/>
            <a:ext cx="8534060" cy="1399984"/>
          </a:xfrm>
          <a:custGeom>
            <a:avLst/>
            <a:gdLst/>
            <a:ahLst/>
            <a:cxnLst/>
            <a:rect l="l" t="t" r="r" b="b"/>
            <a:pathLst>
              <a:path w="3644361" h="858781" extrusionOk="0">
                <a:moveTo>
                  <a:pt x="0" y="0"/>
                </a:moveTo>
                <a:lnTo>
                  <a:pt x="3644361" y="0"/>
                </a:lnTo>
                <a:lnTo>
                  <a:pt x="3644361" y="858781"/>
                </a:lnTo>
                <a:lnTo>
                  <a:pt x="0" y="858781"/>
                </a:lnTo>
                <a:lnTo>
                  <a:pt x="412138" y="429391"/>
                </a:lnTo>
                <a:lnTo>
                  <a:pt x="0" y="0"/>
                </a:lnTo>
                <a:close/>
              </a:path>
            </a:pathLst>
          </a:custGeom>
          <a:gradFill>
            <a:gsLst>
              <a:gs pos="0">
                <a:srgbClr val="54BCCF"/>
              </a:gs>
              <a:gs pos="35000">
                <a:srgbClr val="54BCCF"/>
              </a:gs>
              <a:gs pos="73000">
                <a:srgbClr val="3E8EA0"/>
              </a:gs>
              <a:gs pos="100000">
                <a:srgbClr val="327683"/>
              </a:gs>
            </a:gsLst>
            <a:lin ang="0" scaled="0"/>
          </a:gradFill>
          <a:ln>
            <a:noFill/>
          </a:ln>
          <a:effectLst>
            <a:outerShdw blurRad="114300" dist="304800" dir="10800000" sx="85000" sy="85000" algn="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4" name="Google Shape;24;p7"/>
          <p:cNvSpPr/>
          <p:nvPr/>
        </p:nvSpPr>
        <p:spPr>
          <a:xfrm>
            <a:off x="1886291" y="2318729"/>
            <a:ext cx="7653948" cy="1033200"/>
          </a:xfrm>
          <a:custGeom>
            <a:avLst/>
            <a:gdLst/>
            <a:ahLst/>
            <a:cxnLst/>
            <a:rect l="l" t="t" r="r" b="b"/>
            <a:pathLst>
              <a:path w="3644361" h="858781" extrusionOk="0">
                <a:moveTo>
                  <a:pt x="0" y="0"/>
                </a:moveTo>
                <a:lnTo>
                  <a:pt x="3644361" y="0"/>
                </a:lnTo>
                <a:lnTo>
                  <a:pt x="3644361" y="858781"/>
                </a:lnTo>
                <a:lnTo>
                  <a:pt x="0" y="858781"/>
                </a:lnTo>
                <a:lnTo>
                  <a:pt x="412138" y="429391"/>
                </a:lnTo>
                <a:lnTo>
                  <a:pt x="0" y="0"/>
                </a:lnTo>
                <a:close/>
              </a:path>
            </a:pathLst>
          </a:custGeom>
          <a:gradFill>
            <a:gsLst>
              <a:gs pos="0">
                <a:srgbClr val="D5D0C5"/>
              </a:gs>
              <a:gs pos="34000">
                <a:srgbClr val="D5D0C5"/>
              </a:gs>
              <a:gs pos="73000">
                <a:srgbClr val="ABA89D"/>
              </a:gs>
              <a:gs pos="100000">
                <a:srgbClr val="69675F"/>
              </a:gs>
            </a:gsLst>
            <a:lin ang="0" scaled="0"/>
          </a:gradFill>
          <a:ln>
            <a:noFill/>
          </a:ln>
          <a:effectLst>
            <a:outerShdw blurRad="114300" dist="304800" dir="10800000" sx="85000" sy="85000" algn="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5" name="Google Shape;25;p7"/>
          <p:cNvSpPr/>
          <p:nvPr/>
        </p:nvSpPr>
        <p:spPr>
          <a:xfrm>
            <a:off x="1977580" y="1049787"/>
            <a:ext cx="7729836" cy="1269370"/>
          </a:xfrm>
          <a:custGeom>
            <a:avLst/>
            <a:gdLst/>
            <a:ahLst/>
            <a:cxnLst/>
            <a:rect l="l" t="t" r="r" b="b"/>
            <a:pathLst>
              <a:path w="3644361" h="858781" extrusionOk="0">
                <a:moveTo>
                  <a:pt x="0" y="0"/>
                </a:moveTo>
                <a:lnTo>
                  <a:pt x="3644361" y="0"/>
                </a:lnTo>
                <a:lnTo>
                  <a:pt x="3644361" y="858781"/>
                </a:lnTo>
                <a:lnTo>
                  <a:pt x="0" y="858781"/>
                </a:lnTo>
                <a:lnTo>
                  <a:pt x="412138" y="429391"/>
                </a:lnTo>
                <a:lnTo>
                  <a:pt x="0" y="0"/>
                </a:lnTo>
                <a:close/>
              </a:path>
            </a:pathLst>
          </a:custGeom>
          <a:gradFill>
            <a:gsLst>
              <a:gs pos="0">
                <a:srgbClr val="FFC000"/>
              </a:gs>
              <a:gs pos="35000">
                <a:srgbClr val="FFC000"/>
              </a:gs>
              <a:gs pos="73000">
                <a:srgbClr val="E39D37"/>
              </a:gs>
              <a:gs pos="100000">
                <a:srgbClr val="CE702A"/>
              </a:gs>
            </a:gsLst>
            <a:lin ang="0" scaled="0"/>
          </a:gradFill>
          <a:ln>
            <a:noFill/>
          </a:ln>
          <a:effectLst>
            <a:outerShdw blurRad="114300" dist="304800" dir="10800000" sx="85000" sy="85000" algn="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28" name="Google Shape;28;p7"/>
          <p:cNvPicPr preferRelativeResize="0"/>
          <p:nvPr/>
        </p:nvPicPr>
        <p:blipFill rotWithShape="1">
          <a:blip r:embed="rId3">
            <a:alphaModFix/>
          </a:blip>
          <a:srcRect/>
          <a:stretch/>
        </p:blipFill>
        <p:spPr>
          <a:xfrm>
            <a:off x="1912175" y="4898396"/>
            <a:ext cx="464621" cy="553854"/>
          </a:xfrm>
          <a:prstGeom prst="rect">
            <a:avLst/>
          </a:prstGeom>
          <a:noFill/>
          <a:ln>
            <a:noFill/>
          </a:ln>
        </p:spPr>
      </p:pic>
      <p:sp>
        <p:nvSpPr>
          <p:cNvPr id="31" name="Google Shape;31;p7"/>
          <p:cNvSpPr txBox="1"/>
          <p:nvPr/>
        </p:nvSpPr>
        <p:spPr>
          <a:xfrm>
            <a:off x="2492829" y="1053432"/>
            <a:ext cx="7047409" cy="1187787"/>
          </a:xfrm>
          <a:prstGeom prst="rect">
            <a:avLst/>
          </a:prstGeom>
          <a:noFill/>
          <a:ln>
            <a:noFill/>
          </a:ln>
        </p:spPr>
        <p:txBody>
          <a:bodyPr spcFirstLastPara="1" wrap="square" lIns="91425" tIns="45700" rIns="91425" bIns="45700" anchor="t" anchorCtr="0">
            <a:noAutofit/>
          </a:bodyPr>
          <a:lstStyle/>
          <a:p>
            <a:pPr algn="just"/>
            <a:r>
              <a:rPr lang="ms-MY" sz="2000" dirty="0">
                <a:latin typeface="Tahoma" panose="020B0604030504040204" pitchFamily="34" charset="0"/>
                <a:ea typeface="Tahoma" panose="020B0604030504040204" pitchFamily="34" charset="0"/>
                <a:cs typeface="Tahoma" panose="020B0604030504040204" pitchFamily="34" charset="0"/>
              </a:rPr>
              <a:t>Penghantaran rahsia rasmi ke tempat-tempat lain dalam Malaysia hendaklah dibuat melalui “Utusan Selamat</a:t>
            </a:r>
            <a:r>
              <a:rPr lang="ms-MY" sz="2000" b="1" dirty="0">
                <a:latin typeface="Tahoma" panose="020B0604030504040204" pitchFamily="34" charset="0"/>
                <a:ea typeface="Tahoma" panose="020B0604030504040204" pitchFamily="34" charset="0"/>
                <a:cs typeface="Tahoma" panose="020B0604030504040204" pitchFamily="34" charset="0"/>
              </a:rPr>
              <a:t>”</a:t>
            </a:r>
            <a:r>
              <a:rPr lang="ms-MY" sz="2000" dirty="0">
                <a:latin typeface="Tahoma" panose="020B0604030504040204" pitchFamily="34" charset="0"/>
                <a:ea typeface="Tahoma" panose="020B0604030504040204" pitchFamily="34" charset="0"/>
                <a:cs typeface="Tahoma" panose="020B0604030504040204" pitchFamily="34" charset="0"/>
              </a:rPr>
              <a:t>, perkhidmatan penghantaran semboyan di mana boleh bagi rahsia rasmi yang dikelaskan sebagai</a:t>
            </a:r>
            <a:r>
              <a:rPr lang="ms-MY" sz="2000" i="1" dirty="0">
                <a:latin typeface="Tahoma" panose="020B0604030504040204" pitchFamily="34" charset="0"/>
                <a:ea typeface="Tahoma" panose="020B0604030504040204" pitchFamily="34" charset="0"/>
                <a:cs typeface="Tahoma" panose="020B0604030504040204" pitchFamily="34" charset="0"/>
              </a:rPr>
              <a:t> </a:t>
            </a:r>
            <a:r>
              <a:rPr lang="ms-MY" sz="2000" dirty="0">
                <a:latin typeface="Tahoma" panose="020B0604030504040204" pitchFamily="34" charset="0"/>
                <a:ea typeface="Tahoma" panose="020B0604030504040204" pitchFamily="34" charset="0"/>
                <a:cs typeface="Tahoma" panose="020B0604030504040204" pitchFamily="34" charset="0"/>
              </a:rPr>
              <a:t>“Rahsia Besar”. </a:t>
            </a:r>
          </a:p>
        </p:txBody>
      </p:sp>
      <p:pic>
        <p:nvPicPr>
          <p:cNvPr id="33" name="Google Shape;33;p7"/>
          <p:cNvPicPr preferRelativeResize="0"/>
          <p:nvPr/>
        </p:nvPicPr>
        <p:blipFill rotWithShape="1">
          <a:blip r:embed="rId4">
            <a:alphaModFix/>
          </a:blip>
          <a:srcRect/>
          <a:stretch/>
        </p:blipFill>
        <p:spPr>
          <a:xfrm>
            <a:off x="1421669" y="1354961"/>
            <a:ext cx="464621" cy="444989"/>
          </a:xfrm>
          <a:prstGeom prst="rect">
            <a:avLst/>
          </a:prstGeom>
          <a:noFill/>
          <a:ln>
            <a:noFill/>
          </a:ln>
        </p:spPr>
      </p:pic>
      <p:sp>
        <p:nvSpPr>
          <p:cNvPr id="47" name="Google Shape;47;p7"/>
          <p:cNvSpPr/>
          <p:nvPr/>
        </p:nvSpPr>
        <p:spPr>
          <a:xfrm>
            <a:off x="9713843" y="1280803"/>
            <a:ext cx="1331640" cy="1038295"/>
          </a:xfrm>
          <a:custGeom>
            <a:avLst/>
            <a:gdLst/>
            <a:ahLst/>
            <a:cxnLst/>
            <a:rect l="l" t="t" r="r" b="b"/>
            <a:pathLst>
              <a:path w="4972206" h="4406104" extrusionOk="0">
                <a:moveTo>
                  <a:pt x="4972206" y="2196228"/>
                </a:moveTo>
                <a:cubicBezTo>
                  <a:pt x="4972206" y="2445654"/>
                  <a:pt x="4550334" y="2647853"/>
                  <a:pt x="4029928" y="2647853"/>
                </a:cubicBezTo>
                <a:lnTo>
                  <a:pt x="3125921" y="2647852"/>
                </a:lnTo>
                <a:lnTo>
                  <a:pt x="2903813" y="3072732"/>
                </a:lnTo>
                <a:lnTo>
                  <a:pt x="2966780" y="3084461"/>
                </a:lnTo>
                <a:cubicBezTo>
                  <a:pt x="3038799" y="3112567"/>
                  <a:pt x="3089332" y="3178364"/>
                  <a:pt x="3089332" y="3255051"/>
                </a:cubicBezTo>
                <a:cubicBezTo>
                  <a:pt x="3089332" y="3357300"/>
                  <a:pt x="2999495" y="3440190"/>
                  <a:pt x="2888676" y="3440190"/>
                </a:cubicBezTo>
                <a:lnTo>
                  <a:pt x="2711723" y="3440190"/>
                </a:lnTo>
                <a:lnTo>
                  <a:pt x="2672279" y="3515643"/>
                </a:lnTo>
                <a:lnTo>
                  <a:pt x="2685145" y="3518040"/>
                </a:lnTo>
                <a:cubicBezTo>
                  <a:pt x="2757164" y="3546146"/>
                  <a:pt x="2807697" y="3611943"/>
                  <a:pt x="2807697" y="3688630"/>
                </a:cubicBezTo>
                <a:cubicBezTo>
                  <a:pt x="2807697" y="3790879"/>
                  <a:pt x="2717860" y="3873769"/>
                  <a:pt x="2607041" y="3873769"/>
                </a:cubicBezTo>
                <a:lnTo>
                  <a:pt x="2485067" y="3873768"/>
                </a:lnTo>
                <a:lnTo>
                  <a:pt x="2228256" y="4365034"/>
                </a:lnTo>
                <a:cubicBezTo>
                  <a:pt x="2097698" y="4427159"/>
                  <a:pt x="1885601" y="4413569"/>
                  <a:pt x="1819110" y="4359210"/>
                </a:cubicBezTo>
                <a:cubicBezTo>
                  <a:pt x="1753588" y="4402381"/>
                  <a:pt x="2005439" y="3595810"/>
                  <a:pt x="2128358" y="3134447"/>
                </a:cubicBezTo>
                <a:lnTo>
                  <a:pt x="2151078" y="3047176"/>
                </a:lnTo>
                <a:lnTo>
                  <a:pt x="2156931" y="3047176"/>
                </a:lnTo>
                <a:lnTo>
                  <a:pt x="2156931" y="2603536"/>
                </a:lnTo>
                <a:lnTo>
                  <a:pt x="1133254" y="2547147"/>
                </a:lnTo>
                <a:cubicBezTo>
                  <a:pt x="1059172" y="2539139"/>
                  <a:pt x="987168" y="2530698"/>
                  <a:pt x="917894" y="2521680"/>
                </a:cubicBezTo>
                <a:lnTo>
                  <a:pt x="880026" y="2516176"/>
                </a:lnTo>
                <a:lnTo>
                  <a:pt x="300504" y="3177316"/>
                </a:lnTo>
                <a:cubicBezTo>
                  <a:pt x="215765" y="3201363"/>
                  <a:pt x="43156" y="3236873"/>
                  <a:pt x="0" y="3128469"/>
                </a:cubicBezTo>
                <a:lnTo>
                  <a:pt x="238763" y="2440053"/>
                </a:lnTo>
                <a:lnTo>
                  <a:pt x="246556" y="2370460"/>
                </a:lnTo>
                <a:lnTo>
                  <a:pt x="207925" y="2351855"/>
                </a:lnTo>
                <a:cubicBezTo>
                  <a:pt x="129156" y="2309079"/>
                  <a:pt x="85777" y="2258664"/>
                  <a:pt x="87971" y="2198369"/>
                </a:cubicBezTo>
                <a:cubicBezTo>
                  <a:pt x="90165" y="2138074"/>
                  <a:pt x="135778" y="2087660"/>
                  <a:pt x="215544" y="2044706"/>
                </a:cubicBezTo>
                <a:lnTo>
                  <a:pt x="245938" y="2030122"/>
                </a:lnTo>
                <a:lnTo>
                  <a:pt x="238763" y="1966051"/>
                </a:lnTo>
                <a:lnTo>
                  <a:pt x="0" y="1277636"/>
                </a:lnTo>
                <a:cubicBezTo>
                  <a:pt x="43156" y="1169231"/>
                  <a:pt x="215765" y="1204741"/>
                  <a:pt x="300504" y="1228789"/>
                </a:cubicBezTo>
                <a:lnTo>
                  <a:pt x="870752" y="1879348"/>
                </a:lnTo>
                <a:lnTo>
                  <a:pt x="924230" y="1871157"/>
                </a:lnTo>
                <a:cubicBezTo>
                  <a:pt x="993311" y="1861582"/>
                  <a:pt x="1065189" y="1852504"/>
                  <a:pt x="1139271" y="1843767"/>
                </a:cubicBezTo>
                <a:lnTo>
                  <a:pt x="2156931" y="1793028"/>
                </a:lnTo>
                <a:lnTo>
                  <a:pt x="2156931" y="1358928"/>
                </a:lnTo>
                <a:lnTo>
                  <a:pt x="2151078" y="1358928"/>
                </a:lnTo>
                <a:lnTo>
                  <a:pt x="2128358" y="1271657"/>
                </a:lnTo>
                <a:cubicBezTo>
                  <a:pt x="2005440" y="810294"/>
                  <a:pt x="1753589" y="3723"/>
                  <a:pt x="1819111" y="46894"/>
                </a:cubicBezTo>
                <a:cubicBezTo>
                  <a:pt x="1885602" y="-7465"/>
                  <a:pt x="2097699" y="-21055"/>
                  <a:pt x="2228257" y="41070"/>
                </a:cubicBezTo>
                <a:lnTo>
                  <a:pt x="2485068" y="532336"/>
                </a:lnTo>
                <a:lnTo>
                  <a:pt x="2607042" y="532336"/>
                </a:lnTo>
                <a:cubicBezTo>
                  <a:pt x="2717861" y="532336"/>
                  <a:pt x="2807698" y="615226"/>
                  <a:pt x="2807698" y="717475"/>
                </a:cubicBezTo>
                <a:cubicBezTo>
                  <a:pt x="2807698" y="794162"/>
                  <a:pt x="2757165" y="859959"/>
                  <a:pt x="2685146" y="888065"/>
                </a:cubicBezTo>
                <a:lnTo>
                  <a:pt x="2672280" y="890462"/>
                </a:lnTo>
                <a:lnTo>
                  <a:pt x="2711724" y="965915"/>
                </a:lnTo>
                <a:lnTo>
                  <a:pt x="2888677" y="965915"/>
                </a:lnTo>
                <a:cubicBezTo>
                  <a:pt x="2999495" y="965915"/>
                  <a:pt x="3089332" y="1048805"/>
                  <a:pt x="3089332" y="1151054"/>
                </a:cubicBezTo>
                <a:cubicBezTo>
                  <a:pt x="3089332" y="1227741"/>
                  <a:pt x="3038799" y="1293538"/>
                  <a:pt x="2966780" y="1321644"/>
                </a:cubicBezTo>
                <a:lnTo>
                  <a:pt x="2903813" y="1333373"/>
                </a:lnTo>
                <a:lnTo>
                  <a:pt x="3118786" y="1744603"/>
                </a:lnTo>
                <a:lnTo>
                  <a:pt x="4029928" y="1744603"/>
                </a:lnTo>
                <a:cubicBezTo>
                  <a:pt x="4550334" y="1744603"/>
                  <a:pt x="4972206" y="1946802"/>
                  <a:pt x="4972206" y="2196228"/>
                </a:cubicBezTo>
                <a:close/>
              </a:path>
            </a:pathLst>
          </a:custGeom>
          <a:gradFill>
            <a:gsLst>
              <a:gs pos="0">
                <a:srgbClr val="E49836"/>
              </a:gs>
              <a:gs pos="28000">
                <a:srgbClr val="E49836"/>
              </a:gs>
              <a:gs pos="39000">
                <a:srgbClr val="B96D27"/>
              </a:gs>
              <a:gs pos="42000">
                <a:srgbClr val="E49836"/>
              </a:gs>
              <a:gs pos="50000">
                <a:srgbClr val="FFD966"/>
              </a:gs>
              <a:gs pos="58999">
                <a:srgbClr val="B96D27"/>
              </a:gs>
              <a:gs pos="63008">
                <a:srgbClr val="E49836"/>
              </a:gs>
              <a:gs pos="100000">
                <a:srgbClr val="E49836"/>
              </a:gs>
            </a:gsLst>
            <a:lin ang="5400000" scaled="0"/>
          </a:gradFill>
          <a:ln w="9525" cap="flat" cmpd="sng">
            <a:solidFill>
              <a:srgbClr val="B96D27"/>
            </a:solidFill>
            <a:prstDash val="solid"/>
            <a:miter lim="800000"/>
            <a:headEnd type="none" w="sm" len="sm"/>
            <a:tailEnd type="none" w="sm" len="sm"/>
          </a:ln>
          <a:effectLst>
            <a:outerShdw blurRad="139700" dist="508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8" name="Google Shape;48;p7"/>
          <p:cNvSpPr/>
          <p:nvPr/>
        </p:nvSpPr>
        <p:spPr>
          <a:xfrm>
            <a:off x="9546667" y="2294187"/>
            <a:ext cx="1171696" cy="1038295"/>
          </a:xfrm>
          <a:custGeom>
            <a:avLst/>
            <a:gdLst/>
            <a:ahLst/>
            <a:cxnLst/>
            <a:rect l="l" t="t" r="r" b="b"/>
            <a:pathLst>
              <a:path w="4972206" h="4406104" extrusionOk="0">
                <a:moveTo>
                  <a:pt x="4972206" y="2196228"/>
                </a:moveTo>
                <a:cubicBezTo>
                  <a:pt x="4972206" y="2445654"/>
                  <a:pt x="4550334" y="2647853"/>
                  <a:pt x="4029928" y="2647853"/>
                </a:cubicBezTo>
                <a:lnTo>
                  <a:pt x="3125921" y="2647852"/>
                </a:lnTo>
                <a:lnTo>
                  <a:pt x="2903813" y="3072732"/>
                </a:lnTo>
                <a:lnTo>
                  <a:pt x="2966780" y="3084461"/>
                </a:lnTo>
                <a:cubicBezTo>
                  <a:pt x="3038799" y="3112567"/>
                  <a:pt x="3089332" y="3178364"/>
                  <a:pt x="3089332" y="3255051"/>
                </a:cubicBezTo>
                <a:cubicBezTo>
                  <a:pt x="3089332" y="3357300"/>
                  <a:pt x="2999495" y="3440190"/>
                  <a:pt x="2888676" y="3440190"/>
                </a:cubicBezTo>
                <a:lnTo>
                  <a:pt x="2711723" y="3440190"/>
                </a:lnTo>
                <a:lnTo>
                  <a:pt x="2672279" y="3515643"/>
                </a:lnTo>
                <a:lnTo>
                  <a:pt x="2685145" y="3518040"/>
                </a:lnTo>
                <a:cubicBezTo>
                  <a:pt x="2757164" y="3546146"/>
                  <a:pt x="2807697" y="3611943"/>
                  <a:pt x="2807697" y="3688630"/>
                </a:cubicBezTo>
                <a:cubicBezTo>
                  <a:pt x="2807697" y="3790879"/>
                  <a:pt x="2717860" y="3873769"/>
                  <a:pt x="2607041" y="3873769"/>
                </a:cubicBezTo>
                <a:lnTo>
                  <a:pt x="2485067" y="3873768"/>
                </a:lnTo>
                <a:lnTo>
                  <a:pt x="2228256" y="4365034"/>
                </a:lnTo>
                <a:cubicBezTo>
                  <a:pt x="2097698" y="4427159"/>
                  <a:pt x="1885601" y="4413569"/>
                  <a:pt x="1819110" y="4359210"/>
                </a:cubicBezTo>
                <a:cubicBezTo>
                  <a:pt x="1753588" y="4402381"/>
                  <a:pt x="2005439" y="3595810"/>
                  <a:pt x="2128358" y="3134447"/>
                </a:cubicBezTo>
                <a:lnTo>
                  <a:pt x="2151078" y="3047176"/>
                </a:lnTo>
                <a:lnTo>
                  <a:pt x="2156931" y="3047176"/>
                </a:lnTo>
                <a:lnTo>
                  <a:pt x="2156931" y="2603536"/>
                </a:lnTo>
                <a:lnTo>
                  <a:pt x="1133254" y="2547147"/>
                </a:lnTo>
                <a:cubicBezTo>
                  <a:pt x="1059172" y="2539139"/>
                  <a:pt x="987168" y="2530698"/>
                  <a:pt x="917894" y="2521680"/>
                </a:cubicBezTo>
                <a:lnTo>
                  <a:pt x="880026" y="2516176"/>
                </a:lnTo>
                <a:lnTo>
                  <a:pt x="300504" y="3177316"/>
                </a:lnTo>
                <a:cubicBezTo>
                  <a:pt x="215765" y="3201363"/>
                  <a:pt x="43156" y="3236873"/>
                  <a:pt x="0" y="3128469"/>
                </a:cubicBezTo>
                <a:lnTo>
                  <a:pt x="238763" y="2440053"/>
                </a:lnTo>
                <a:lnTo>
                  <a:pt x="246556" y="2370460"/>
                </a:lnTo>
                <a:lnTo>
                  <a:pt x="207925" y="2351855"/>
                </a:lnTo>
                <a:cubicBezTo>
                  <a:pt x="129156" y="2309079"/>
                  <a:pt x="85777" y="2258664"/>
                  <a:pt x="87971" y="2198369"/>
                </a:cubicBezTo>
                <a:cubicBezTo>
                  <a:pt x="90165" y="2138074"/>
                  <a:pt x="135778" y="2087660"/>
                  <a:pt x="215544" y="2044706"/>
                </a:cubicBezTo>
                <a:lnTo>
                  <a:pt x="245938" y="2030122"/>
                </a:lnTo>
                <a:lnTo>
                  <a:pt x="238763" y="1966051"/>
                </a:lnTo>
                <a:lnTo>
                  <a:pt x="0" y="1277636"/>
                </a:lnTo>
                <a:cubicBezTo>
                  <a:pt x="43156" y="1169231"/>
                  <a:pt x="215765" y="1204741"/>
                  <a:pt x="300504" y="1228789"/>
                </a:cubicBezTo>
                <a:lnTo>
                  <a:pt x="870752" y="1879348"/>
                </a:lnTo>
                <a:lnTo>
                  <a:pt x="924230" y="1871157"/>
                </a:lnTo>
                <a:cubicBezTo>
                  <a:pt x="993311" y="1861582"/>
                  <a:pt x="1065189" y="1852504"/>
                  <a:pt x="1139271" y="1843767"/>
                </a:cubicBezTo>
                <a:lnTo>
                  <a:pt x="2156931" y="1793028"/>
                </a:lnTo>
                <a:lnTo>
                  <a:pt x="2156931" y="1358928"/>
                </a:lnTo>
                <a:lnTo>
                  <a:pt x="2151078" y="1358928"/>
                </a:lnTo>
                <a:lnTo>
                  <a:pt x="2128358" y="1271657"/>
                </a:lnTo>
                <a:cubicBezTo>
                  <a:pt x="2005440" y="810294"/>
                  <a:pt x="1753589" y="3723"/>
                  <a:pt x="1819111" y="46894"/>
                </a:cubicBezTo>
                <a:cubicBezTo>
                  <a:pt x="1885602" y="-7465"/>
                  <a:pt x="2097699" y="-21055"/>
                  <a:pt x="2228257" y="41070"/>
                </a:cubicBezTo>
                <a:lnTo>
                  <a:pt x="2485068" y="532336"/>
                </a:lnTo>
                <a:lnTo>
                  <a:pt x="2607042" y="532336"/>
                </a:lnTo>
                <a:cubicBezTo>
                  <a:pt x="2717861" y="532336"/>
                  <a:pt x="2807698" y="615226"/>
                  <a:pt x="2807698" y="717475"/>
                </a:cubicBezTo>
                <a:cubicBezTo>
                  <a:pt x="2807698" y="794162"/>
                  <a:pt x="2757165" y="859959"/>
                  <a:pt x="2685146" y="888065"/>
                </a:cubicBezTo>
                <a:lnTo>
                  <a:pt x="2672280" y="890462"/>
                </a:lnTo>
                <a:lnTo>
                  <a:pt x="2711724" y="965915"/>
                </a:lnTo>
                <a:lnTo>
                  <a:pt x="2888677" y="965915"/>
                </a:lnTo>
                <a:cubicBezTo>
                  <a:pt x="2999495" y="965915"/>
                  <a:pt x="3089332" y="1048805"/>
                  <a:pt x="3089332" y="1151054"/>
                </a:cubicBezTo>
                <a:cubicBezTo>
                  <a:pt x="3089332" y="1227741"/>
                  <a:pt x="3038799" y="1293538"/>
                  <a:pt x="2966780" y="1321644"/>
                </a:cubicBezTo>
                <a:lnTo>
                  <a:pt x="2903813" y="1333373"/>
                </a:lnTo>
                <a:lnTo>
                  <a:pt x="3118786" y="1744603"/>
                </a:lnTo>
                <a:lnTo>
                  <a:pt x="4029928" y="1744603"/>
                </a:lnTo>
                <a:cubicBezTo>
                  <a:pt x="4550334" y="1744603"/>
                  <a:pt x="4972206" y="1946802"/>
                  <a:pt x="4972206" y="2196228"/>
                </a:cubicBezTo>
                <a:close/>
              </a:path>
            </a:pathLst>
          </a:custGeom>
          <a:gradFill>
            <a:gsLst>
              <a:gs pos="0">
                <a:srgbClr val="A5A5A5"/>
              </a:gs>
              <a:gs pos="28000">
                <a:srgbClr val="A5A5A5"/>
              </a:gs>
              <a:gs pos="38000">
                <a:srgbClr val="7F7F7F"/>
              </a:gs>
              <a:gs pos="42000">
                <a:srgbClr val="A5A5A5"/>
              </a:gs>
              <a:gs pos="50000">
                <a:schemeClr val="lt2"/>
              </a:gs>
              <a:gs pos="58999">
                <a:srgbClr val="7F7F7F"/>
              </a:gs>
              <a:gs pos="63008">
                <a:srgbClr val="A5A5A5"/>
              </a:gs>
              <a:gs pos="100000">
                <a:srgbClr val="A5A5A5"/>
              </a:gs>
            </a:gsLst>
            <a:lin ang="5400000" scaled="0"/>
          </a:gradFill>
          <a:ln w="9525" cap="flat" cmpd="sng">
            <a:solidFill>
              <a:srgbClr val="595959"/>
            </a:solidFill>
            <a:prstDash val="solid"/>
            <a:miter lim="800000"/>
            <a:headEnd type="none" w="sm" len="sm"/>
            <a:tailEnd type="none" w="sm" len="sm"/>
          </a:ln>
          <a:effectLst>
            <a:outerShdw blurRad="139700" dist="508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9" name="Google Shape;49;p7"/>
          <p:cNvSpPr/>
          <p:nvPr/>
        </p:nvSpPr>
        <p:spPr>
          <a:xfrm>
            <a:off x="9248655" y="3348118"/>
            <a:ext cx="1171696" cy="1038295"/>
          </a:xfrm>
          <a:custGeom>
            <a:avLst/>
            <a:gdLst/>
            <a:ahLst/>
            <a:cxnLst/>
            <a:rect l="l" t="t" r="r" b="b"/>
            <a:pathLst>
              <a:path w="4972206" h="4406104" extrusionOk="0">
                <a:moveTo>
                  <a:pt x="4972206" y="2196228"/>
                </a:moveTo>
                <a:cubicBezTo>
                  <a:pt x="4972206" y="2445654"/>
                  <a:pt x="4550334" y="2647853"/>
                  <a:pt x="4029928" y="2647853"/>
                </a:cubicBezTo>
                <a:lnTo>
                  <a:pt x="3125921" y="2647852"/>
                </a:lnTo>
                <a:lnTo>
                  <a:pt x="2903813" y="3072732"/>
                </a:lnTo>
                <a:lnTo>
                  <a:pt x="2966780" y="3084461"/>
                </a:lnTo>
                <a:cubicBezTo>
                  <a:pt x="3038799" y="3112567"/>
                  <a:pt x="3089332" y="3178364"/>
                  <a:pt x="3089332" y="3255051"/>
                </a:cubicBezTo>
                <a:cubicBezTo>
                  <a:pt x="3089332" y="3357300"/>
                  <a:pt x="2999495" y="3440190"/>
                  <a:pt x="2888676" y="3440190"/>
                </a:cubicBezTo>
                <a:lnTo>
                  <a:pt x="2711723" y="3440190"/>
                </a:lnTo>
                <a:lnTo>
                  <a:pt x="2672279" y="3515643"/>
                </a:lnTo>
                <a:lnTo>
                  <a:pt x="2685145" y="3518040"/>
                </a:lnTo>
                <a:cubicBezTo>
                  <a:pt x="2757164" y="3546146"/>
                  <a:pt x="2807697" y="3611943"/>
                  <a:pt x="2807697" y="3688630"/>
                </a:cubicBezTo>
                <a:cubicBezTo>
                  <a:pt x="2807697" y="3790879"/>
                  <a:pt x="2717860" y="3873769"/>
                  <a:pt x="2607041" y="3873769"/>
                </a:cubicBezTo>
                <a:lnTo>
                  <a:pt x="2485067" y="3873768"/>
                </a:lnTo>
                <a:lnTo>
                  <a:pt x="2228256" y="4365034"/>
                </a:lnTo>
                <a:cubicBezTo>
                  <a:pt x="2097698" y="4427159"/>
                  <a:pt x="1885601" y="4413569"/>
                  <a:pt x="1819110" y="4359210"/>
                </a:cubicBezTo>
                <a:cubicBezTo>
                  <a:pt x="1753588" y="4402381"/>
                  <a:pt x="2005439" y="3595810"/>
                  <a:pt x="2128358" y="3134447"/>
                </a:cubicBezTo>
                <a:lnTo>
                  <a:pt x="2151078" y="3047176"/>
                </a:lnTo>
                <a:lnTo>
                  <a:pt x="2156931" y="3047176"/>
                </a:lnTo>
                <a:lnTo>
                  <a:pt x="2156931" y="2603536"/>
                </a:lnTo>
                <a:lnTo>
                  <a:pt x="1133254" y="2547147"/>
                </a:lnTo>
                <a:cubicBezTo>
                  <a:pt x="1059172" y="2539139"/>
                  <a:pt x="987168" y="2530698"/>
                  <a:pt x="917894" y="2521680"/>
                </a:cubicBezTo>
                <a:lnTo>
                  <a:pt x="880026" y="2516176"/>
                </a:lnTo>
                <a:lnTo>
                  <a:pt x="300504" y="3177316"/>
                </a:lnTo>
                <a:cubicBezTo>
                  <a:pt x="215765" y="3201363"/>
                  <a:pt x="43156" y="3236873"/>
                  <a:pt x="0" y="3128469"/>
                </a:cubicBezTo>
                <a:lnTo>
                  <a:pt x="238763" y="2440053"/>
                </a:lnTo>
                <a:lnTo>
                  <a:pt x="246556" y="2370460"/>
                </a:lnTo>
                <a:lnTo>
                  <a:pt x="207925" y="2351855"/>
                </a:lnTo>
                <a:cubicBezTo>
                  <a:pt x="129156" y="2309079"/>
                  <a:pt x="85777" y="2258664"/>
                  <a:pt x="87971" y="2198369"/>
                </a:cubicBezTo>
                <a:cubicBezTo>
                  <a:pt x="90165" y="2138074"/>
                  <a:pt x="135778" y="2087660"/>
                  <a:pt x="215544" y="2044706"/>
                </a:cubicBezTo>
                <a:lnTo>
                  <a:pt x="245938" y="2030122"/>
                </a:lnTo>
                <a:lnTo>
                  <a:pt x="238763" y="1966051"/>
                </a:lnTo>
                <a:lnTo>
                  <a:pt x="0" y="1277636"/>
                </a:lnTo>
                <a:cubicBezTo>
                  <a:pt x="43156" y="1169231"/>
                  <a:pt x="215765" y="1204741"/>
                  <a:pt x="300504" y="1228789"/>
                </a:cubicBezTo>
                <a:lnTo>
                  <a:pt x="870752" y="1879348"/>
                </a:lnTo>
                <a:lnTo>
                  <a:pt x="924230" y="1871157"/>
                </a:lnTo>
                <a:cubicBezTo>
                  <a:pt x="993311" y="1861582"/>
                  <a:pt x="1065189" y="1852504"/>
                  <a:pt x="1139271" y="1843767"/>
                </a:cubicBezTo>
                <a:lnTo>
                  <a:pt x="2156931" y="1793028"/>
                </a:lnTo>
                <a:lnTo>
                  <a:pt x="2156931" y="1358928"/>
                </a:lnTo>
                <a:lnTo>
                  <a:pt x="2151078" y="1358928"/>
                </a:lnTo>
                <a:lnTo>
                  <a:pt x="2128358" y="1271657"/>
                </a:lnTo>
                <a:cubicBezTo>
                  <a:pt x="2005440" y="810294"/>
                  <a:pt x="1753589" y="3723"/>
                  <a:pt x="1819111" y="46894"/>
                </a:cubicBezTo>
                <a:cubicBezTo>
                  <a:pt x="1885602" y="-7465"/>
                  <a:pt x="2097699" y="-21055"/>
                  <a:pt x="2228257" y="41070"/>
                </a:cubicBezTo>
                <a:lnTo>
                  <a:pt x="2485068" y="532336"/>
                </a:lnTo>
                <a:lnTo>
                  <a:pt x="2607042" y="532336"/>
                </a:lnTo>
                <a:cubicBezTo>
                  <a:pt x="2717861" y="532336"/>
                  <a:pt x="2807698" y="615226"/>
                  <a:pt x="2807698" y="717475"/>
                </a:cubicBezTo>
                <a:cubicBezTo>
                  <a:pt x="2807698" y="794162"/>
                  <a:pt x="2757165" y="859959"/>
                  <a:pt x="2685146" y="888065"/>
                </a:cubicBezTo>
                <a:lnTo>
                  <a:pt x="2672280" y="890462"/>
                </a:lnTo>
                <a:lnTo>
                  <a:pt x="2711724" y="965915"/>
                </a:lnTo>
                <a:lnTo>
                  <a:pt x="2888677" y="965915"/>
                </a:lnTo>
                <a:cubicBezTo>
                  <a:pt x="2999495" y="965915"/>
                  <a:pt x="3089332" y="1048805"/>
                  <a:pt x="3089332" y="1151054"/>
                </a:cubicBezTo>
                <a:cubicBezTo>
                  <a:pt x="3089332" y="1227741"/>
                  <a:pt x="3038799" y="1293538"/>
                  <a:pt x="2966780" y="1321644"/>
                </a:cubicBezTo>
                <a:lnTo>
                  <a:pt x="2903813" y="1333373"/>
                </a:lnTo>
                <a:lnTo>
                  <a:pt x="3118786" y="1744603"/>
                </a:lnTo>
                <a:lnTo>
                  <a:pt x="4029928" y="1744603"/>
                </a:lnTo>
                <a:cubicBezTo>
                  <a:pt x="4550334" y="1744603"/>
                  <a:pt x="4972206" y="1946802"/>
                  <a:pt x="4972206" y="2196228"/>
                </a:cubicBezTo>
                <a:close/>
              </a:path>
            </a:pathLst>
          </a:custGeom>
          <a:gradFill>
            <a:gsLst>
              <a:gs pos="0">
                <a:srgbClr val="3E8EA0"/>
              </a:gs>
              <a:gs pos="28000">
                <a:srgbClr val="3E8EA0"/>
              </a:gs>
              <a:gs pos="38000">
                <a:srgbClr val="327683"/>
              </a:gs>
              <a:gs pos="41000">
                <a:srgbClr val="3E8EA0"/>
              </a:gs>
              <a:gs pos="50000">
                <a:srgbClr val="54BCCF"/>
              </a:gs>
              <a:gs pos="58999">
                <a:srgbClr val="327683"/>
              </a:gs>
              <a:gs pos="62000">
                <a:srgbClr val="3E8EA0"/>
              </a:gs>
              <a:gs pos="100000">
                <a:srgbClr val="3E8EA0"/>
              </a:gs>
            </a:gsLst>
            <a:lin ang="5400000" scaled="0"/>
          </a:gradFill>
          <a:ln w="9525" cap="flat" cmpd="sng">
            <a:solidFill>
              <a:srgbClr val="327683"/>
            </a:solidFill>
            <a:prstDash val="solid"/>
            <a:miter lim="800000"/>
            <a:headEnd type="none" w="sm" len="sm"/>
            <a:tailEnd type="none" w="sm" len="sm"/>
          </a:ln>
          <a:effectLst>
            <a:outerShdw blurRad="139700" dist="508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0" name="Google Shape;50;p7"/>
          <p:cNvSpPr/>
          <p:nvPr/>
        </p:nvSpPr>
        <p:spPr>
          <a:xfrm>
            <a:off x="9065424" y="4402049"/>
            <a:ext cx="1171696" cy="1038295"/>
          </a:xfrm>
          <a:custGeom>
            <a:avLst/>
            <a:gdLst/>
            <a:ahLst/>
            <a:cxnLst/>
            <a:rect l="l" t="t" r="r" b="b"/>
            <a:pathLst>
              <a:path w="4972206" h="4406104" extrusionOk="0">
                <a:moveTo>
                  <a:pt x="4972206" y="2196228"/>
                </a:moveTo>
                <a:cubicBezTo>
                  <a:pt x="4972206" y="2445654"/>
                  <a:pt x="4550334" y="2647853"/>
                  <a:pt x="4029928" y="2647853"/>
                </a:cubicBezTo>
                <a:lnTo>
                  <a:pt x="3125921" y="2647852"/>
                </a:lnTo>
                <a:lnTo>
                  <a:pt x="2903813" y="3072732"/>
                </a:lnTo>
                <a:lnTo>
                  <a:pt x="2966780" y="3084461"/>
                </a:lnTo>
                <a:cubicBezTo>
                  <a:pt x="3038799" y="3112567"/>
                  <a:pt x="3089332" y="3178364"/>
                  <a:pt x="3089332" y="3255051"/>
                </a:cubicBezTo>
                <a:cubicBezTo>
                  <a:pt x="3089332" y="3357300"/>
                  <a:pt x="2999495" y="3440190"/>
                  <a:pt x="2888676" y="3440190"/>
                </a:cubicBezTo>
                <a:lnTo>
                  <a:pt x="2711723" y="3440190"/>
                </a:lnTo>
                <a:lnTo>
                  <a:pt x="2672279" y="3515643"/>
                </a:lnTo>
                <a:lnTo>
                  <a:pt x="2685145" y="3518040"/>
                </a:lnTo>
                <a:cubicBezTo>
                  <a:pt x="2757164" y="3546146"/>
                  <a:pt x="2807697" y="3611943"/>
                  <a:pt x="2807697" y="3688630"/>
                </a:cubicBezTo>
                <a:cubicBezTo>
                  <a:pt x="2807697" y="3790879"/>
                  <a:pt x="2717860" y="3873769"/>
                  <a:pt x="2607041" y="3873769"/>
                </a:cubicBezTo>
                <a:lnTo>
                  <a:pt x="2485067" y="3873768"/>
                </a:lnTo>
                <a:lnTo>
                  <a:pt x="2228256" y="4365034"/>
                </a:lnTo>
                <a:cubicBezTo>
                  <a:pt x="2097698" y="4427159"/>
                  <a:pt x="1885601" y="4413569"/>
                  <a:pt x="1819110" y="4359210"/>
                </a:cubicBezTo>
                <a:cubicBezTo>
                  <a:pt x="1753588" y="4402381"/>
                  <a:pt x="2005439" y="3595810"/>
                  <a:pt x="2128358" y="3134447"/>
                </a:cubicBezTo>
                <a:lnTo>
                  <a:pt x="2151078" y="3047176"/>
                </a:lnTo>
                <a:lnTo>
                  <a:pt x="2156931" y="3047176"/>
                </a:lnTo>
                <a:lnTo>
                  <a:pt x="2156931" y="2603536"/>
                </a:lnTo>
                <a:lnTo>
                  <a:pt x="1133254" y="2547147"/>
                </a:lnTo>
                <a:cubicBezTo>
                  <a:pt x="1059172" y="2539139"/>
                  <a:pt x="987168" y="2530698"/>
                  <a:pt x="917894" y="2521680"/>
                </a:cubicBezTo>
                <a:lnTo>
                  <a:pt x="880026" y="2516176"/>
                </a:lnTo>
                <a:lnTo>
                  <a:pt x="300504" y="3177316"/>
                </a:lnTo>
                <a:cubicBezTo>
                  <a:pt x="215765" y="3201363"/>
                  <a:pt x="43156" y="3236873"/>
                  <a:pt x="0" y="3128469"/>
                </a:cubicBezTo>
                <a:lnTo>
                  <a:pt x="238763" y="2440053"/>
                </a:lnTo>
                <a:lnTo>
                  <a:pt x="246556" y="2370460"/>
                </a:lnTo>
                <a:lnTo>
                  <a:pt x="207925" y="2351855"/>
                </a:lnTo>
                <a:cubicBezTo>
                  <a:pt x="129156" y="2309079"/>
                  <a:pt x="85777" y="2258664"/>
                  <a:pt x="87971" y="2198369"/>
                </a:cubicBezTo>
                <a:cubicBezTo>
                  <a:pt x="90165" y="2138074"/>
                  <a:pt x="135778" y="2087660"/>
                  <a:pt x="215544" y="2044706"/>
                </a:cubicBezTo>
                <a:lnTo>
                  <a:pt x="245938" y="2030122"/>
                </a:lnTo>
                <a:lnTo>
                  <a:pt x="238763" y="1966051"/>
                </a:lnTo>
                <a:lnTo>
                  <a:pt x="0" y="1277636"/>
                </a:lnTo>
                <a:cubicBezTo>
                  <a:pt x="43156" y="1169231"/>
                  <a:pt x="215765" y="1204741"/>
                  <a:pt x="300504" y="1228789"/>
                </a:cubicBezTo>
                <a:lnTo>
                  <a:pt x="870752" y="1879348"/>
                </a:lnTo>
                <a:lnTo>
                  <a:pt x="924230" y="1871157"/>
                </a:lnTo>
                <a:cubicBezTo>
                  <a:pt x="993311" y="1861582"/>
                  <a:pt x="1065189" y="1852504"/>
                  <a:pt x="1139271" y="1843767"/>
                </a:cubicBezTo>
                <a:lnTo>
                  <a:pt x="2156931" y="1793028"/>
                </a:lnTo>
                <a:lnTo>
                  <a:pt x="2156931" y="1358928"/>
                </a:lnTo>
                <a:lnTo>
                  <a:pt x="2151078" y="1358928"/>
                </a:lnTo>
                <a:lnTo>
                  <a:pt x="2128358" y="1271657"/>
                </a:lnTo>
                <a:cubicBezTo>
                  <a:pt x="2005440" y="810294"/>
                  <a:pt x="1753589" y="3723"/>
                  <a:pt x="1819111" y="46894"/>
                </a:cubicBezTo>
                <a:cubicBezTo>
                  <a:pt x="1885602" y="-7465"/>
                  <a:pt x="2097699" y="-21055"/>
                  <a:pt x="2228257" y="41070"/>
                </a:cubicBezTo>
                <a:lnTo>
                  <a:pt x="2485068" y="532336"/>
                </a:lnTo>
                <a:lnTo>
                  <a:pt x="2607042" y="532336"/>
                </a:lnTo>
                <a:cubicBezTo>
                  <a:pt x="2717861" y="532336"/>
                  <a:pt x="2807698" y="615226"/>
                  <a:pt x="2807698" y="717475"/>
                </a:cubicBezTo>
                <a:cubicBezTo>
                  <a:pt x="2807698" y="794162"/>
                  <a:pt x="2757165" y="859959"/>
                  <a:pt x="2685146" y="888065"/>
                </a:cubicBezTo>
                <a:lnTo>
                  <a:pt x="2672280" y="890462"/>
                </a:lnTo>
                <a:lnTo>
                  <a:pt x="2711724" y="965915"/>
                </a:lnTo>
                <a:lnTo>
                  <a:pt x="2888677" y="965915"/>
                </a:lnTo>
                <a:cubicBezTo>
                  <a:pt x="2999495" y="965915"/>
                  <a:pt x="3089332" y="1048805"/>
                  <a:pt x="3089332" y="1151054"/>
                </a:cubicBezTo>
                <a:cubicBezTo>
                  <a:pt x="3089332" y="1227741"/>
                  <a:pt x="3038799" y="1293538"/>
                  <a:pt x="2966780" y="1321644"/>
                </a:cubicBezTo>
                <a:lnTo>
                  <a:pt x="2903813" y="1333373"/>
                </a:lnTo>
                <a:lnTo>
                  <a:pt x="3118786" y="1744603"/>
                </a:lnTo>
                <a:lnTo>
                  <a:pt x="4029928" y="1744603"/>
                </a:lnTo>
                <a:cubicBezTo>
                  <a:pt x="4550334" y="1744603"/>
                  <a:pt x="4972206" y="1946802"/>
                  <a:pt x="4972206" y="2196228"/>
                </a:cubicBezTo>
                <a:close/>
              </a:path>
            </a:pathLst>
          </a:custGeom>
          <a:gradFill>
            <a:gsLst>
              <a:gs pos="0">
                <a:srgbClr val="505F63"/>
              </a:gs>
              <a:gs pos="28000">
                <a:srgbClr val="505F63"/>
              </a:gs>
              <a:gs pos="39000">
                <a:srgbClr val="374245"/>
              </a:gs>
              <a:gs pos="42000">
                <a:srgbClr val="505F63"/>
              </a:gs>
              <a:gs pos="50000">
                <a:srgbClr val="AEABAB"/>
              </a:gs>
              <a:gs pos="58999">
                <a:srgbClr val="374245"/>
              </a:gs>
              <a:gs pos="63008">
                <a:srgbClr val="505F63"/>
              </a:gs>
              <a:gs pos="100000">
                <a:srgbClr val="505F63"/>
              </a:gs>
            </a:gsLst>
            <a:lin ang="5400000" scaled="0"/>
          </a:gradFill>
          <a:ln w="9525" cap="flat" cmpd="sng">
            <a:solidFill>
              <a:srgbClr val="374245"/>
            </a:solidFill>
            <a:prstDash val="solid"/>
            <a:miter lim="800000"/>
            <a:headEnd type="none" w="sm" len="sm"/>
            <a:tailEnd type="none" w="sm" len="sm"/>
          </a:ln>
          <a:effectLst>
            <a:outerShdw blurRad="139700" dist="508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51" name="Picture 50">
            <a:extLst>
              <a:ext uri="{FF2B5EF4-FFF2-40B4-BE49-F238E27FC236}">
                <a16:creationId xmlns="" xmlns:a16="http://schemas.microsoft.com/office/drawing/2014/main" id="{35F3B9AD-1420-48FC-9267-C2C0C3E13FF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39756" y="5977632"/>
            <a:ext cx="835393" cy="669380"/>
          </a:xfrm>
          <a:prstGeom prst="rect">
            <a:avLst/>
          </a:prstGeom>
        </p:spPr>
      </p:pic>
      <p:sp>
        <p:nvSpPr>
          <p:cNvPr id="52" name="TextBox 51">
            <a:extLst>
              <a:ext uri="{FF2B5EF4-FFF2-40B4-BE49-F238E27FC236}">
                <a16:creationId xmlns="" xmlns:a16="http://schemas.microsoft.com/office/drawing/2014/main" id="{7F8E0DC6-3481-4257-AADB-D93129F7F586}"/>
              </a:ext>
            </a:extLst>
          </p:cNvPr>
          <p:cNvSpPr txBox="1"/>
          <p:nvPr/>
        </p:nvSpPr>
        <p:spPr>
          <a:xfrm>
            <a:off x="1977579" y="6135996"/>
            <a:ext cx="6009099" cy="400110"/>
          </a:xfrm>
          <a:prstGeom prst="rect">
            <a:avLst/>
          </a:prstGeom>
          <a:noFill/>
        </p:spPr>
        <p:txBody>
          <a:bodyPr wrap="square">
            <a:spAutoFit/>
          </a:bodyPr>
          <a:lstStyle/>
          <a:p>
            <a:pPr>
              <a:defRPr/>
            </a:pPr>
            <a:r>
              <a:rPr lang="en-US" sz="1000" spc="280" dirty="0"/>
              <a:t>PEJABAT KETUA PEGAWAI KESELAMATAN KERAJAAN MALAYSIA</a:t>
            </a:r>
          </a:p>
          <a:p>
            <a:pPr>
              <a:defRPr/>
            </a:pPr>
            <a:r>
              <a:rPr lang="en-US" sz="1000" spc="280" dirty="0"/>
              <a:t>JABATAN PERDANA MENTERI</a:t>
            </a:r>
          </a:p>
        </p:txBody>
      </p:sp>
      <p:sp>
        <p:nvSpPr>
          <p:cNvPr id="16" name="Google Shape;31;p7"/>
          <p:cNvSpPr txBox="1"/>
          <p:nvPr/>
        </p:nvSpPr>
        <p:spPr>
          <a:xfrm>
            <a:off x="2499258" y="2352638"/>
            <a:ext cx="7047409" cy="1187787"/>
          </a:xfrm>
          <a:prstGeom prst="rect">
            <a:avLst/>
          </a:prstGeom>
          <a:noFill/>
          <a:ln>
            <a:noFill/>
          </a:ln>
        </p:spPr>
        <p:txBody>
          <a:bodyPr spcFirstLastPara="1" wrap="square" lIns="91425" tIns="45700" rIns="91425" bIns="45700" anchor="t" anchorCtr="0">
            <a:noAutofit/>
          </a:bodyPr>
          <a:lstStyle/>
          <a:p>
            <a:pPr algn="just"/>
            <a:r>
              <a:rPr lang="ms-MY" sz="2000" dirty="0">
                <a:latin typeface="Tahoma" panose="020B0604030504040204" pitchFamily="34" charset="0"/>
                <a:ea typeface="Tahoma" panose="020B0604030504040204" pitchFamily="34" charset="0"/>
                <a:cs typeface="Tahoma" panose="020B0604030504040204" pitchFamily="34" charset="0"/>
              </a:rPr>
              <a:t>Rahsia rasmi yang dikelaskan sebagai “Rahsia” hendaklah dihantar dengan perkhidmatan penghantaran semboyan di mana boleh atau dengan pos berdaftar A.R. </a:t>
            </a:r>
          </a:p>
        </p:txBody>
      </p:sp>
      <p:sp>
        <p:nvSpPr>
          <p:cNvPr id="17" name="Google Shape;31;p7"/>
          <p:cNvSpPr txBox="1"/>
          <p:nvPr/>
        </p:nvSpPr>
        <p:spPr>
          <a:xfrm>
            <a:off x="1195808" y="3570751"/>
            <a:ext cx="8044376" cy="1197754"/>
          </a:xfrm>
          <a:prstGeom prst="rect">
            <a:avLst/>
          </a:prstGeom>
          <a:noFill/>
          <a:ln>
            <a:noFill/>
          </a:ln>
        </p:spPr>
        <p:txBody>
          <a:bodyPr spcFirstLastPara="1" wrap="square" lIns="91425" tIns="45700" rIns="91425" bIns="45700" anchor="t" anchorCtr="0">
            <a:noAutofit/>
          </a:bodyPr>
          <a:lstStyle/>
          <a:p>
            <a:pPr algn="just"/>
            <a:r>
              <a:rPr lang="ms-MY" sz="2000" dirty="0">
                <a:latin typeface="Tahoma" panose="020B0604030504040204" pitchFamily="34" charset="0"/>
                <a:ea typeface="Tahoma" panose="020B0604030504040204" pitchFamily="34" charset="0"/>
                <a:cs typeface="Tahoma" panose="020B0604030504040204" pitchFamily="34" charset="0"/>
              </a:rPr>
              <a:t>Rahsia rasmi yang dikelaskan sebagai</a:t>
            </a:r>
            <a:r>
              <a:rPr lang="ms-MY" sz="2000" i="1" dirty="0">
                <a:latin typeface="Tahoma" panose="020B0604030504040204" pitchFamily="34" charset="0"/>
                <a:ea typeface="Tahoma" panose="020B0604030504040204" pitchFamily="34" charset="0"/>
                <a:cs typeface="Tahoma" panose="020B0604030504040204" pitchFamily="34" charset="0"/>
              </a:rPr>
              <a:t> </a:t>
            </a:r>
            <a:r>
              <a:rPr lang="ms-MY" sz="2000" dirty="0">
                <a:latin typeface="Tahoma" panose="020B0604030504040204" pitchFamily="34" charset="0"/>
                <a:ea typeface="Tahoma" panose="020B0604030504040204" pitchFamily="34" charset="0"/>
                <a:cs typeface="Tahoma" panose="020B0604030504040204" pitchFamily="34" charset="0"/>
              </a:rPr>
              <a:t>“Sulit” hendaklah dihantar dengan perkhidmatan penghantaran semboyan di mana boleh atau dengan pos berdaftar. </a:t>
            </a:r>
          </a:p>
        </p:txBody>
      </p:sp>
      <p:sp>
        <p:nvSpPr>
          <p:cNvPr id="18" name="Google Shape;31;p7"/>
          <p:cNvSpPr txBox="1"/>
          <p:nvPr/>
        </p:nvSpPr>
        <p:spPr>
          <a:xfrm>
            <a:off x="2980470" y="4987327"/>
            <a:ext cx="6148189" cy="965648"/>
          </a:xfrm>
          <a:prstGeom prst="rect">
            <a:avLst/>
          </a:prstGeom>
          <a:noFill/>
          <a:ln>
            <a:noFill/>
          </a:ln>
        </p:spPr>
        <p:txBody>
          <a:bodyPr spcFirstLastPara="1" wrap="square" lIns="91425" tIns="45700" rIns="91425" bIns="45700" anchor="t" anchorCtr="0">
            <a:noAutofit/>
          </a:bodyPr>
          <a:lstStyle/>
          <a:p>
            <a:pPr algn="just"/>
            <a:r>
              <a:rPr lang="ms-MY" sz="2000" dirty="0">
                <a:latin typeface="Tahoma" panose="020B0604030504040204" pitchFamily="34" charset="0"/>
                <a:ea typeface="Tahoma" panose="020B0604030504040204" pitchFamily="34" charset="0"/>
                <a:cs typeface="Tahoma" panose="020B0604030504040204" pitchFamily="34" charset="0"/>
              </a:rPr>
              <a:t>Rahsia rasmi yang dikelaskan sebagai</a:t>
            </a:r>
            <a:r>
              <a:rPr lang="ms-MY" sz="2000" i="1" dirty="0">
                <a:latin typeface="Tahoma" panose="020B0604030504040204" pitchFamily="34" charset="0"/>
                <a:ea typeface="Tahoma" panose="020B0604030504040204" pitchFamily="34" charset="0"/>
                <a:cs typeface="Tahoma" panose="020B0604030504040204" pitchFamily="34" charset="0"/>
              </a:rPr>
              <a:t> “</a:t>
            </a:r>
            <a:r>
              <a:rPr lang="ms-MY" sz="2000" dirty="0">
                <a:latin typeface="Tahoma" panose="020B0604030504040204" pitchFamily="34" charset="0"/>
                <a:ea typeface="Tahoma" panose="020B0604030504040204" pitchFamily="34" charset="0"/>
                <a:cs typeface="Tahoma" panose="020B0604030504040204" pitchFamily="34" charset="0"/>
              </a:rPr>
              <a:t>Terhad</a:t>
            </a:r>
            <a:r>
              <a:rPr lang="ms-MY" sz="2000" i="1" dirty="0">
                <a:latin typeface="Tahoma" panose="020B0604030504040204" pitchFamily="34" charset="0"/>
                <a:ea typeface="Tahoma" panose="020B0604030504040204" pitchFamily="34" charset="0"/>
                <a:cs typeface="Tahoma" panose="020B0604030504040204" pitchFamily="34" charset="0"/>
              </a:rPr>
              <a:t>”</a:t>
            </a:r>
            <a:r>
              <a:rPr lang="ms-MY" sz="2000" dirty="0">
                <a:latin typeface="Tahoma" panose="020B0604030504040204" pitchFamily="34" charset="0"/>
                <a:ea typeface="Tahoma" panose="020B0604030504040204" pitchFamily="34" charset="0"/>
                <a:cs typeface="Tahoma" panose="020B0604030504040204" pitchFamily="34" charset="0"/>
              </a:rPr>
              <a:t> boleh dihantar dengan pos tidak berdaftar;</a:t>
            </a:r>
          </a:p>
        </p:txBody>
      </p:sp>
      <p:sp>
        <p:nvSpPr>
          <p:cNvPr id="19" name="Google Shape;27;p7"/>
          <p:cNvSpPr/>
          <p:nvPr/>
        </p:nvSpPr>
        <p:spPr>
          <a:xfrm>
            <a:off x="1584667" y="640070"/>
            <a:ext cx="8876590" cy="772907"/>
          </a:xfrm>
          <a:prstGeom prst="rect">
            <a:avLst/>
          </a:prstGeom>
          <a:noFill/>
          <a:ln>
            <a:noFill/>
          </a:ln>
        </p:spPr>
        <p:txBody>
          <a:bodyPr spcFirstLastPara="1" wrap="square" lIns="91425" tIns="45700" rIns="91425" bIns="45700" anchor="t" anchorCtr="0">
            <a:noAutofit/>
          </a:bodyPr>
          <a:lstStyle/>
          <a:p>
            <a:r>
              <a:rPr lang="en-GB" sz="2000" b="1" dirty="0" err="1">
                <a:solidFill>
                  <a:srgbClr val="C00000"/>
                </a:solidFill>
                <a:latin typeface="Tahoma" panose="020B0604030504040204" pitchFamily="34" charset="0"/>
                <a:ea typeface="Tahoma" panose="020B0604030504040204" pitchFamily="34" charset="0"/>
                <a:cs typeface="Tahoma" panose="020B0604030504040204" pitchFamily="34" charset="0"/>
              </a:rPr>
              <a:t>Penghantaran</a:t>
            </a:r>
            <a:r>
              <a:rPr lang="en-GB" sz="2000" b="1" dirty="0">
                <a:solidFill>
                  <a:srgbClr val="C00000"/>
                </a:solidFill>
                <a:latin typeface="Tahoma" panose="020B0604030504040204" pitchFamily="34" charset="0"/>
                <a:ea typeface="Tahoma" panose="020B0604030504040204" pitchFamily="34" charset="0"/>
                <a:cs typeface="Tahoma" panose="020B0604030504040204" pitchFamily="34" charset="0"/>
              </a:rPr>
              <a:t> </a:t>
            </a:r>
            <a:r>
              <a:rPr lang="en-GB" sz="2000" b="1" dirty="0" err="1">
                <a:solidFill>
                  <a:srgbClr val="C00000"/>
                </a:solidFill>
                <a:latin typeface="Tahoma" panose="020B0604030504040204" pitchFamily="34" charset="0"/>
                <a:ea typeface="Tahoma" panose="020B0604030504040204" pitchFamily="34" charset="0"/>
                <a:cs typeface="Tahoma" panose="020B0604030504040204" pitchFamily="34" charset="0"/>
              </a:rPr>
              <a:t>ke</a:t>
            </a:r>
            <a:r>
              <a:rPr lang="en-GB" sz="2000" b="1" dirty="0">
                <a:solidFill>
                  <a:srgbClr val="C00000"/>
                </a:solidFill>
                <a:latin typeface="Tahoma" panose="020B0604030504040204" pitchFamily="34" charset="0"/>
                <a:ea typeface="Tahoma" panose="020B0604030504040204" pitchFamily="34" charset="0"/>
                <a:cs typeface="Tahoma" panose="020B0604030504040204" pitchFamily="34" charset="0"/>
              </a:rPr>
              <a:t> lain-lain </a:t>
            </a:r>
            <a:r>
              <a:rPr lang="en-GB" sz="2000" b="1" dirty="0" err="1">
                <a:solidFill>
                  <a:srgbClr val="C00000"/>
                </a:solidFill>
                <a:latin typeface="Tahoma" panose="020B0604030504040204" pitchFamily="34" charset="0"/>
                <a:ea typeface="Tahoma" panose="020B0604030504040204" pitchFamily="34" charset="0"/>
                <a:cs typeface="Tahoma" panose="020B0604030504040204" pitchFamily="34" charset="0"/>
              </a:rPr>
              <a:t>tempat</a:t>
            </a:r>
            <a:r>
              <a:rPr lang="en-GB" sz="2000" b="1" dirty="0">
                <a:solidFill>
                  <a:srgbClr val="C00000"/>
                </a:solidFill>
                <a:latin typeface="Tahoma" panose="020B0604030504040204" pitchFamily="34" charset="0"/>
                <a:ea typeface="Tahoma" panose="020B0604030504040204" pitchFamily="34" charset="0"/>
                <a:cs typeface="Tahoma" panose="020B0604030504040204" pitchFamily="34" charset="0"/>
              </a:rPr>
              <a:t> </a:t>
            </a:r>
            <a:r>
              <a:rPr lang="en-GB" sz="2000" b="1" dirty="0" err="1">
                <a:solidFill>
                  <a:srgbClr val="C00000"/>
                </a:solidFill>
                <a:latin typeface="Tahoma" panose="020B0604030504040204" pitchFamily="34" charset="0"/>
                <a:ea typeface="Tahoma" panose="020B0604030504040204" pitchFamily="34" charset="0"/>
                <a:cs typeface="Tahoma" panose="020B0604030504040204" pitchFamily="34" charset="0"/>
              </a:rPr>
              <a:t>dalam</a:t>
            </a:r>
            <a:r>
              <a:rPr lang="en-GB" sz="2000" b="1" dirty="0">
                <a:solidFill>
                  <a:srgbClr val="C00000"/>
                </a:solidFill>
                <a:latin typeface="Tahoma" panose="020B0604030504040204" pitchFamily="34" charset="0"/>
                <a:ea typeface="Tahoma" panose="020B0604030504040204" pitchFamily="34" charset="0"/>
                <a:cs typeface="Tahoma" panose="020B0604030504040204" pitchFamily="34" charset="0"/>
              </a:rPr>
              <a:t> Malaysia</a:t>
            </a:r>
            <a:endParaRPr lang="fi-FI" sz="2400" b="1" dirty="0"/>
          </a:p>
        </p:txBody>
      </p:sp>
      <p:sp>
        <p:nvSpPr>
          <p:cNvPr id="20" name="Title 1">
            <a:extLst>
              <a:ext uri="{FF2B5EF4-FFF2-40B4-BE49-F238E27FC236}">
                <a16:creationId xmlns="" xmlns:a16="http://schemas.microsoft.com/office/drawing/2014/main" id="{C768F5CE-3EE6-4C50-BDC9-85D45021E1CE}"/>
              </a:ext>
            </a:extLst>
          </p:cNvPr>
          <p:cNvSpPr txBox="1">
            <a:spLocks/>
          </p:cNvSpPr>
          <p:nvPr/>
        </p:nvSpPr>
        <p:spPr>
          <a:xfrm>
            <a:off x="934296" y="150892"/>
            <a:ext cx="10871140" cy="953307"/>
          </a:xfrm>
          <a:prstGeom prst="rect">
            <a:avLst/>
          </a:prstGeom>
        </p:spPr>
        <p:txBody>
          <a:bodyP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r"/>
            <a:r>
              <a:rPr lang="en-US" sz="2800" b="1" dirty="0" err="1">
                <a:latin typeface="Tahoma" panose="020B0604030504040204" pitchFamily="34" charset="0"/>
                <a:ea typeface="Tahoma" panose="020B0604030504040204" pitchFamily="34" charset="0"/>
                <a:cs typeface="Tahoma" panose="020B0604030504040204" pitchFamily="34" charset="0"/>
              </a:rPr>
              <a:t>sambungan</a:t>
            </a:r>
            <a:endParaRPr lang="en-MY" sz="2800" b="1"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861290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7"/>
                                        </p:tgtEl>
                                        <p:attrNameLst>
                                          <p:attrName>style.visibility</p:attrName>
                                        </p:attrNameLst>
                                      </p:cBhvr>
                                      <p:to>
                                        <p:strVal val="visible"/>
                                      </p:to>
                                    </p:set>
                                    <p:anim calcmode="lin" valueType="num">
                                      <p:cBhvr additive="base">
                                        <p:cTn id="7" dur="500"/>
                                        <p:tgtEl>
                                          <p:spTgt spid="47"/>
                                        </p:tgtEl>
                                        <p:attrNameLst>
                                          <p:attrName>ppt_x</p:attrName>
                                        </p:attrNameLst>
                                      </p:cBhvr>
                                      <p:tavLst>
                                        <p:tav tm="0">
                                          <p:val>
                                            <p:strVal val="#ppt_x-1"/>
                                          </p:val>
                                        </p:tav>
                                        <p:tav tm="100000">
                                          <p:val>
                                            <p:strVal val="#ppt_x"/>
                                          </p:val>
                                        </p:tav>
                                      </p:tavLst>
                                    </p:anim>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fade">
                                      <p:cBhvr>
                                        <p:cTn id="11" dur="500"/>
                                        <p:tgtEl>
                                          <p:spTgt spid="25"/>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28"/>
                                        </p:tgtEl>
                                        <p:attrNameLst>
                                          <p:attrName>style.visibility</p:attrName>
                                        </p:attrNameLst>
                                      </p:cBhvr>
                                      <p:to>
                                        <p:strVal val="visible"/>
                                      </p:to>
                                    </p:set>
                                    <p:animEffect transition="in" filter="fade">
                                      <p:cBhvr>
                                        <p:cTn id="15" dur="500"/>
                                        <p:tgtEl>
                                          <p:spTgt spid="28"/>
                                        </p:tgtEl>
                                      </p:cBhvr>
                                    </p:animEffect>
                                  </p:childTnLst>
                                </p:cTn>
                              </p:par>
                              <p:par>
                                <p:cTn id="16" presetID="10" presetClass="entr" presetSubtype="0" fill="hold" nodeType="withEffect">
                                  <p:stCondLst>
                                    <p:cond delay="0"/>
                                  </p:stCondLst>
                                  <p:childTnLst>
                                    <p:set>
                                      <p:cBhvr>
                                        <p:cTn id="17" dur="1" fill="hold">
                                          <p:stCondLst>
                                            <p:cond delay="0"/>
                                          </p:stCondLst>
                                        </p:cTn>
                                        <p:tgtEl>
                                          <p:spTgt spid="31"/>
                                        </p:tgtEl>
                                        <p:attrNameLst>
                                          <p:attrName>style.visibility</p:attrName>
                                        </p:attrNameLst>
                                      </p:cBhvr>
                                      <p:to>
                                        <p:strVal val="visible"/>
                                      </p:to>
                                    </p:set>
                                    <p:animEffect transition="in" filter="fade">
                                      <p:cBhvr>
                                        <p:cTn id="18" dur="500"/>
                                        <p:tgtEl>
                                          <p:spTgt spid="31"/>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nodeType="clickEffect">
                                  <p:stCondLst>
                                    <p:cond delay="0"/>
                                  </p:stCondLst>
                                  <p:childTnLst>
                                    <p:set>
                                      <p:cBhvr>
                                        <p:cTn id="22" dur="1" fill="hold">
                                          <p:stCondLst>
                                            <p:cond delay="0"/>
                                          </p:stCondLst>
                                        </p:cTn>
                                        <p:tgtEl>
                                          <p:spTgt spid="48"/>
                                        </p:tgtEl>
                                        <p:attrNameLst>
                                          <p:attrName>style.visibility</p:attrName>
                                        </p:attrNameLst>
                                      </p:cBhvr>
                                      <p:to>
                                        <p:strVal val="visible"/>
                                      </p:to>
                                    </p:set>
                                    <p:anim calcmode="lin" valueType="num">
                                      <p:cBhvr additive="base">
                                        <p:cTn id="23" dur="500"/>
                                        <p:tgtEl>
                                          <p:spTgt spid="48"/>
                                        </p:tgtEl>
                                        <p:attrNameLst>
                                          <p:attrName>ppt_x</p:attrName>
                                        </p:attrNameLst>
                                      </p:cBhvr>
                                      <p:tavLst>
                                        <p:tav tm="0">
                                          <p:val>
                                            <p:strVal val="#ppt_x-1"/>
                                          </p:val>
                                        </p:tav>
                                        <p:tav tm="100000">
                                          <p:val>
                                            <p:strVal val="#ppt_x"/>
                                          </p:val>
                                        </p:tav>
                                      </p:tavLst>
                                    </p:anim>
                                  </p:childTnLst>
                                </p:cTn>
                              </p:par>
                            </p:childTnLst>
                          </p:cTn>
                        </p:par>
                        <p:par>
                          <p:cTn id="24" fill="hold">
                            <p:stCondLst>
                              <p:cond delay="500"/>
                            </p:stCondLst>
                            <p:childTnLst>
                              <p:par>
                                <p:cTn id="25" presetID="10" presetClass="entr" presetSubtype="0" fill="hold" nodeType="after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fade">
                                      <p:cBhvr>
                                        <p:cTn id="27" dur="500"/>
                                        <p:tgtEl>
                                          <p:spTgt spid="24"/>
                                        </p:tgtEl>
                                      </p:cBhvr>
                                    </p:animEffect>
                                  </p:childTnLst>
                                </p:cTn>
                              </p:par>
                            </p:childTnLst>
                          </p:cTn>
                        </p:par>
                        <p:par>
                          <p:cTn id="28" fill="hold">
                            <p:stCondLst>
                              <p:cond delay="1000"/>
                            </p:stCondLst>
                            <p:childTnLst>
                              <p:par>
                                <p:cTn id="29" presetID="10" presetClass="entr" presetSubtype="0" fill="hold" nodeType="afterEffect">
                                  <p:stCondLst>
                                    <p:cond delay="0"/>
                                  </p:stCondLst>
                                  <p:childTnLst>
                                    <p:set>
                                      <p:cBhvr>
                                        <p:cTn id="30" dur="1" fill="hold">
                                          <p:stCondLst>
                                            <p:cond delay="0"/>
                                          </p:stCondLst>
                                        </p:cTn>
                                        <p:tgtEl>
                                          <p:spTgt spid="33"/>
                                        </p:tgtEl>
                                        <p:attrNameLst>
                                          <p:attrName>style.visibility</p:attrName>
                                        </p:attrNameLst>
                                      </p:cBhvr>
                                      <p:to>
                                        <p:strVal val="visible"/>
                                      </p:to>
                                    </p:set>
                                    <p:animEffect transition="in" filter="fade">
                                      <p:cBhvr>
                                        <p:cTn id="31" dur="500"/>
                                        <p:tgtEl>
                                          <p:spTgt spid="33"/>
                                        </p:tgtEl>
                                      </p:cBhvr>
                                    </p:animEffect>
                                  </p:childTnLst>
                                </p:cTn>
                              </p:par>
                            </p:childTnLst>
                          </p:cTn>
                        </p:par>
                      </p:childTnLst>
                    </p:cTn>
                  </p:par>
                  <p:par>
                    <p:cTn id="32" fill="hold">
                      <p:stCondLst>
                        <p:cond delay="indefinite"/>
                      </p:stCondLst>
                      <p:childTnLst>
                        <p:par>
                          <p:cTn id="33" fill="hold">
                            <p:stCondLst>
                              <p:cond delay="0"/>
                            </p:stCondLst>
                            <p:childTnLst>
                              <p:par>
                                <p:cTn id="34" presetID="2" presetClass="entr" presetSubtype="8" fill="hold" nodeType="clickEffect">
                                  <p:stCondLst>
                                    <p:cond delay="0"/>
                                  </p:stCondLst>
                                  <p:childTnLst>
                                    <p:set>
                                      <p:cBhvr>
                                        <p:cTn id="35" dur="1" fill="hold">
                                          <p:stCondLst>
                                            <p:cond delay="0"/>
                                          </p:stCondLst>
                                        </p:cTn>
                                        <p:tgtEl>
                                          <p:spTgt spid="49"/>
                                        </p:tgtEl>
                                        <p:attrNameLst>
                                          <p:attrName>style.visibility</p:attrName>
                                        </p:attrNameLst>
                                      </p:cBhvr>
                                      <p:to>
                                        <p:strVal val="visible"/>
                                      </p:to>
                                    </p:set>
                                    <p:anim calcmode="lin" valueType="num">
                                      <p:cBhvr additive="base">
                                        <p:cTn id="36" dur="500"/>
                                        <p:tgtEl>
                                          <p:spTgt spid="49"/>
                                        </p:tgtEl>
                                        <p:attrNameLst>
                                          <p:attrName>ppt_x</p:attrName>
                                        </p:attrNameLst>
                                      </p:cBhvr>
                                      <p:tavLst>
                                        <p:tav tm="0">
                                          <p:val>
                                            <p:strVal val="#ppt_x-1"/>
                                          </p:val>
                                        </p:tav>
                                        <p:tav tm="100000">
                                          <p:val>
                                            <p:strVal val="#ppt_x"/>
                                          </p:val>
                                        </p:tav>
                                      </p:tavLst>
                                    </p:anim>
                                  </p:childTnLst>
                                </p:cTn>
                              </p:par>
                            </p:childTnLst>
                          </p:cTn>
                        </p:par>
                        <p:par>
                          <p:cTn id="37" fill="hold">
                            <p:stCondLst>
                              <p:cond delay="500"/>
                            </p:stCondLst>
                            <p:childTnLst>
                              <p:par>
                                <p:cTn id="38" presetID="10" presetClass="entr" presetSubtype="0" fill="hold" nodeType="after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fade">
                                      <p:cBhvr>
                                        <p:cTn id="40" dur="500"/>
                                        <p:tgtEl>
                                          <p:spTgt spid="23"/>
                                        </p:tgtEl>
                                      </p:cBhvr>
                                    </p:animEffect>
                                  </p:childTnLst>
                                </p:cTn>
                              </p:par>
                            </p:childTnLst>
                          </p:cTn>
                        </p:par>
                      </p:childTnLst>
                    </p:cTn>
                  </p:par>
                  <p:par>
                    <p:cTn id="41" fill="hold">
                      <p:stCondLst>
                        <p:cond delay="indefinite"/>
                      </p:stCondLst>
                      <p:childTnLst>
                        <p:par>
                          <p:cTn id="42" fill="hold">
                            <p:stCondLst>
                              <p:cond delay="0"/>
                            </p:stCondLst>
                            <p:childTnLst>
                              <p:par>
                                <p:cTn id="43" presetID="2" presetClass="entr" presetSubtype="8" fill="hold" nodeType="clickEffect">
                                  <p:stCondLst>
                                    <p:cond delay="0"/>
                                  </p:stCondLst>
                                  <p:childTnLst>
                                    <p:set>
                                      <p:cBhvr>
                                        <p:cTn id="44" dur="1" fill="hold">
                                          <p:stCondLst>
                                            <p:cond delay="0"/>
                                          </p:stCondLst>
                                        </p:cTn>
                                        <p:tgtEl>
                                          <p:spTgt spid="50"/>
                                        </p:tgtEl>
                                        <p:attrNameLst>
                                          <p:attrName>style.visibility</p:attrName>
                                        </p:attrNameLst>
                                      </p:cBhvr>
                                      <p:to>
                                        <p:strVal val="visible"/>
                                      </p:to>
                                    </p:set>
                                    <p:anim calcmode="lin" valueType="num">
                                      <p:cBhvr additive="base">
                                        <p:cTn id="45" dur="500"/>
                                        <p:tgtEl>
                                          <p:spTgt spid="50"/>
                                        </p:tgtEl>
                                        <p:attrNameLst>
                                          <p:attrName>ppt_x</p:attrName>
                                        </p:attrNameLst>
                                      </p:cBhvr>
                                      <p:tavLst>
                                        <p:tav tm="0">
                                          <p:val>
                                            <p:strVal val="#ppt_x-1"/>
                                          </p:val>
                                        </p:tav>
                                        <p:tav tm="100000">
                                          <p:val>
                                            <p:strVal val="#ppt_x"/>
                                          </p:val>
                                        </p:tav>
                                      </p:tavLst>
                                    </p:anim>
                                  </p:childTnLst>
                                </p:cTn>
                              </p:par>
                            </p:childTnLst>
                          </p:cTn>
                        </p:par>
                        <p:par>
                          <p:cTn id="46" fill="hold">
                            <p:stCondLst>
                              <p:cond delay="500"/>
                            </p:stCondLst>
                            <p:childTnLst>
                              <p:par>
                                <p:cTn id="47" presetID="10" presetClass="entr" presetSubtype="0" fill="hold" nodeType="afterEffect">
                                  <p:stCondLst>
                                    <p:cond delay="0"/>
                                  </p:stCondLst>
                                  <p:childTnLst>
                                    <p:set>
                                      <p:cBhvr>
                                        <p:cTn id="48" dur="1" fill="hold">
                                          <p:stCondLst>
                                            <p:cond delay="0"/>
                                          </p:stCondLst>
                                        </p:cTn>
                                        <p:tgtEl>
                                          <p:spTgt spid="22"/>
                                        </p:tgtEl>
                                        <p:attrNameLst>
                                          <p:attrName>style.visibility</p:attrName>
                                        </p:attrNameLst>
                                      </p:cBhvr>
                                      <p:to>
                                        <p:strVal val="visible"/>
                                      </p:to>
                                    </p:set>
                                    <p:animEffect transition="in" filter="fade">
                                      <p:cBhvr>
                                        <p:cTn id="49" dur="500"/>
                                        <p:tgtEl>
                                          <p:spTgt spid="22"/>
                                        </p:tgtEl>
                                      </p:cBhvr>
                                    </p:animEffect>
                                  </p:childTnLst>
                                </p:cTn>
                              </p:par>
                              <p:par>
                                <p:cTn id="50" presetID="10" presetClass="entr" presetSubtype="0" fill="hold" nodeType="with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00"/>
                                        <p:tgtEl>
                                          <p:spTgt spid="16"/>
                                        </p:tgtEl>
                                      </p:cBhvr>
                                    </p:animEffect>
                                  </p:childTnLst>
                                </p:cTn>
                              </p:par>
                              <p:par>
                                <p:cTn id="53" presetID="10" presetClass="entr" presetSubtype="0" fill="hold" nodeType="withEffect">
                                  <p:stCondLst>
                                    <p:cond delay="0"/>
                                  </p:stCondLst>
                                  <p:childTnLst>
                                    <p:set>
                                      <p:cBhvr>
                                        <p:cTn id="54" dur="1" fill="hold">
                                          <p:stCondLst>
                                            <p:cond delay="0"/>
                                          </p:stCondLst>
                                        </p:cTn>
                                        <p:tgtEl>
                                          <p:spTgt spid="17"/>
                                        </p:tgtEl>
                                        <p:attrNameLst>
                                          <p:attrName>style.visibility</p:attrName>
                                        </p:attrNameLst>
                                      </p:cBhvr>
                                      <p:to>
                                        <p:strVal val="visible"/>
                                      </p:to>
                                    </p:set>
                                    <p:animEffect transition="in" filter="fade">
                                      <p:cBhvr>
                                        <p:cTn id="55" dur="500"/>
                                        <p:tgtEl>
                                          <p:spTgt spid="17"/>
                                        </p:tgtEl>
                                      </p:cBhvr>
                                    </p:animEffect>
                                  </p:childTnLst>
                                </p:cTn>
                              </p:par>
                              <p:par>
                                <p:cTn id="56" presetID="10" presetClass="entr" presetSubtype="0" fill="hold" nodeType="with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500"/>
                                        <p:tgtEl>
                                          <p:spTgt spid="18"/>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19"/>
                                        </p:tgtEl>
                                        <p:attrNameLst>
                                          <p:attrName>style.visibility</p:attrName>
                                        </p:attrNameLst>
                                      </p:cBhvr>
                                      <p:to>
                                        <p:strVal val="visible"/>
                                      </p:to>
                                    </p:set>
                                    <p:animEffect transition="in" filter="fade">
                                      <p:cBhvr>
                                        <p:cTn id="63"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21"/>
        <p:cNvGrpSpPr/>
        <p:nvPr/>
      </p:nvGrpSpPr>
      <p:grpSpPr>
        <a:xfrm>
          <a:off x="0" y="0"/>
          <a:ext cx="0" cy="0"/>
          <a:chOff x="0" y="0"/>
          <a:chExt cx="0" cy="0"/>
        </a:xfrm>
      </p:grpSpPr>
      <p:sp>
        <p:nvSpPr>
          <p:cNvPr id="22" name="Google Shape;22;p7"/>
          <p:cNvSpPr/>
          <p:nvPr/>
        </p:nvSpPr>
        <p:spPr>
          <a:xfrm>
            <a:off x="1886290" y="4620871"/>
            <a:ext cx="7179134" cy="1033200"/>
          </a:xfrm>
          <a:custGeom>
            <a:avLst/>
            <a:gdLst/>
            <a:ahLst/>
            <a:cxnLst/>
            <a:rect l="l" t="t" r="r" b="b"/>
            <a:pathLst>
              <a:path w="3644361" h="858781" extrusionOk="0">
                <a:moveTo>
                  <a:pt x="0" y="0"/>
                </a:moveTo>
                <a:lnTo>
                  <a:pt x="3644361" y="0"/>
                </a:lnTo>
                <a:lnTo>
                  <a:pt x="3644361" y="858781"/>
                </a:lnTo>
                <a:lnTo>
                  <a:pt x="0" y="858781"/>
                </a:lnTo>
                <a:lnTo>
                  <a:pt x="412138" y="429391"/>
                </a:lnTo>
                <a:lnTo>
                  <a:pt x="0" y="0"/>
                </a:lnTo>
                <a:close/>
              </a:path>
            </a:pathLst>
          </a:custGeom>
          <a:solidFill>
            <a:schemeClr val="tx2">
              <a:lumMod val="50000"/>
              <a:lumOff val="50000"/>
            </a:schemeClr>
          </a:solidFill>
          <a:ln>
            <a:noFill/>
          </a:ln>
          <a:effectLst>
            <a:outerShdw blurRad="114300" dist="304800" dir="10800000" sx="85000" sy="85000" algn="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lt1"/>
              </a:solidFill>
              <a:latin typeface="Calibri"/>
              <a:ea typeface="Calibri"/>
              <a:cs typeface="Calibri"/>
              <a:sym typeface="Calibri"/>
            </a:endParaRPr>
          </a:p>
        </p:txBody>
      </p:sp>
      <p:sp>
        <p:nvSpPr>
          <p:cNvPr id="23" name="Google Shape;23;p7"/>
          <p:cNvSpPr/>
          <p:nvPr/>
        </p:nvSpPr>
        <p:spPr>
          <a:xfrm>
            <a:off x="714596" y="3349568"/>
            <a:ext cx="8534060" cy="1399984"/>
          </a:xfrm>
          <a:custGeom>
            <a:avLst/>
            <a:gdLst/>
            <a:ahLst/>
            <a:cxnLst/>
            <a:rect l="l" t="t" r="r" b="b"/>
            <a:pathLst>
              <a:path w="3644361" h="858781" extrusionOk="0">
                <a:moveTo>
                  <a:pt x="0" y="0"/>
                </a:moveTo>
                <a:lnTo>
                  <a:pt x="3644361" y="0"/>
                </a:lnTo>
                <a:lnTo>
                  <a:pt x="3644361" y="858781"/>
                </a:lnTo>
                <a:lnTo>
                  <a:pt x="0" y="858781"/>
                </a:lnTo>
                <a:lnTo>
                  <a:pt x="412138" y="429391"/>
                </a:lnTo>
                <a:lnTo>
                  <a:pt x="0" y="0"/>
                </a:lnTo>
                <a:close/>
              </a:path>
            </a:pathLst>
          </a:custGeom>
          <a:gradFill>
            <a:gsLst>
              <a:gs pos="0">
                <a:srgbClr val="54BCCF"/>
              </a:gs>
              <a:gs pos="35000">
                <a:srgbClr val="54BCCF"/>
              </a:gs>
              <a:gs pos="73000">
                <a:srgbClr val="3E8EA0"/>
              </a:gs>
              <a:gs pos="100000">
                <a:srgbClr val="327683"/>
              </a:gs>
            </a:gsLst>
            <a:lin ang="0" scaled="0"/>
          </a:gradFill>
          <a:ln>
            <a:noFill/>
          </a:ln>
          <a:effectLst>
            <a:outerShdw blurRad="114300" dist="304800" dir="10800000" sx="85000" sy="85000" algn="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4" name="Google Shape;24;p7"/>
          <p:cNvSpPr/>
          <p:nvPr/>
        </p:nvSpPr>
        <p:spPr>
          <a:xfrm>
            <a:off x="1886291" y="2318729"/>
            <a:ext cx="7653948" cy="1033200"/>
          </a:xfrm>
          <a:custGeom>
            <a:avLst/>
            <a:gdLst/>
            <a:ahLst/>
            <a:cxnLst/>
            <a:rect l="l" t="t" r="r" b="b"/>
            <a:pathLst>
              <a:path w="3644361" h="858781" extrusionOk="0">
                <a:moveTo>
                  <a:pt x="0" y="0"/>
                </a:moveTo>
                <a:lnTo>
                  <a:pt x="3644361" y="0"/>
                </a:lnTo>
                <a:lnTo>
                  <a:pt x="3644361" y="858781"/>
                </a:lnTo>
                <a:lnTo>
                  <a:pt x="0" y="858781"/>
                </a:lnTo>
                <a:lnTo>
                  <a:pt x="412138" y="429391"/>
                </a:lnTo>
                <a:lnTo>
                  <a:pt x="0" y="0"/>
                </a:lnTo>
                <a:close/>
              </a:path>
            </a:pathLst>
          </a:custGeom>
          <a:gradFill>
            <a:gsLst>
              <a:gs pos="0">
                <a:srgbClr val="D5D0C5"/>
              </a:gs>
              <a:gs pos="34000">
                <a:srgbClr val="D5D0C5"/>
              </a:gs>
              <a:gs pos="73000">
                <a:srgbClr val="ABA89D"/>
              </a:gs>
              <a:gs pos="100000">
                <a:srgbClr val="69675F"/>
              </a:gs>
            </a:gsLst>
            <a:lin ang="0" scaled="0"/>
          </a:gradFill>
          <a:ln>
            <a:noFill/>
          </a:ln>
          <a:effectLst>
            <a:outerShdw blurRad="114300" dist="304800" dir="10800000" sx="85000" sy="85000" algn="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5" name="Google Shape;25;p7"/>
          <p:cNvSpPr/>
          <p:nvPr/>
        </p:nvSpPr>
        <p:spPr>
          <a:xfrm>
            <a:off x="1977580" y="1049787"/>
            <a:ext cx="7729836" cy="1269370"/>
          </a:xfrm>
          <a:custGeom>
            <a:avLst/>
            <a:gdLst/>
            <a:ahLst/>
            <a:cxnLst/>
            <a:rect l="l" t="t" r="r" b="b"/>
            <a:pathLst>
              <a:path w="3644361" h="858781" extrusionOk="0">
                <a:moveTo>
                  <a:pt x="0" y="0"/>
                </a:moveTo>
                <a:lnTo>
                  <a:pt x="3644361" y="0"/>
                </a:lnTo>
                <a:lnTo>
                  <a:pt x="3644361" y="858781"/>
                </a:lnTo>
                <a:lnTo>
                  <a:pt x="0" y="858781"/>
                </a:lnTo>
                <a:lnTo>
                  <a:pt x="412138" y="429391"/>
                </a:lnTo>
                <a:lnTo>
                  <a:pt x="0" y="0"/>
                </a:lnTo>
                <a:close/>
              </a:path>
            </a:pathLst>
          </a:custGeom>
          <a:gradFill>
            <a:gsLst>
              <a:gs pos="0">
                <a:srgbClr val="FFC000"/>
              </a:gs>
              <a:gs pos="35000">
                <a:srgbClr val="FFC000"/>
              </a:gs>
              <a:gs pos="73000">
                <a:srgbClr val="E39D37"/>
              </a:gs>
              <a:gs pos="100000">
                <a:srgbClr val="CE702A"/>
              </a:gs>
            </a:gsLst>
            <a:lin ang="0" scaled="0"/>
          </a:gradFill>
          <a:ln>
            <a:noFill/>
          </a:ln>
          <a:effectLst>
            <a:outerShdw blurRad="114300" dist="304800" dir="10800000" sx="85000" sy="85000" algn="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28" name="Google Shape;28;p7"/>
          <p:cNvPicPr preferRelativeResize="0"/>
          <p:nvPr/>
        </p:nvPicPr>
        <p:blipFill rotWithShape="1">
          <a:blip r:embed="rId3">
            <a:alphaModFix/>
          </a:blip>
          <a:srcRect/>
          <a:stretch/>
        </p:blipFill>
        <p:spPr>
          <a:xfrm>
            <a:off x="1912175" y="4898396"/>
            <a:ext cx="464621" cy="553854"/>
          </a:xfrm>
          <a:prstGeom prst="rect">
            <a:avLst/>
          </a:prstGeom>
          <a:noFill/>
          <a:ln>
            <a:noFill/>
          </a:ln>
        </p:spPr>
      </p:pic>
      <p:sp>
        <p:nvSpPr>
          <p:cNvPr id="31" name="Google Shape;31;p7"/>
          <p:cNvSpPr txBox="1"/>
          <p:nvPr/>
        </p:nvSpPr>
        <p:spPr>
          <a:xfrm>
            <a:off x="2492829" y="1053432"/>
            <a:ext cx="7047409" cy="1187787"/>
          </a:xfrm>
          <a:prstGeom prst="rect">
            <a:avLst/>
          </a:prstGeom>
          <a:noFill/>
          <a:ln>
            <a:noFill/>
          </a:ln>
        </p:spPr>
        <p:txBody>
          <a:bodyPr spcFirstLastPara="1" wrap="square" lIns="91425" tIns="45700" rIns="91425" bIns="45700" anchor="t" anchorCtr="0">
            <a:noAutofit/>
          </a:bodyPr>
          <a:lstStyle/>
          <a:p>
            <a:pPr algn="just"/>
            <a:r>
              <a:rPr lang="ms-MY" sz="2000" dirty="0">
                <a:latin typeface="Tahoma" panose="020B0604030504040204" pitchFamily="34" charset="0"/>
                <a:ea typeface="Tahoma" panose="020B0604030504040204" pitchFamily="34" charset="0"/>
                <a:cs typeface="Tahoma" panose="020B0604030504040204" pitchFamily="34" charset="0"/>
              </a:rPr>
              <a:t>penghantaran rahsia rasmi ke luar Malaysia hendaklah menggunakan sistem dua lapis sampul surat berserta dengan Borang Jadual yang dimasukkan di luar sampul surat sebelah dalam.</a:t>
            </a:r>
          </a:p>
        </p:txBody>
      </p:sp>
      <p:pic>
        <p:nvPicPr>
          <p:cNvPr id="33" name="Google Shape;33;p7"/>
          <p:cNvPicPr preferRelativeResize="0"/>
          <p:nvPr/>
        </p:nvPicPr>
        <p:blipFill rotWithShape="1">
          <a:blip r:embed="rId4">
            <a:alphaModFix/>
          </a:blip>
          <a:srcRect/>
          <a:stretch/>
        </p:blipFill>
        <p:spPr>
          <a:xfrm>
            <a:off x="1421669" y="1354961"/>
            <a:ext cx="464621" cy="444989"/>
          </a:xfrm>
          <a:prstGeom prst="rect">
            <a:avLst/>
          </a:prstGeom>
          <a:noFill/>
          <a:ln>
            <a:noFill/>
          </a:ln>
        </p:spPr>
      </p:pic>
      <p:sp>
        <p:nvSpPr>
          <p:cNvPr id="47" name="Google Shape;47;p7"/>
          <p:cNvSpPr/>
          <p:nvPr/>
        </p:nvSpPr>
        <p:spPr>
          <a:xfrm>
            <a:off x="9713843" y="1280803"/>
            <a:ext cx="1331640" cy="1038295"/>
          </a:xfrm>
          <a:custGeom>
            <a:avLst/>
            <a:gdLst/>
            <a:ahLst/>
            <a:cxnLst/>
            <a:rect l="l" t="t" r="r" b="b"/>
            <a:pathLst>
              <a:path w="4972206" h="4406104" extrusionOk="0">
                <a:moveTo>
                  <a:pt x="4972206" y="2196228"/>
                </a:moveTo>
                <a:cubicBezTo>
                  <a:pt x="4972206" y="2445654"/>
                  <a:pt x="4550334" y="2647853"/>
                  <a:pt x="4029928" y="2647853"/>
                </a:cubicBezTo>
                <a:lnTo>
                  <a:pt x="3125921" y="2647852"/>
                </a:lnTo>
                <a:lnTo>
                  <a:pt x="2903813" y="3072732"/>
                </a:lnTo>
                <a:lnTo>
                  <a:pt x="2966780" y="3084461"/>
                </a:lnTo>
                <a:cubicBezTo>
                  <a:pt x="3038799" y="3112567"/>
                  <a:pt x="3089332" y="3178364"/>
                  <a:pt x="3089332" y="3255051"/>
                </a:cubicBezTo>
                <a:cubicBezTo>
                  <a:pt x="3089332" y="3357300"/>
                  <a:pt x="2999495" y="3440190"/>
                  <a:pt x="2888676" y="3440190"/>
                </a:cubicBezTo>
                <a:lnTo>
                  <a:pt x="2711723" y="3440190"/>
                </a:lnTo>
                <a:lnTo>
                  <a:pt x="2672279" y="3515643"/>
                </a:lnTo>
                <a:lnTo>
                  <a:pt x="2685145" y="3518040"/>
                </a:lnTo>
                <a:cubicBezTo>
                  <a:pt x="2757164" y="3546146"/>
                  <a:pt x="2807697" y="3611943"/>
                  <a:pt x="2807697" y="3688630"/>
                </a:cubicBezTo>
                <a:cubicBezTo>
                  <a:pt x="2807697" y="3790879"/>
                  <a:pt x="2717860" y="3873769"/>
                  <a:pt x="2607041" y="3873769"/>
                </a:cubicBezTo>
                <a:lnTo>
                  <a:pt x="2485067" y="3873768"/>
                </a:lnTo>
                <a:lnTo>
                  <a:pt x="2228256" y="4365034"/>
                </a:lnTo>
                <a:cubicBezTo>
                  <a:pt x="2097698" y="4427159"/>
                  <a:pt x="1885601" y="4413569"/>
                  <a:pt x="1819110" y="4359210"/>
                </a:cubicBezTo>
                <a:cubicBezTo>
                  <a:pt x="1753588" y="4402381"/>
                  <a:pt x="2005439" y="3595810"/>
                  <a:pt x="2128358" y="3134447"/>
                </a:cubicBezTo>
                <a:lnTo>
                  <a:pt x="2151078" y="3047176"/>
                </a:lnTo>
                <a:lnTo>
                  <a:pt x="2156931" y="3047176"/>
                </a:lnTo>
                <a:lnTo>
                  <a:pt x="2156931" y="2603536"/>
                </a:lnTo>
                <a:lnTo>
                  <a:pt x="1133254" y="2547147"/>
                </a:lnTo>
                <a:cubicBezTo>
                  <a:pt x="1059172" y="2539139"/>
                  <a:pt x="987168" y="2530698"/>
                  <a:pt x="917894" y="2521680"/>
                </a:cubicBezTo>
                <a:lnTo>
                  <a:pt x="880026" y="2516176"/>
                </a:lnTo>
                <a:lnTo>
                  <a:pt x="300504" y="3177316"/>
                </a:lnTo>
                <a:cubicBezTo>
                  <a:pt x="215765" y="3201363"/>
                  <a:pt x="43156" y="3236873"/>
                  <a:pt x="0" y="3128469"/>
                </a:cubicBezTo>
                <a:lnTo>
                  <a:pt x="238763" y="2440053"/>
                </a:lnTo>
                <a:lnTo>
                  <a:pt x="246556" y="2370460"/>
                </a:lnTo>
                <a:lnTo>
                  <a:pt x="207925" y="2351855"/>
                </a:lnTo>
                <a:cubicBezTo>
                  <a:pt x="129156" y="2309079"/>
                  <a:pt x="85777" y="2258664"/>
                  <a:pt x="87971" y="2198369"/>
                </a:cubicBezTo>
                <a:cubicBezTo>
                  <a:pt x="90165" y="2138074"/>
                  <a:pt x="135778" y="2087660"/>
                  <a:pt x="215544" y="2044706"/>
                </a:cubicBezTo>
                <a:lnTo>
                  <a:pt x="245938" y="2030122"/>
                </a:lnTo>
                <a:lnTo>
                  <a:pt x="238763" y="1966051"/>
                </a:lnTo>
                <a:lnTo>
                  <a:pt x="0" y="1277636"/>
                </a:lnTo>
                <a:cubicBezTo>
                  <a:pt x="43156" y="1169231"/>
                  <a:pt x="215765" y="1204741"/>
                  <a:pt x="300504" y="1228789"/>
                </a:cubicBezTo>
                <a:lnTo>
                  <a:pt x="870752" y="1879348"/>
                </a:lnTo>
                <a:lnTo>
                  <a:pt x="924230" y="1871157"/>
                </a:lnTo>
                <a:cubicBezTo>
                  <a:pt x="993311" y="1861582"/>
                  <a:pt x="1065189" y="1852504"/>
                  <a:pt x="1139271" y="1843767"/>
                </a:cubicBezTo>
                <a:lnTo>
                  <a:pt x="2156931" y="1793028"/>
                </a:lnTo>
                <a:lnTo>
                  <a:pt x="2156931" y="1358928"/>
                </a:lnTo>
                <a:lnTo>
                  <a:pt x="2151078" y="1358928"/>
                </a:lnTo>
                <a:lnTo>
                  <a:pt x="2128358" y="1271657"/>
                </a:lnTo>
                <a:cubicBezTo>
                  <a:pt x="2005440" y="810294"/>
                  <a:pt x="1753589" y="3723"/>
                  <a:pt x="1819111" y="46894"/>
                </a:cubicBezTo>
                <a:cubicBezTo>
                  <a:pt x="1885602" y="-7465"/>
                  <a:pt x="2097699" y="-21055"/>
                  <a:pt x="2228257" y="41070"/>
                </a:cubicBezTo>
                <a:lnTo>
                  <a:pt x="2485068" y="532336"/>
                </a:lnTo>
                <a:lnTo>
                  <a:pt x="2607042" y="532336"/>
                </a:lnTo>
                <a:cubicBezTo>
                  <a:pt x="2717861" y="532336"/>
                  <a:pt x="2807698" y="615226"/>
                  <a:pt x="2807698" y="717475"/>
                </a:cubicBezTo>
                <a:cubicBezTo>
                  <a:pt x="2807698" y="794162"/>
                  <a:pt x="2757165" y="859959"/>
                  <a:pt x="2685146" y="888065"/>
                </a:cubicBezTo>
                <a:lnTo>
                  <a:pt x="2672280" y="890462"/>
                </a:lnTo>
                <a:lnTo>
                  <a:pt x="2711724" y="965915"/>
                </a:lnTo>
                <a:lnTo>
                  <a:pt x="2888677" y="965915"/>
                </a:lnTo>
                <a:cubicBezTo>
                  <a:pt x="2999495" y="965915"/>
                  <a:pt x="3089332" y="1048805"/>
                  <a:pt x="3089332" y="1151054"/>
                </a:cubicBezTo>
                <a:cubicBezTo>
                  <a:pt x="3089332" y="1227741"/>
                  <a:pt x="3038799" y="1293538"/>
                  <a:pt x="2966780" y="1321644"/>
                </a:cubicBezTo>
                <a:lnTo>
                  <a:pt x="2903813" y="1333373"/>
                </a:lnTo>
                <a:lnTo>
                  <a:pt x="3118786" y="1744603"/>
                </a:lnTo>
                <a:lnTo>
                  <a:pt x="4029928" y="1744603"/>
                </a:lnTo>
                <a:cubicBezTo>
                  <a:pt x="4550334" y="1744603"/>
                  <a:pt x="4972206" y="1946802"/>
                  <a:pt x="4972206" y="2196228"/>
                </a:cubicBezTo>
                <a:close/>
              </a:path>
            </a:pathLst>
          </a:custGeom>
          <a:gradFill>
            <a:gsLst>
              <a:gs pos="0">
                <a:srgbClr val="E49836"/>
              </a:gs>
              <a:gs pos="28000">
                <a:srgbClr val="E49836"/>
              </a:gs>
              <a:gs pos="39000">
                <a:srgbClr val="B96D27"/>
              </a:gs>
              <a:gs pos="42000">
                <a:srgbClr val="E49836"/>
              </a:gs>
              <a:gs pos="50000">
                <a:srgbClr val="FFD966"/>
              </a:gs>
              <a:gs pos="58999">
                <a:srgbClr val="B96D27"/>
              </a:gs>
              <a:gs pos="63008">
                <a:srgbClr val="E49836"/>
              </a:gs>
              <a:gs pos="100000">
                <a:srgbClr val="E49836"/>
              </a:gs>
            </a:gsLst>
            <a:lin ang="5400000" scaled="0"/>
          </a:gradFill>
          <a:ln w="9525" cap="flat" cmpd="sng">
            <a:solidFill>
              <a:srgbClr val="B96D27"/>
            </a:solidFill>
            <a:prstDash val="solid"/>
            <a:miter lim="800000"/>
            <a:headEnd type="none" w="sm" len="sm"/>
            <a:tailEnd type="none" w="sm" len="sm"/>
          </a:ln>
          <a:effectLst>
            <a:outerShdw blurRad="139700" dist="508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8" name="Google Shape;48;p7"/>
          <p:cNvSpPr/>
          <p:nvPr/>
        </p:nvSpPr>
        <p:spPr>
          <a:xfrm>
            <a:off x="9546667" y="2294187"/>
            <a:ext cx="1171696" cy="1038295"/>
          </a:xfrm>
          <a:custGeom>
            <a:avLst/>
            <a:gdLst/>
            <a:ahLst/>
            <a:cxnLst/>
            <a:rect l="l" t="t" r="r" b="b"/>
            <a:pathLst>
              <a:path w="4972206" h="4406104" extrusionOk="0">
                <a:moveTo>
                  <a:pt x="4972206" y="2196228"/>
                </a:moveTo>
                <a:cubicBezTo>
                  <a:pt x="4972206" y="2445654"/>
                  <a:pt x="4550334" y="2647853"/>
                  <a:pt x="4029928" y="2647853"/>
                </a:cubicBezTo>
                <a:lnTo>
                  <a:pt x="3125921" y="2647852"/>
                </a:lnTo>
                <a:lnTo>
                  <a:pt x="2903813" y="3072732"/>
                </a:lnTo>
                <a:lnTo>
                  <a:pt x="2966780" y="3084461"/>
                </a:lnTo>
                <a:cubicBezTo>
                  <a:pt x="3038799" y="3112567"/>
                  <a:pt x="3089332" y="3178364"/>
                  <a:pt x="3089332" y="3255051"/>
                </a:cubicBezTo>
                <a:cubicBezTo>
                  <a:pt x="3089332" y="3357300"/>
                  <a:pt x="2999495" y="3440190"/>
                  <a:pt x="2888676" y="3440190"/>
                </a:cubicBezTo>
                <a:lnTo>
                  <a:pt x="2711723" y="3440190"/>
                </a:lnTo>
                <a:lnTo>
                  <a:pt x="2672279" y="3515643"/>
                </a:lnTo>
                <a:lnTo>
                  <a:pt x="2685145" y="3518040"/>
                </a:lnTo>
                <a:cubicBezTo>
                  <a:pt x="2757164" y="3546146"/>
                  <a:pt x="2807697" y="3611943"/>
                  <a:pt x="2807697" y="3688630"/>
                </a:cubicBezTo>
                <a:cubicBezTo>
                  <a:pt x="2807697" y="3790879"/>
                  <a:pt x="2717860" y="3873769"/>
                  <a:pt x="2607041" y="3873769"/>
                </a:cubicBezTo>
                <a:lnTo>
                  <a:pt x="2485067" y="3873768"/>
                </a:lnTo>
                <a:lnTo>
                  <a:pt x="2228256" y="4365034"/>
                </a:lnTo>
                <a:cubicBezTo>
                  <a:pt x="2097698" y="4427159"/>
                  <a:pt x="1885601" y="4413569"/>
                  <a:pt x="1819110" y="4359210"/>
                </a:cubicBezTo>
                <a:cubicBezTo>
                  <a:pt x="1753588" y="4402381"/>
                  <a:pt x="2005439" y="3595810"/>
                  <a:pt x="2128358" y="3134447"/>
                </a:cubicBezTo>
                <a:lnTo>
                  <a:pt x="2151078" y="3047176"/>
                </a:lnTo>
                <a:lnTo>
                  <a:pt x="2156931" y="3047176"/>
                </a:lnTo>
                <a:lnTo>
                  <a:pt x="2156931" y="2603536"/>
                </a:lnTo>
                <a:lnTo>
                  <a:pt x="1133254" y="2547147"/>
                </a:lnTo>
                <a:cubicBezTo>
                  <a:pt x="1059172" y="2539139"/>
                  <a:pt x="987168" y="2530698"/>
                  <a:pt x="917894" y="2521680"/>
                </a:cubicBezTo>
                <a:lnTo>
                  <a:pt x="880026" y="2516176"/>
                </a:lnTo>
                <a:lnTo>
                  <a:pt x="300504" y="3177316"/>
                </a:lnTo>
                <a:cubicBezTo>
                  <a:pt x="215765" y="3201363"/>
                  <a:pt x="43156" y="3236873"/>
                  <a:pt x="0" y="3128469"/>
                </a:cubicBezTo>
                <a:lnTo>
                  <a:pt x="238763" y="2440053"/>
                </a:lnTo>
                <a:lnTo>
                  <a:pt x="246556" y="2370460"/>
                </a:lnTo>
                <a:lnTo>
                  <a:pt x="207925" y="2351855"/>
                </a:lnTo>
                <a:cubicBezTo>
                  <a:pt x="129156" y="2309079"/>
                  <a:pt x="85777" y="2258664"/>
                  <a:pt x="87971" y="2198369"/>
                </a:cubicBezTo>
                <a:cubicBezTo>
                  <a:pt x="90165" y="2138074"/>
                  <a:pt x="135778" y="2087660"/>
                  <a:pt x="215544" y="2044706"/>
                </a:cubicBezTo>
                <a:lnTo>
                  <a:pt x="245938" y="2030122"/>
                </a:lnTo>
                <a:lnTo>
                  <a:pt x="238763" y="1966051"/>
                </a:lnTo>
                <a:lnTo>
                  <a:pt x="0" y="1277636"/>
                </a:lnTo>
                <a:cubicBezTo>
                  <a:pt x="43156" y="1169231"/>
                  <a:pt x="215765" y="1204741"/>
                  <a:pt x="300504" y="1228789"/>
                </a:cubicBezTo>
                <a:lnTo>
                  <a:pt x="870752" y="1879348"/>
                </a:lnTo>
                <a:lnTo>
                  <a:pt x="924230" y="1871157"/>
                </a:lnTo>
                <a:cubicBezTo>
                  <a:pt x="993311" y="1861582"/>
                  <a:pt x="1065189" y="1852504"/>
                  <a:pt x="1139271" y="1843767"/>
                </a:cubicBezTo>
                <a:lnTo>
                  <a:pt x="2156931" y="1793028"/>
                </a:lnTo>
                <a:lnTo>
                  <a:pt x="2156931" y="1358928"/>
                </a:lnTo>
                <a:lnTo>
                  <a:pt x="2151078" y="1358928"/>
                </a:lnTo>
                <a:lnTo>
                  <a:pt x="2128358" y="1271657"/>
                </a:lnTo>
                <a:cubicBezTo>
                  <a:pt x="2005440" y="810294"/>
                  <a:pt x="1753589" y="3723"/>
                  <a:pt x="1819111" y="46894"/>
                </a:cubicBezTo>
                <a:cubicBezTo>
                  <a:pt x="1885602" y="-7465"/>
                  <a:pt x="2097699" y="-21055"/>
                  <a:pt x="2228257" y="41070"/>
                </a:cubicBezTo>
                <a:lnTo>
                  <a:pt x="2485068" y="532336"/>
                </a:lnTo>
                <a:lnTo>
                  <a:pt x="2607042" y="532336"/>
                </a:lnTo>
                <a:cubicBezTo>
                  <a:pt x="2717861" y="532336"/>
                  <a:pt x="2807698" y="615226"/>
                  <a:pt x="2807698" y="717475"/>
                </a:cubicBezTo>
                <a:cubicBezTo>
                  <a:pt x="2807698" y="794162"/>
                  <a:pt x="2757165" y="859959"/>
                  <a:pt x="2685146" y="888065"/>
                </a:cubicBezTo>
                <a:lnTo>
                  <a:pt x="2672280" y="890462"/>
                </a:lnTo>
                <a:lnTo>
                  <a:pt x="2711724" y="965915"/>
                </a:lnTo>
                <a:lnTo>
                  <a:pt x="2888677" y="965915"/>
                </a:lnTo>
                <a:cubicBezTo>
                  <a:pt x="2999495" y="965915"/>
                  <a:pt x="3089332" y="1048805"/>
                  <a:pt x="3089332" y="1151054"/>
                </a:cubicBezTo>
                <a:cubicBezTo>
                  <a:pt x="3089332" y="1227741"/>
                  <a:pt x="3038799" y="1293538"/>
                  <a:pt x="2966780" y="1321644"/>
                </a:cubicBezTo>
                <a:lnTo>
                  <a:pt x="2903813" y="1333373"/>
                </a:lnTo>
                <a:lnTo>
                  <a:pt x="3118786" y="1744603"/>
                </a:lnTo>
                <a:lnTo>
                  <a:pt x="4029928" y="1744603"/>
                </a:lnTo>
                <a:cubicBezTo>
                  <a:pt x="4550334" y="1744603"/>
                  <a:pt x="4972206" y="1946802"/>
                  <a:pt x="4972206" y="2196228"/>
                </a:cubicBezTo>
                <a:close/>
              </a:path>
            </a:pathLst>
          </a:custGeom>
          <a:gradFill>
            <a:gsLst>
              <a:gs pos="0">
                <a:srgbClr val="A5A5A5"/>
              </a:gs>
              <a:gs pos="28000">
                <a:srgbClr val="A5A5A5"/>
              </a:gs>
              <a:gs pos="38000">
                <a:srgbClr val="7F7F7F"/>
              </a:gs>
              <a:gs pos="42000">
                <a:srgbClr val="A5A5A5"/>
              </a:gs>
              <a:gs pos="50000">
                <a:schemeClr val="lt2"/>
              </a:gs>
              <a:gs pos="58999">
                <a:srgbClr val="7F7F7F"/>
              </a:gs>
              <a:gs pos="63008">
                <a:srgbClr val="A5A5A5"/>
              </a:gs>
              <a:gs pos="100000">
                <a:srgbClr val="A5A5A5"/>
              </a:gs>
            </a:gsLst>
            <a:lin ang="5400000" scaled="0"/>
          </a:gradFill>
          <a:ln w="9525" cap="flat" cmpd="sng">
            <a:solidFill>
              <a:srgbClr val="595959"/>
            </a:solidFill>
            <a:prstDash val="solid"/>
            <a:miter lim="800000"/>
            <a:headEnd type="none" w="sm" len="sm"/>
            <a:tailEnd type="none" w="sm" len="sm"/>
          </a:ln>
          <a:effectLst>
            <a:outerShdw blurRad="139700" dist="508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9" name="Google Shape;49;p7"/>
          <p:cNvSpPr/>
          <p:nvPr/>
        </p:nvSpPr>
        <p:spPr>
          <a:xfrm>
            <a:off x="9248655" y="3348118"/>
            <a:ext cx="1171696" cy="1038295"/>
          </a:xfrm>
          <a:custGeom>
            <a:avLst/>
            <a:gdLst/>
            <a:ahLst/>
            <a:cxnLst/>
            <a:rect l="l" t="t" r="r" b="b"/>
            <a:pathLst>
              <a:path w="4972206" h="4406104" extrusionOk="0">
                <a:moveTo>
                  <a:pt x="4972206" y="2196228"/>
                </a:moveTo>
                <a:cubicBezTo>
                  <a:pt x="4972206" y="2445654"/>
                  <a:pt x="4550334" y="2647853"/>
                  <a:pt x="4029928" y="2647853"/>
                </a:cubicBezTo>
                <a:lnTo>
                  <a:pt x="3125921" y="2647852"/>
                </a:lnTo>
                <a:lnTo>
                  <a:pt x="2903813" y="3072732"/>
                </a:lnTo>
                <a:lnTo>
                  <a:pt x="2966780" y="3084461"/>
                </a:lnTo>
                <a:cubicBezTo>
                  <a:pt x="3038799" y="3112567"/>
                  <a:pt x="3089332" y="3178364"/>
                  <a:pt x="3089332" y="3255051"/>
                </a:cubicBezTo>
                <a:cubicBezTo>
                  <a:pt x="3089332" y="3357300"/>
                  <a:pt x="2999495" y="3440190"/>
                  <a:pt x="2888676" y="3440190"/>
                </a:cubicBezTo>
                <a:lnTo>
                  <a:pt x="2711723" y="3440190"/>
                </a:lnTo>
                <a:lnTo>
                  <a:pt x="2672279" y="3515643"/>
                </a:lnTo>
                <a:lnTo>
                  <a:pt x="2685145" y="3518040"/>
                </a:lnTo>
                <a:cubicBezTo>
                  <a:pt x="2757164" y="3546146"/>
                  <a:pt x="2807697" y="3611943"/>
                  <a:pt x="2807697" y="3688630"/>
                </a:cubicBezTo>
                <a:cubicBezTo>
                  <a:pt x="2807697" y="3790879"/>
                  <a:pt x="2717860" y="3873769"/>
                  <a:pt x="2607041" y="3873769"/>
                </a:cubicBezTo>
                <a:lnTo>
                  <a:pt x="2485067" y="3873768"/>
                </a:lnTo>
                <a:lnTo>
                  <a:pt x="2228256" y="4365034"/>
                </a:lnTo>
                <a:cubicBezTo>
                  <a:pt x="2097698" y="4427159"/>
                  <a:pt x="1885601" y="4413569"/>
                  <a:pt x="1819110" y="4359210"/>
                </a:cubicBezTo>
                <a:cubicBezTo>
                  <a:pt x="1753588" y="4402381"/>
                  <a:pt x="2005439" y="3595810"/>
                  <a:pt x="2128358" y="3134447"/>
                </a:cubicBezTo>
                <a:lnTo>
                  <a:pt x="2151078" y="3047176"/>
                </a:lnTo>
                <a:lnTo>
                  <a:pt x="2156931" y="3047176"/>
                </a:lnTo>
                <a:lnTo>
                  <a:pt x="2156931" y="2603536"/>
                </a:lnTo>
                <a:lnTo>
                  <a:pt x="1133254" y="2547147"/>
                </a:lnTo>
                <a:cubicBezTo>
                  <a:pt x="1059172" y="2539139"/>
                  <a:pt x="987168" y="2530698"/>
                  <a:pt x="917894" y="2521680"/>
                </a:cubicBezTo>
                <a:lnTo>
                  <a:pt x="880026" y="2516176"/>
                </a:lnTo>
                <a:lnTo>
                  <a:pt x="300504" y="3177316"/>
                </a:lnTo>
                <a:cubicBezTo>
                  <a:pt x="215765" y="3201363"/>
                  <a:pt x="43156" y="3236873"/>
                  <a:pt x="0" y="3128469"/>
                </a:cubicBezTo>
                <a:lnTo>
                  <a:pt x="238763" y="2440053"/>
                </a:lnTo>
                <a:lnTo>
                  <a:pt x="246556" y="2370460"/>
                </a:lnTo>
                <a:lnTo>
                  <a:pt x="207925" y="2351855"/>
                </a:lnTo>
                <a:cubicBezTo>
                  <a:pt x="129156" y="2309079"/>
                  <a:pt x="85777" y="2258664"/>
                  <a:pt x="87971" y="2198369"/>
                </a:cubicBezTo>
                <a:cubicBezTo>
                  <a:pt x="90165" y="2138074"/>
                  <a:pt x="135778" y="2087660"/>
                  <a:pt x="215544" y="2044706"/>
                </a:cubicBezTo>
                <a:lnTo>
                  <a:pt x="245938" y="2030122"/>
                </a:lnTo>
                <a:lnTo>
                  <a:pt x="238763" y="1966051"/>
                </a:lnTo>
                <a:lnTo>
                  <a:pt x="0" y="1277636"/>
                </a:lnTo>
                <a:cubicBezTo>
                  <a:pt x="43156" y="1169231"/>
                  <a:pt x="215765" y="1204741"/>
                  <a:pt x="300504" y="1228789"/>
                </a:cubicBezTo>
                <a:lnTo>
                  <a:pt x="870752" y="1879348"/>
                </a:lnTo>
                <a:lnTo>
                  <a:pt x="924230" y="1871157"/>
                </a:lnTo>
                <a:cubicBezTo>
                  <a:pt x="993311" y="1861582"/>
                  <a:pt x="1065189" y="1852504"/>
                  <a:pt x="1139271" y="1843767"/>
                </a:cubicBezTo>
                <a:lnTo>
                  <a:pt x="2156931" y="1793028"/>
                </a:lnTo>
                <a:lnTo>
                  <a:pt x="2156931" y="1358928"/>
                </a:lnTo>
                <a:lnTo>
                  <a:pt x="2151078" y="1358928"/>
                </a:lnTo>
                <a:lnTo>
                  <a:pt x="2128358" y="1271657"/>
                </a:lnTo>
                <a:cubicBezTo>
                  <a:pt x="2005440" y="810294"/>
                  <a:pt x="1753589" y="3723"/>
                  <a:pt x="1819111" y="46894"/>
                </a:cubicBezTo>
                <a:cubicBezTo>
                  <a:pt x="1885602" y="-7465"/>
                  <a:pt x="2097699" y="-21055"/>
                  <a:pt x="2228257" y="41070"/>
                </a:cubicBezTo>
                <a:lnTo>
                  <a:pt x="2485068" y="532336"/>
                </a:lnTo>
                <a:lnTo>
                  <a:pt x="2607042" y="532336"/>
                </a:lnTo>
                <a:cubicBezTo>
                  <a:pt x="2717861" y="532336"/>
                  <a:pt x="2807698" y="615226"/>
                  <a:pt x="2807698" y="717475"/>
                </a:cubicBezTo>
                <a:cubicBezTo>
                  <a:pt x="2807698" y="794162"/>
                  <a:pt x="2757165" y="859959"/>
                  <a:pt x="2685146" y="888065"/>
                </a:cubicBezTo>
                <a:lnTo>
                  <a:pt x="2672280" y="890462"/>
                </a:lnTo>
                <a:lnTo>
                  <a:pt x="2711724" y="965915"/>
                </a:lnTo>
                <a:lnTo>
                  <a:pt x="2888677" y="965915"/>
                </a:lnTo>
                <a:cubicBezTo>
                  <a:pt x="2999495" y="965915"/>
                  <a:pt x="3089332" y="1048805"/>
                  <a:pt x="3089332" y="1151054"/>
                </a:cubicBezTo>
                <a:cubicBezTo>
                  <a:pt x="3089332" y="1227741"/>
                  <a:pt x="3038799" y="1293538"/>
                  <a:pt x="2966780" y="1321644"/>
                </a:cubicBezTo>
                <a:lnTo>
                  <a:pt x="2903813" y="1333373"/>
                </a:lnTo>
                <a:lnTo>
                  <a:pt x="3118786" y="1744603"/>
                </a:lnTo>
                <a:lnTo>
                  <a:pt x="4029928" y="1744603"/>
                </a:lnTo>
                <a:cubicBezTo>
                  <a:pt x="4550334" y="1744603"/>
                  <a:pt x="4972206" y="1946802"/>
                  <a:pt x="4972206" y="2196228"/>
                </a:cubicBezTo>
                <a:close/>
              </a:path>
            </a:pathLst>
          </a:custGeom>
          <a:gradFill>
            <a:gsLst>
              <a:gs pos="0">
                <a:srgbClr val="3E8EA0"/>
              </a:gs>
              <a:gs pos="28000">
                <a:srgbClr val="3E8EA0"/>
              </a:gs>
              <a:gs pos="38000">
                <a:srgbClr val="327683"/>
              </a:gs>
              <a:gs pos="41000">
                <a:srgbClr val="3E8EA0"/>
              </a:gs>
              <a:gs pos="50000">
                <a:srgbClr val="54BCCF"/>
              </a:gs>
              <a:gs pos="58999">
                <a:srgbClr val="327683"/>
              </a:gs>
              <a:gs pos="62000">
                <a:srgbClr val="3E8EA0"/>
              </a:gs>
              <a:gs pos="100000">
                <a:srgbClr val="3E8EA0"/>
              </a:gs>
            </a:gsLst>
            <a:lin ang="5400000" scaled="0"/>
          </a:gradFill>
          <a:ln w="9525" cap="flat" cmpd="sng">
            <a:solidFill>
              <a:srgbClr val="327683"/>
            </a:solidFill>
            <a:prstDash val="solid"/>
            <a:miter lim="800000"/>
            <a:headEnd type="none" w="sm" len="sm"/>
            <a:tailEnd type="none" w="sm" len="sm"/>
          </a:ln>
          <a:effectLst>
            <a:outerShdw blurRad="139700" dist="508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0" name="Google Shape;50;p7"/>
          <p:cNvSpPr/>
          <p:nvPr/>
        </p:nvSpPr>
        <p:spPr>
          <a:xfrm>
            <a:off x="9065424" y="4402049"/>
            <a:ext cx="1171696" cy="1038295"/>
          </a:xfrm>
          <a:custGeom>
            <a:avLst/>
            <a:gdLst/>
            <a:ahLst/>
            <a:cxnLst/>
            <a:rect l="l" t="t" r="r" b="b"/>
            <a:pathLst>
              <a:path w="4972206" h="4406104" extrusionOk="0">
                <a:moveTo>
                  <a:pt x="4972206" y="2196228"/>
                </a:moveTo>
                <a:cubicBezTo>
                  <a:pt x="4972206" y="2445654"/>
                  <a:pt x="4550334" y="2647853"/>
                  <a:pt x="4029928" y="2647853"/>
                </a:cubicBezTo>
                <a:lnTo>
                  <a:pt x="3125921" y="2647852"/>
                </a:lnTo>
                <a:lnTo>
                  <a:pt x="2903813" y="3072732"/>
                </a:lnTo>
                <a:lnTo>
                  <a:pt x="2966780" y="3084461"/>
                </a:lnTo>
                <a:cubicBezTo>
                  <a:pt x="3038799" y="3112567"/>
                  <a:pt x="3089332" y="3178364"/>
                  <a:pt x="3089332" y="3255051"/>
                </a:cubicBezTo>
                <a:cubicBezTo>
                  <a:pt x="3089332" y="3357300"/>
                  <a:pt x="2999495" y="3440190"/>
                  <a:pt x="2888676" y="3440190"/>
                </a:cubicBezTo>
                <a:lnTo>
                  <a:pt x="2711723" y="3440190"/>
                </a:lnTo>
                <a:lnTo>
                  <a:pt x="2672279" y="3515643"/>
                </a:lnTo>
                <a:lnTo>
                  <a:pt x="2685145" y="3518040"/>
                </a:lnTo>
                <a:cubicBezTo>
                  <a:pt x="2757164" y="3546146"/>
                  <a:pt x="2807697" y="3611943"/>
                  <a:pt x="2807697" y="3688630"/>
                </a:cubicBezTo>
                <a:cubicBezTo>
                  <a:pt x="2807697" y="3790879"/>
                  <a:pt x="2717860" y="3873769"/>
                  <a:pt x="2607041" y="3873769"/>
                </a:cubicBezTo>
                <a:lnTo>
                  <a:pt x="2485067" y="3873768"/>
                </a:lnTo>
                <a:lnTo>
                  <a:pt x="2228256" y="4365034"/>
                </a:lnTo>
                <a:cubicBezTo>
                  <a:pt x="2097698" y="4427159"/>
                  <a:pt x="1885601" y="4413569"/>
                  <a:pt x="1819110" y="4359210"/>
                </a:cubicBezTo>
                <a:cubicBezTo>
                  <a:pt x="1753588" y="4402381"/>
                  <a:pt x="2005439" y="3595810"/>
                  <a:pt x="2128358" y="3134447"/>
                </a:cubicBezTo>
                <a:lnTo>
                  <a:pt x="2151078" y="3047176"/>
                </a:lnTo>
                <a:lnTo>
                  <a:pt x="2156931" y="3047176"/>
                </a:lnTo>
                <a:lnTo>
                  <a:pt x="2156931" y="2603536"/>
                </a:lnTo>
                <a:lnTo>
                  <a:pt x="1133254" y="2547147"/>
                </a:lnTo>
                <a:cubicBezTo>
                  <a:pt x="1059172" y="2539139"/>
                  <a:pt x="987168" y="2530698"/>
                  <a:pt x="917894" y="2521680"/>
                </a:cubicBezTo>
                <a:lnTo>
                  <a:pt x="880026" y="2516176"/>
                </a:lnTo>
                <a:lnTo>
                  <a:pt x="300504" y="3177316"/>
                </a:lnTo>
                <a:cubicBezTo>
                  <a:pt x="215765" y="3201363"/>
                  <a:pt x="43156" y="3236873"/>
                  <a:pt x="0" y="3128469"/>
                </a:cubicBezTo>
                <a:lnTo>
                  <a:pt x="238763" y="2440053"/>
                </a:lnTo>
                <a:lnTo>
                  <a:pt x="246556" y="2370460"/>
                </a:lnTo>
                <a:lnTo>
                  <a:pt x="207925" y="2351855"/>
                </a:lnTo>
                <a:cubicBezTo>
                  <a:pt x="129156" y="2309079"/>
                  <a:pt x="85777" y="2258664"/>
                  <a:pt x="87971" y="2198369"/>
                </a:cubicBezTo>
                <a:cubicBezTo>
                  <a:pt x="90165" y="2138074"/>
                  <a:pt x="135778" y="2087660"/>
                  <a:pt x="215544" y="2044706"/>
                </a:cubicBezTo>
                <a:lnTo>
                  <a:pt x="245938" y="2030122"/>
                </a:lnTo>
                <a:lnTo>
                  <a:pt x="238763" y="1966051"/>
                </a:lnTo>
                <a:lnTo>
                  <a:pt x="0" y="1277636"/>
                </a:lnTo>
                <a:cubicBezTo>
                  <a:pt x="43156" y="1169231"/>
                  <a:pt x="215765" y="1204741"/>
                  <a:pt x="300504" y="1228789"/>
                </a:cubicBezTo>
                <a:lnTo>
                  <a:pt x="870752" y="1879348"/>
                </a:lnTo>
                <a:lnTo>
                  <a:pt x="924230" y="1871157"/>
                </a:lnTo>
                <a:cubicBezTo>
                  <a:pt x="993311" y="1861582"/>
                  <a:pt x="1065189" y="1852504"/>
                  <a:pt x="1139271" y="1843767"/>
                </a:cubicBezTo>
                <a:lnTo>
                  <a:pt x="2156931" y="1793028"/>
                </a:lnTo>
                <a:lnTo>
                  <a:pt x="2156931" y="1358928"/>
                </a:lnTo>
                <a:lnTo>
                  <a:pt x="2151078" y="1358928"/>
                </a:lnTo>
                <a:lnTo>
                  <a:pt x="2128358" y="1271657"/>
                </a:lnTo>
                <a:cubicBezTo>
                  <a:pt x="2005440" y="810294"/>
                  <a:pt x="1753589" y="3723"/>
                  <a:pt x="1819111" y="46894"/>
                </a:cubicBezTo>
                <a:cubicBezTo>
                  <a:pt x="1885602" y="-7465"/>
                  <a:pt x="2097699" y="-21055"/>
                  <a:pt x="2228257" y="41070"/>
                </a:cubicBezTo>
                <a:lnTo>
                  <a:pt x="2485068" y="532336"/>
                </a:lnTo>
                <a:lnTo>
                  <a:pt x="2607042" y="532336"/>
                </a:lnTo>
                <a:cubicBezTo>
                  <a:pt x="2717861" y="532336"/>
                  <a:pt x="2807698" y="615226"/>
                  <a:pt x="2807698" y="717475"/>
                </a:cubicBezTo>
                <a:cubicBezTo>
                  <a:pt x="2807698" y="794162"/>
                  <a:pt x="2757165" y="859959"/>
                  <a:pt x="2685146" y="888065"/>
                </a:cubicBezTo>
                <a:lnTo>
                  <a:pt x="2672280" y="890462"/>
                </a:lnTo>
                <a:lnTo>
                  <a:pt x="2711724" y="965915"/>
                </a:lnTo>
                <a:lnTo>
                  <a:pt x="2888677" y="965915"/>
                </a:lnTo>
                <a:cubicBezTo>
                  <a:pt x="2999495" y="965915"/>
                  <a:pt x="3089332" y="1048805"/>
                  <a:pt x="3089332" y="1151054"/>
                </a:cubicBezTo>
                <a:cubicBezTo>
                  <a:pt x="3089332" y="1227741"/>
                  <a:pt x="3038799" y="1293538"/>
                  <a:pt x="2966780" y="1321644"/>
                </a:cubicBezTo>
                <a:lnTo>
                  <a:pt x="2903813" y="1333373"/>
                </a:lnTo>
                <a:lnTo>
                  <a:pt x="3118786" y="1744603"/>
                </a:lnTo>
                <a:lnTo>
                  <a:pt x="4029928" y="1744603"/>
                </a:lnTo>
                <a:cubicBezTo>
                  <a:pt x="4550334" y="1744603"/>
                  <a:pt x="4972206" y="1946802"/>
                  <a:pt x="4972206" y="2196228"/>
                </a:cubicBezTo>
                <a:close/>
              </a:path>
            </a:pathLst>
          </a:custGeom>
          <a:gradFill>
            <a:gsLst>
              <a:gs pos="0">
                <a:srgbClr val="505F63"/>
              </a:gs>
              <a:gs pos="28000">
                <a:srgbClr val="505F63"/>
              </a:gs>
              <a:gs pos="39000">
                <a:srgbClr val="374245"/>
              </a:gs>
              <a:gs pos="42000">
                <a:srgbClr val="505F63"/>
              </a:gs>
              <a:gs pos="50000">
                <a:srgbClr val="AEABAB"/>
              </a:gs>
              <a:gs pos="58999">
                <a:srgbClr val="374245"/>
              </a:gs>
              <a:gs pos="63008">
                <a:srgbClr val="505F63"/>
              </a:gs>
              <a:gs pos="100000">
                <a:srgbClr val="505F63"/>
              </a:gs>
            </a:gsLst>
            <a:lin ang="5400000" scaled="0"/>
          </a:gradFill>
          <a:ln w="9525" cap="flat" cmpd="sng">
            <a:solidFill>
              <a:srgbClr val="374245"/>
            </a:solidFill>
            <a:prstDash val="solid"/>
            <a:miter lim="800000"/>
            <a:headEnd type="none" w="sm" len="sm"/>
            <a:tailEnd type="none" w="sm" len="sm"/>
          </a:ln>
          <a:effectLst>
            <a:outerShdw blurRad="139700" dist="508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51" name="Picture 50">
            <a:extLst>
              <a:ext uri="{FF2B5EF4-FFF2-40B4-BE49-F238E27FC236}">
                <a16:creationId xmlns="" xmlns:a16="http://schemas.microsoft.com/office/drawing/2014/main" id="{35F3B9AD-1420-48FC-9267-C2C0C3E13FF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39756" y="5977632"/>
            <a:ext cx="835393" cy="669380"/>
          </a:xfrm>
          <a:prstGeom prst="rect">
            <a:avLst/>
          </a:prstGeom>
        </p:spPr>
      </p:pic>
      <p:sp>
        <p:nvSpPr>
          <p:cNvPr id="52" name="TextBox 51">
            <a:extLst>
              <a:ext uri="{FF2B5EF4-FFF2-40B4-BE49-F238E27FC236}">
                <a16:creationId xmlns="" xmlns:a16="http://schemas.microsoft.com/office/drawing/2014/main" id="{7F8E0DC6-3481-4257-AADB-D93129F7F586}"/>
              </a:ext>
            </a:extLst>
          </p:cNvPr>
          <p:cNvSpPr txBox="1"/>
          <p:nvPr/>
        </p:nvSpPr>
        <p:spPr>
          <a:xfrm>
            <a:off x="1977579" y="6135996"/>
            <a:ext cx="6009099" cy="400110"/>
          </a:xfrm>
          <a:prstGeom prst="rect">
            <a:avLst/>
          </a:prstGeom>
          <a:noFill/>
        </p:spPr>
        <p:txBody>
          <a:bodyPr wrap="square">
            <a:spAutoFit/>
          </a:bodyPr>
          <a:lstStyle/>
          <a:p>
            <a:pPr>
              <a:defRPr/>
            </a:pPr>
            <a:r>
              <a:rPr lang="en-US" sz="1000" spc="280" dirty="0"/>
              <a:t>PEJABAT KETUA PEGAWAI KESELAMATAN KERAJAAN MALAYSIA</a:t>
            </a:r>
          </a:p>
          <a:p>
            <a:pPr>
              <a:defRPr/>
            </a:pPr>
            <a:r>
              <a:rPr lang="en-US" sz="1000" spc="280" dirty="0"/>
              <a:t>JABATAN PERDANA MENTERI</a:t>
            </a:r>
          </a:p>
        </p:txBody>
      </p:sp>
      <p:sp>
        <p:nvSpPr>
          <p:cNvPr id="16" name="Google Shape;31;p7"/>
          <p:cNvSpPr txBox="1"/>
          <p:nvPr/>
        </p:nvSpPr>
        <p:spPr>
          <a:xfrm>
            <a:off x="2499258" y="2417900"/>
            <a:ext cx="7047409" cy="1187787"/>
          </a:xfrm>
          <a:prstGeom prst="rect">
            <a:avLst/>
          </a:prstGeom>
          <a:noFill/>
          <a:ln>
            <a:noFill/>
          </a:ln>
        </p:spPr>
        <p:txBody>
          <a:bodyPr spcFirstLastPara="1" wrap="square" lIns="91425" tIns="45700" rIns="91425" bIns="45700" anchor="t" anchorCtr="0">
            <a:noAutofit/>
          </a:bodyPr>
          <a:lstStyle/>
          <a:p>
            <a:pPr algn="just"/>
            <a:r>
              <a:rPr lang="ms-MY" sz="2000" dirty="0">
                <a:latin typeface="Tahoma" panose="020B0604030504040204" pitchFamily="34" charset="0"/>
                <a:ea typeface="Tahoma" panose="020B0604030504040204" pitchFamily="34" charset="0"/>
                <a:cs typeface="Tahoma" panose="020B0604030504040204" pitchFamily="34" charset="0"/>
              </a:rPr>
              <a:t>Dialamatkan kepada Pendaftar Rahsia Kementerian Luar Negeri mengikut prosedur yang dibenarkan. </a:t>
            </a:r>
          </a:p>
        </p:txBody>
      </p:sp>
      <p:sp>
        <p:nvSpPr>
          <p:cNvPr id="17" name="Google Shape;31;p7"/>
          <p:cNvSpPr txBox="1"/>
          <p:nvPr/>
        </p:nvSpPr>
        <p:spPr>
          <a:xfrm>
            <a:off x="1204278" y="3407749"/>
            <a:ext cx="8044376" cy="1197754"/>
          </a:xfrm>
          <a:prstGeom prst="rect">
            <a:avLst/>
          </a:prstGeom>
          <a:noFill/>
          <a:ln>
            <a:noFill/>
          </a:ln>
        </p:spPr>
        <p:txBody>
          <a:bodyPr spcFirstLastPara="1" wrap="square" lIns="91425" tIns="45700" rIns="91425" bIns="45700" anchor="t" anchorCtr="0">
            <a:noAutofit/>
          </a:bodyPr>
          <a:lstStyle/>
          <a:p>
            <a:pPr algn="just"/>
            <a:r>
              <a:rPr lang="ms-MY" sz="2000" dirty="0">
                <a:latin typeface="Tahoma" panose="020B0604030504040204" pitchFamily="34" charset="0"/>
                <a:ea typeface="Tahoma" panose="020B0604030504040204" pitchFamily="34" charset="0"/>
                <a:cs typeface="Tahoma" panose="020B0604030504040204" pitchFamily="34" charset="0"/>
              </a:rPr>
              <a:t>Apabila sampul surat sebelah luar dibuka di Kementerian Luar Negeri, sampul surat sebelah dalam hendaklah dihantar mengikut prosedur khas penghantaran rahsia rasmi kepada penama yang dialamatkan di luar Malaysia. </a:t>
            </a:r>
          </a:p>
        </p:txBody>
      </p:sp>
      <p:sp>
        <p:nvSpPr>
          <p:cNvPr id="18" name="Google Shape;31;p7"/>
          <p:cNvSpPr txBox="1"/>
          <p:nvPr/>
        </p:nvSpPr>
        <p:spPr>
          <a:xfrm>
            <a:off x="2455479" y="4834024"/>
            <a:ext cx="6635830" cy="965648"/>
          </a:xfrm>
          <a:prstGeom prst="rect">
            <a:avLst/>
          </a:prstGeom>
          <a:noFill/>
          <a:ln>
            <a:noFill/>
          </a:ln>
        </p:spPr>
        <p:txBody>
          <a:bodyPr spcFirstLastPara="1" wrap="square" lIns="91425" tIns="45700" rIns="91425" bIns="45700" anchor="t" anchorCtr="0">
            <a:noAutofit/>
          </a:bodyPr>
          <a:lstStyle/>
          <a:p>
            <a:pPr algn="just"/>
            <a:r>
              <a:rPr lang="ms-MY" sz="2000" dirty="0">
                <a:latin typeface="Tahoma" panose="020B0604030504040204" pitchFamily="34" charset="0"/>
                <a:ea typeface="Tahoma" panose="020B0604030504040204" pitchFamily="34" charset="0"/>
                <a:cs typeface="Tahoma" panose="020B0604030504040204" pitchFamily="34" charset="0"/>
              </a:rPr>
              <a:t>Resit akuan terima hendaklah dikembalikan kepada pejabat yang menghantar oleh Pendaftar Rahsia, Kementerian Luar Negeri</a:t>
            </a:r>
            <a:r>
              <a:rPr lang="en-GB" sz="2000" dirty="0">
                <a:latin typeface="Tahoma" panose="020B0604030504040204" pitchFamily="34" charset="0"/>
                <a:ea typeface="Tahoma" panose="020B0604030504040204" pitchFamily="34" charset="0"/>
                <a:cs typeface="Tahoma" panose="020B0604030504040204" pitchFamily="34" charset="0"/>
              </a:rPr>
              <a:t>. </a:t>
            </a:r>
          </a:p>
        </p:txBody>
      </p:sp>
      <p:sp>
        <p:nvSpPr>
          <p:cNvPr id="19" name="Google Shape;27;p7"/>
          <p:cNvSpPr/>
          <p:nvPr/>
        </p:nvSpPr>
        <p:spPr>
          <a:xfrm>
            <a:off x="1584667" y="640070"/>
            <a:ext cx="8876590" cy="772907"/>
          </a:xfrm>
          <a:prstGeom prst="rect">
            <a:avLst/>
          </a:prstGeom>
          <a:noFill/>
          <a:ln>
            <a:noFill/>
          </a:ln>
        </p:spPr>
        <p:txBody>
          <a:bodyPr spcFirstLastPara="1" wrap="square" lIns="91425" tIns="45700" rIns="91425" bIns="45700" anchor="t" anchorCtr="0">
            <a:noAutofit/>
          </a:bodyPr>
          <a:lstStyle/>
          <a:p>
            <a:r>
              <a:rPr lang="en-GB" sz="2000" b="1" dirty="0" err="1">
                <a:solidFill>
                  <a:srgbClr val="C00000"/>
                </a:solidFill>
                <a:latin typeface="Tahoma" panose="020B0604030504040204" pitchFamily="34" charset="0"/>
                <a:ea typeface="Tahoma" panose="020B0604030504040204" pitchFamily="34" charset="0"/>
                <a:cs typeface="Tahoma" panose="020B0604030504040204" pitchFamily="34" charset="0"/>
              </a:rPr>
              <a:t>Penghantaran</a:t>
            </a:r>
            <a:r>
              <a:rPr lang="en-GB" sz="2000" b="1" dirty="0">
                <a:solidFill>
                  <a:srgbClr val="C00000"/>
                </a:solidFill>
                <a:latin typeface="Tahoma" panose="020B0604030504040204" pitchFamily="34" charset="0"/>
                <a:ea typeface="Tahoma" panose="020B0604030504040204" pitchFamily="34" charset="0"/>
                <a:cs typeface="Tahoma" panose="020B0604030504040204" pitchFamily="34" charset="0"/>
              </a:rPr>
              <a:t> </a:t>
            </a:r>
            <a:r>
              <a:rPr lang="en-GB" sz="2000" b="1" dirty="0" err="1">
                <a:solidFill>
                  <a:srgbClr val="C00000"/>
                </a:solidFill>
                <a:latin typeface="Tahoma" panose="020B0604030504040204" pitchFamily="34" charset="0"/>
                <a:ea typeface="Tahoma" panose="020B0604030504040204" pitchFamily="34" charset="0"/>
                <a:cs typeface="Tahoma" panose="020B0604030504040204" pitchFamily="34" charset="0"/>
              </a:rPr>
              <a:t>kepada</a:t>
            </a:r>
            <a:r>
              <a:rPr lang="en-GB" sz="2000" b="1" dirty="0">
                <a:solidFill>
                  <a:srgbClr val="C00000"/>
                </a:solidFill>
                <a:latin typeface="Tahoma" panose="020B0604030504040204" pitchFamily="34" charset="0"/>
                <a:ea typeface="Tahoma" panose="020B0604030504040204" pitchFamily="34" charset="0"/>
                <a:cs typeface="Tahoma" panose="020B0604030504040204" pitchFamily="34" charset="0"/>
              </a:rPr>
              <a:t> </a:t>
            </a:r>
            <a:r>
              <a:rPr lang="en-GB" sz="2000" b="1" dirty="0" err="1">
                <a:solidFill>
                  <a:srgbClr val="C00000"/>
                </a:solidFill>
                <a:latin typeface="Tahoma" panose="020B0604030504040204" pitchFamily="34" charset="0"/>
                <a:ea typeface="Tahoma" panose="020B0604030504040204" pitchFamily="34" charset="0"/>
                <a:cs typeface="Tahoma" panose="020B0604030504040204" pitchFamily="34" charset="0"/>
              </a:rPr>
              <a:t>penerima</a:t>
            </a:r>
            <a:r>
              <a:rPr lang="en-GB" sz="2000" b="1" dirty="0">
                <a:solidFill>
                  <a:srgbClr val="C00000"/>
                </a:solidFill>
                <a:latin typeface="Tahoma" panose="020B0604030504040204" pitchFamily="34" charset="0"/>
                <a:ea typeface="Tahoma" panose="020B0604030504040204" pitchFamily="34" charset="0"/>
                <a:cs typeface="Tahoma" panose="020B0604030504040204" pitchFamily="34" charset="0"/>
              </a:rPr>
              <a:t> di </a:t>
            </a:r>
            <a:r>
              <a:rPr lang="en-GB" sz="2000" b="1" dirty="0" err="1">
                <a:solidFill>
                  <a:srgbClr val="C00000"/>
                </a:solidFill>
                <a:latin typeface="Tahoma" panose="020B0604030504040204" pitchFamily="34" charset="0"/>
                <a:ea typeface="Tahoma" panose="020B0604030504040204" pitchFamily="34" charset="0"/>
                <a:cs typeface="Tahoma" panose="020B0604030504040204" pitchFamily="34" charset="0"/>
              </a:rPr>
              <a:t>luar</a:t>
            </a:r>
            <a:r>
              <a:rPr lang="en-GB" sz="2000" b="1" dirty="0">
                <a:solidFill>
                  <a:srgbClr val="C00000"/>
                </a:solidFill>
                <a:latin typeface="Tahoma" panose="020B0604030504040204" pitchFamily="34" charset="0"/>
                <a:ea typeface="Tahoma" panose="020B0604030504040204" pitchFamily="34" charset="0"/>
                <a:cs typeface="Tahoma" panose="020B0604030504040204" pitchFamily="34" charset="0"/>
              </a:rPr>
              <a:t> Malaysia</a:t>
            </a:r>
          </a:p>
        </p:txBody>
      </p:sp>
      <p:sp>
        <p:nvSpPr>
          <p:cNvPr id="20" name="Title 1">
            <a:extLst>
              <a:ext uri="{FF2B5EF4-FFF2-40B4-BE49-F238E27FC236}">
                <a16:creationId xmlns="" xmlns:a16="http://schemas.microsoft.com/office/drawing/2014/main" id="{C768F5CE-3EE6-4C50-BDC9-85D45021E1CE}"/>
              </a:ext>
            </a:extLst>
          </p:cNvPr>
          <p:cNvSpPr txBox="1">
            <a:spLocks/>
          </p:cNvSpPr>
          <p:nvPr/>
        </p:nvSpPr>
        <p:spPr>
          <a:xfrm>
            <a:off x="934296" y="150892"/>
            <a:ext cx="10871140" cy="953307"/>
          </a:xfrm>
          <a:prstGeom prst="rect">
            <a:avLst/>
          </a:prstGeom>
        </p:spPr>
        <p:txBody>
          <a:bodyP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r"/>
            <a:r>
              <a:rPr lang="en-US" sz="2800" b="1" dirty="0" err="1">
                <a:latin typeface="Tahoma" panose="020B0604030504040204" pitchFamily="34" charset="0"/>
                <a:ea typeface="Tahoma" panose="020B0604030504040204" pitchFamily="34" charset="0"/>
                <a:cs typeface="Tahoma" panose="020B0604030504040204" pitchFamily="34" charset="0"/>
              </a:rPr>
              <a:t>sambungan</a:t>
            </a:r>
            <a:endParaRPr lang="en-MY" sz="2800" b="1"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484066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7"/>
                                        </p:tgtEl>
                                        <p:attrNameLst>
                                          <p:attrName>style.visibility</p:attrName>
                                        </p:attrNameLst>
                                      </p:cBhvr>
                                      <p:to>
                                        <p:strVal val="visible"/>
                                      </p:to>
                                    </p:set>
                                    <p:anim calcmode="lin" valueType="num">
                                      <p:cBhvr additive="base">
                                        <p:cTn id="7" dur="500"/>
                                        <p:tgtEl>
                                          <p:spTgt spid="47"/>
                                        </p:tgtEl>
                                        <p:attrNameLst>
                                          <p:attrName>ppt_x</p:attrName>
                                        </p:attrNameLst>
                                      </p:cBhvr>
                                      <p:tavLst>
                                        <p:tav tm="0">
                                          <p:val>
                                            <p:strVal val="#ppt_x-1"/>
                                          </p:val>
                                        </p:tav>
                                        <p:tav tm="100000">
                                          <p:val>
                                            <p:strVal val="#ppt_x"/>
                                          </p:val>
                                        </p:tav>
                                      </p:tavLst>
                                    </p:anim>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fade">
                                      <p:cBhvr>
                                        <p:cTn id="11" dur="500"/>
                                        <p:tgtEl>
                                          <p:spTgt spid="25"/>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28"/>
                                        </p:tgtEl>
                                        <p:attrNameLst>
                                          <p:attrName>style.visibility</p:attrName>
                                        </p:attrNameLst>
                                      </p:cBhvr>
                                      <p:to>
                                        <p:strVal val="visible"/>
                                      </p:to>
                                    </p:set>
                                    <p:animEffect transition="in" filter="fade">
                                      <p:cBhvr>
                                        <p:cTn id="15" dur="500"/>
                                        <p:tgtEl>
                                          <p:spTgt spid="28"/>
                                        </p:tgtEl>
                                      </p:cBhvr>
                                    </p:animEffect>
                                  </p:childTnLst>
                                </p:cTn>
                              </p:par>
                              <p:par>
                                <p:cTn id="16" presetID="10" presetClass="entr" presetSubtype="0" fill="hold" nodeType="withEffect">
                                  <p:stCondLst>
                                    <p:cond delay="0"/>
                                  </p:stCondLst>
                                  <p:childTnLst>
                                    <p:set>
                                      <p:cBhvr>
                                        <p:cTn id="17" dur="1" fill="hold">
                                          <p:stCondLst>
                                            <p:cond delay="0"/>
                                          </p:stCondLst>
                                        </p:cTn>
                                        <p:tgtEl>
                                          <p:spTgt spid="31"/>
                                        </p:tgtEl>
                                        <p:attrNameLst>
                                          <p:attrName>style.visibility</p:attrName>
                                        </p:attrNameLst>
                                      </p:cBhvr>
                                      <p:to>
                                        <p:strVal val="visible"/>
                                      </p:to>
                                    </p:set>
                                    <p:animEffect transition="in" filter="fade">
                                      <p:cBhvr>
                                        <p:cTn id="18" dur="500"/>
                                        <p:tgtEl>
                                          <p:spTgt spid="31"/>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nodeType="clickEffect">
                                  <p:stCondLst>
                                    <p:cond delay="0"/>
                                  </p:stCondLst>
                                  <p:childTnLst>
                                    <p:set>
                                      <p:cBhvr>
                                        <p:cTn id="22" dur="1" fill="hold">
                                          <p:stCondLst>
                                            <p:cond delay="0"/>
                                          </p:stCondLst>
                                        </p:cTn>
                                        <p:tgtEl>
                                          <p:spTgt spid="48"/>
                                        </p:tgtEl>
                                        <p:attrNameLst>
                                          <p:attrName>style.visibility</p:attrName>
                                        </p:attrNameLst>
                                      </p:cBhvr>
                                      <p:to>
                                        <p:strVal val="visible"/>
                                      </p:to>
                                    </p:set>
                                    <p:anim calcmode="lin" valueType="num">
                                      <p:cBhvr additive="base">
                                        <p:cTn id="23" dur="500"/>
                                        <p:tgtEl>
                                          <p:spTgt spid="48"/>
                                        </p:tgtEl>
                                        <p:attrNameLst>
                                          <p:attrName>ppt_x</p:attrName>
                                        </p:attrNameLst>
                                      </p:cBhvr>
                                      <p:tavLst>
                                        <p:tav tm="0">
                                          <p:val>
                                            <p:strVal val="#ppt_x-1"/>
                                          </p:val>
                                        </p:tav>
                                        <p:tav tm="100000">
                                          <p:val>
                                            <p:strVal val="#ppt_x"/>
                                          </p:val>
                                        </p:tav>
                                      </p:tavLst>
                                    </p:anim>
                                  </p:childTnLst>
                                </p:cTn>
                              </p:par>
                            </p:childTnLst>
                          </p:cTn>
                        </p:par>
                        <p:par>
                          <p:cTn id="24" fill="hold">
                            <p:stCondLst>
                              <p:cond delay="500"/>
                            </p:stCondLst>
                            <p:childTnLst>
                              <p:par>
                                <p:cTn id="25" presetID="10" presetClass="entr" presetSubtype="0" fill="hold" nodeType="after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fade">
                                      <p:cBhvr>
                                        <p:cTn id="27" dur="500"/>
                                        <p:tgtEl>
                                          <p:spTgt spid="24"/>
                                        </p:tgtEl>
                                      </p:cBhvr>
                                    </p:animEffect>
                                  </p:childTnLst>
                                </p:cTn>
                              </p:par>
                            </p:childTnLst>
                          </p:cTn>
                        </p:par>
                        <p:par>
                          <p:cTn id="28" fill="hold">
                            <p:stCondLst>
                              <p:cond delay="1000"/>
                            </p:stCondLst>
                            <p:childTnLst>
                              <p:par>
                                <p:cTn id="29" presetID="10" presetClass="entr" presetSubtype="0" fill="hold" nodeType="afterEffect">
                                  <p:stCondLst>
                                    <p:cond delay="0"/>
                                  </p:stCondLst>
                                  <p:childTnLst>
                                    <p:set>
                                      <p:cBhvr>
                                        <p:cTn id="30" dur="1" fill="hold">
                                          <p:stCondLst>
                                            <p:cond delay="0"/>
                                          </p:stCondLst>
                                        </p:cTn>
                                        <p:tgtEl>
                                          <p:spTgt spid="33"/>
                                        </p:tgtEl>
                                        <p:attrNameLst>
                                          <p:attrName>style.visibility</p:attrName>
                                        </p:attrNameLst>
                                      </p:cBhvr>
                                      <p:to>
                                        <p:strVal val="visible"/>
                                      </p:to>
                                    </p:set>
                                    <p:animEffect transition="in" filter="fade">
                                      <p:cBhvr>
                                        <p:cTn id="31" dur="500"/>
                                        <p:tgtEl>
                                          <p:spTgt spid="33"/>
                                        </p:tgtEl>
                                      </p:cBhvr>
                                    </p:animEffect>
                                  </p:childTnLst>
                                </p:cTn>
                              </p:par>
                            </p:childTnLst>
                          </p:cTn>
                        </p:par>
                      </p:childTnLst>
                    </p:cTn>
                  </p:par>
                  <p:par>
                    <p:cTn id="32" fill="hold">
                      <p:stCondLst>
                        <p:cond delay="indefinite"/>
                      </p:stCondLst>
                      <p:childTnLst>
                        <p:par>
                          <p:cTn id="33" fill="hold">
                            <p:stCondLst>
                              <p:cond delay="0"/>
                            </p:stCondLst>
                            <p:childTnLst>
                              <p:par>
                                <p:cTn id="34" presetID="2" presetClass="entr" presetSubtype="8" fill="hold" nodeType="clickEffect">
                                  <p:stCondLst>
                                    <p:cond delay="0"/>
                                  </p:stCondLst>
                                  <p:childTnLst>
                                    <p:set>
                                      <p:cBhvr>
                                        <p:cTn id="35" dur="1" fill="hold">
                                          <p:stCondLst>
                                            <p:cond delay="0"/>
                                          </p:stCondLst>
                                        </p:cTn>
                                        <p:tgtEl>
                                          <p:spTgt spid="49"/>
                                        </p:tgtEl>
                                        <p:attrNameLst>
                                          <p:attrName>style.visibility</p:attrName>
                                        </p:attrNameLst>
                                      </p:cBhvr>
                                      <p:to>
                                        <p:strVal val="visible"/>
                                      </p:to>
                                    </p:set>
                                    <p:anim calcmode="lin" valueType="num">
                                      <p:cBhvr additive="base">
                                        <p:cTn id="36" dur="500"/>
                                        <p:tgtEl>
                                          <p:spTgt spid="49"/>
                                        </p:tgtEl>
                                        <p:attrNameLst>
                                          <p:attrName>ppt_x</p:attrName>
                                        </p:attrNameLst>
                                      </p:cBhvr>
                                      <p:tavLst>
                                        <p:tav tm="0">
                                          <p:val>
                                            <p:strVal val="#ppt_x-1"/>
                                          </p:val>
                                        </p:tav>
                                        <p:tav tm="100000">
                                          <p:val>
                                            <p:strVal val="#ppt_x"/>
                                          </p:val>
                                        </p:tav>
                                      </p:tavLst>
                                    </p:anim>
                                  </p:childTnLst>
                                </p:cTn>
                              </p:par>
                            </p:childTnLst>
                          </p:cTn>
                        </p:par>
                        <p:par>
                          <p:cTn id="37" fill="hold">
                            <p:stCondLst>
                              <p:cond delay="500"/>
                            </p:stCondLst>
                            <p:childTnLst>
                              <p:par>
                                <p:cTn id="38" presetID="10" presetClass="entr" presetSubtype="0" fill="hold" nodeType="after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fade">
                                      <p:cBhvr>
                                        <p:cTn id="40" dur="500"/>
                                        <p:tgtEl>
                                          <p:spTgt spid="23"/>
                                        </p:tgtEl>
                                      </p:cBhvr>
                                    </p:animEffect>
                                  </p:childTnLst>
                                </p:cTn>
                              </p:par>
                            </p:childTnLst>
                          </p:cTn>
                        </p:par>
                      </p:childTnLst>
                    </p:cTn>
                  </p:par>
                  <p:par>
                    <p:cTn id="41" fill="hold">
                      <p:stCondLst>
                        <p:cond delay="indefinite"/>
                      </p:stCondLst>
                      <p:childTnLst>
                        <p:par>
                          <p:cTn id="42" fill="hold">
                            <p:stCondLst>
                              <p:cond delay="0"/>
                            </p:stCondLst>
                            <p:childTnLst>
                              <p:par>
                                <p:cTn id="43" presetID="2" presetClass="entr" presetSubtype="8" fill="hold" nodeType="clickEffect">
                                  <p:stCondLst>
                                    <p:cond delay="0"/>
                                  </p:stCondLst>
                                  <p:childTnLst>
                                    <p:set>
                                      <p:cBhvr>
                                        <p:cTn id="44" dur="1" fill="hold">
                                          <p:stCondLst>
                                            <p:cond delay="0"/>
                                          </p:stCondLst>
                                        </p:cTn>
                                        <p:tgtEl>
                                          <p:spTgt spid="50"/>
                                        </p:tgtEl>
                                        <p:attrNameLst>
                                          <p:attrName>style.visibility</p:attrName>
                                        </p:attrNameLst>
                                      </p:cBhvr>
                                      <p:to>
                                        <p:strVal val="visible"/>
                                      </p:to>
                                    </p:set>
                                    <p:anim calcmode="lin" valueType="num">
                                      <p:cBhvr additive="base">
                                        <p:cTn id="45" dur="500"/>
                                        <p:tgtEl>
                                          <p:spTgt spid="50"/>
                                        </p:tgtEl>
                                        <p:attrNameLst>
                                          <p:attrName>ppt_x</p:attrName>
                                        </p:attrNameLst>
                                      </p:cBhvr>
                                      <p:tavLst>
                                        <p:tav tm="0">
                                          <p:val>
                                            <p:strVal val="#ppt_x-1"/>
                                          </p:val>
                                        </p:tav>
                                        <p:tav tm="100000">
                                          <p:val>
                                            <p:strVal val="#ppt_x"/>
                                          </p:val>
                                        </p:tav>
                                      </p:tavLst>
                                    </p:anim>
                                  </p:childTnLst>
                                </p:cTn>
                              </p:par>
                            </p:childTnLst>
                          </p:cTn>
                        </p:par>
                        <p:par>
                          <p:cTn id="46" fill="hold">
                            <p:stCondLst>
                              <p:cond delay="500"/>
                            </p:stCondLst>
                            <p:childTnLst>
                              <p:par>
                                <p:cTn id="47" presetID="10" presetClass="entr" presetSubtype="0" fill="hold" nodeType="afterEffect">
                                  <p:stCondLst>
                                    <p:cond delay="0"/>
                                  </p:stCondLst>
                                  <p:childTnLst>
                                    <p:set>
                                      <p:cBhvr>
                                        <p:cTn id="48" dur="1" fill="hold">
                                          <p:stCondLst>
                                            <p:cond delay="0"/>
                                          </p:stCondLst>
                                        </p:cTn>
                                        <p:tgtEl>
                                          <p:spTgt spid="22"/>
                                        </p:tgtEl>
                                        <p:attrNameLst>
                                          <p:attrName>style.visibility</p:attrName>
                                        </p:attrNameLst>
                                      </p:cBhvr>
                                      <p:to>
                                        <p:strVal val="visible"/>
                                      </p:to>
                                    </p:set>
                                    <p:animEffect transition="in" filter="fade">
                                      <p:cBhvr>
                                        <p:cTn id="49" dur="500"/>
                                        <p:tgtEl>
                                          <p:spTgt spid="22"/>
                                        </p:tgtEl>
                                      </p:cBhvr>
                                    </p:animEffect>
                                  </p:childTnLst>
                                </p:cTn>
                              </p:par>
                              <p:par>
                                <p:cTn id="50" presetID="10" presetClass="entr" presetSubtype="0" fill="hold" nodeType="with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00"/>
                                        <p:tgtEl>
                                          <p:spTgt spid="16"/>
                                        </p:tgtEl>
                                      </p:cBhvr>
                                    </p:animEffect>
                                  </p:childTnLst>
                                </p:cTn>
                              </p:par>
                              <p:par>
                                <p:cTn id="53" presetID="10" presetClass="entr" presetSubtype="0" fill="hold" nodeType="withEffect">
                                  <p:stCondLst>
                                    <p:cond delay="0"/>
                                  </p:stCondLst>
                                  <p:childTnLst>
                                    <p:set>
                                      <p:cBhvr>
                                        <p:cTn id="54" dur="1" fill="hold">
                                          <p:stCondLst>
                                            <p:cond delay="0"/>
                                          </p:stCondLst>
                                        </p:cTn>
                                        <p:tgtEl>
                                          <p:spTgt spid="17"/>
                                        </p:tgtEl>
                                        <p:attrNameLst>
                                          <p:attrName>style.visibility</p:attrName>
                                        </p:attrNameLst>
                                      </p:cBhvr>
                                      <p:to>
                                        <p:strVal val="visible"/>
                                      </p:to>
                                    </p:set>
                                    <p:animEffect transition="in" filter="fade">
                                      <p:cBhvr>
                                        <p:cTn id="55" dur="500"/>
                                        <p:tgtEl>
                                          <p:spTgt spid="17"/>
                                        </p:tgtEl>
                                      </p:cBhvr>
                                    </p:animEffect>
                                  </p:childTnLst>
                                </p:cTn>
                              </p:par>
                              <p:par>
                                <p:cTn id="56" presetID="10" presetClass="entr" presetSubtype="0" fill="hold" nodeType="with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500"/>
                                        <p:tgtEl>
                                          <p:spTgt spid="18"/>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19"/>
                                        </p:tgtEl>
                                        <p:attrNameLst>
                                          <p:attrName>style.visibility</p:attrName>
                                        </p:attrNameLst>
                                      </p:cBhvr>
                                      <p:to>
                                        <p:strVal val="visible"/>
                                      </p:to>
                                    </p:set>
                                    <p:animEffect transition="in" filter="fade">
                                      <p:cBhvr>
                                        <p:cTn id="63"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 xmlns:a16="http://schemas.microsoft.com/office/drawing/2014/main" id="{DB33A64B-BD53-4E0F-9BDC-90AE6BC199B2}"/>
              </a:ext>
            </a:extLst>
          </p:cNvPr>
          <p:cNvGraphicFramePr>
            <a:graphicFrameLocks noGrp="1"/>
          </p:cNvGraphicFramePr>
          <p:nvPr>
            <p:ph idx="1"/>
            <p:extLst>
              <p:ext uri="{D42A27DB-BD31-4B8C-83A1-F6EECF244321}">
                <p14:modId xmlns:p14="http://schemas.microsoft.com/office/powerpoint/2010/main" val="551361880"/>
              </p:ext>
            </p:extLst>
          </p:nvPr>
        </p:nvGraphicFramePr>
        <p:xfrm>
          <a:off x="1179513" y="367899"/>
          <a:ext cx="10018712" cy="576559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Picture 4">
            <a:extLst>
              <a:ext uri="{FF2B5EF4-FFF2-40B4-BE49-F238E27FC236}">
                <a16:creationId xmlns="" xmlns:a16="http://schemas.microsoft.com/office/drawing/2014/main" id="{A48D8CBA-303A-4F7A-9858-3E6FA3818240}"/>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03582" y="5842997"/>
            <a:ext cx="835393" cy="669380"/>
          </a:xfrm>
          <a:prstGeom prst="rect">
            <a:avLst/>
          </a:prstGeom>
        </p:spPr>
      </p:pic>
      <p:sp>
        <p:nvSpPr>
          <p:cNvPr id="6" name="TextBox 5">
            <a:extLst>
              <a:ext uri="{FF2B5EF4-FFF2-40B4-BE49-F238E27FC236}">
                <a16:creationId xmlns="" xmlns:a16="http://schemas.microsoft.com/office/drawing/2014/main" id="{72983834-6CF8-4BFA-A10B-D2194B3E576C}"/>
              </a:ext>
            </a:extLst>
          </p:cNvPr>
          <p:cNvSpPr txBox="1"/>
          <p:nvPr/>
        </p:nvSpPr>
        <p:spPr>
          <a:xfrm>
            <a:off x="2044213" y="5977632"/>
            <a:ext cx="6106049" cy="400110"/>
          </a:xfrm>
          <a:prstGeom prst="rect">
            <a:avLst/>
          </a:prstGeom>
          <a:noFill/>
        </p:spPr>
        <p:txBody>
          <a:bodyPr wrap="square">
            <a:spAutoFit/>
          </a:bodyPr>
          <a:lstStyle/>
          <a:p>
            <a:pPr>
              <a:defRPr/>
            </a:pPr>
            <a:r>
              <a:rPr lang="en-US" sz="1000" spc="280" dirty="0"/>
              <a:t>PEJABAT KETUA PEGAWAI KESELAMATAN KERAJAAN MALAYSIA</a:t>
            </a:r>
          </a:p>
          <a:p>
            <a:pPr>
              <a:defRPr/>
            </a:pPr>
            <a:r>
              <a:rPr lang="en-US" sz="1000" spc="280" dirty="0"/>
              <a:t>JABATAN PERDANA MENTERI</a:t>
            </a:r>
          </a:p>
        </p:txBody>
      </p:sp>
    </p:spTree>
    <p:extLst>
      <p:ext uri="{BB962C8B-B14F-4D97-AF65-F5344CB8AC3E}">
        <p14:creationId xmlns:p14="http://schemas.microsoft.com/office/powerpoint/2010/main" val="426528065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21"/>
        <p:cNvGrpSpPr/>
        <p:nvPr/>
      </p:nvGrpSpPr>
      <p:grpSpPr>
        <a:xfrm>
          <a:off x="0" y="0"/>
          <a:ext cx="0" cy="0"/>
          <a:chOff x="0" y="0"/>
          <a:chExt cx="0" cy="0"/>
        </a:xfrm>
      </p:grpSpPr>
      <p:sp>
        <p:nvSpPr>
          <p:cNvPr id="24" name="Google Shape;24;p7"/>
          <p:cNvSpPr/>
          <p:nvPr/>
        </p:nvSpPr>
        <p:spPr>
          <a:xfrm>
            <a:off x="1321278" y="3780933"/>
            <a:ext cx="9316276" cy="1791110"/>
          </a:xfrm>
          <a:custGeom>
            <a:avLst/>
            <a:gdLst/>
            <a:ahLst/>
            <a:cxnLst/>
            <a:rect l="l" t="t" r="r" b="b"/>
            <a:pathLst>
              <a:path w="3644361" h="858781" extrusionOk="0">
                <a:moveTo>
                  <a:pt x="0" y="0"/>
                </a:moveTo>
                <a:lnTo>
                  <a:pt x="3644361" y="0"/>
                </a:lnTo>
                <a:lnTo>
                  <a:pt x="3644361" y="858781"/>
                </a:lnTo>
                <a:lnTo>
                  <a:pt x="0" y="858781"/>
                </a:lnTo>
                <a:lnTo>
                  <a:pt x="412138" y="429391"/>
                </a:lnTo>
                <a:lnTo>
                  <a:pt x="0" y="0"/>
                </a:lnTo>
                <a:close/>
              </a:path>
            </a:pathLst>
          </a:custGeom>
          <a:gradFill>
            <a:gsLst>
              <a:gs pos="0">
                <a:srgbClr val="D5D0C5"/>
              </a:gs>
              <a:gs pos="34000">
                <a:srgbClr val="D5D0C5"/>
              </a:gs>
              <a:gs pos="73000">
                <a:srgbClr val="ABA89D"/>
              </a:gs>
              <a:gs pos="100000">
                <a:srgbClr val="69675F"/>
              </a:gs>
            </a:gsLst>
            <a:lin ang="0" scaled="0"/>
          </a:gradFill>
          <a:ln>
            <a:noFill/>
          </a:ln>
          <a:effectLst>
            <a:outerShdw blurRad="114300" dist="304800" dir="10800000" sx="85000" sy="85000" algn="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5" name="Google Shape;25;p7"/>
          <p:cNvSpPr/>
          <p:nvPr/>
        </p:nvSpPr>
        <p:spPr>
          <a:xfrm>
            <a:off x="1402447" y="989652"/>
            <a:ext cx="9316277" cy="2608140"/>
          </a:xfrm>
          <a:custGeom>
            <a:avLst/>
            <a:gdLst/>
            <a:ahLst/>
            <a:cxnLst/>
            <a:rect l="l" t="t" r="r" b="b"/>
            <a:pathLst>
              <a:path w="3644361" h="858781" extrusionOk="0">
                <a:moveTo>
                  <a:pt x="0" y="0"/>
                </a:moveTo>
                <a:lnTo>
                  <a:pt x="3644361" y="0"/>
                </a:lnTo>
                <a:lnTo>
                  <a:pt x="3644361" y="858781"/>
                </a:lnTo>
                <a:lnTo>
                  <a:pt x="0" y="858781"/>
                </a:lnTo>
                <a:lnTo>
                  <a:pt x="412138" y="429391"/>
                </a:lnTo>
                <a:lnTo>
                  <a:pt x="0" y="0"/>
                </a:lnTo>
                <a:close/>
              </a:path>
            </a:pathLst>
          </a:custGeom>
          <a:gradFill>
            <a:gsLst>
              <a:gs pos="0">
                <a:srgbClr val="FFC000"/>
              </a:gs>
              <a:gs pos="35000">
                <a:srgbClr val="FFC000"/>
              </a:gs>
              <a:gs pos="73000">
                <a:srgbClr val="E39D37"/>
              </a:gs>
              <a:gs pos="100000">
                <a:srgbClr val="CE702A"/>
              </a:gs>
            </a:gsLst>
            <a:lin ang="0" scaled="0"/>
          </a:gradFill>
          <a:ln>
            <a:noFill/>
          </a:ln>
          <a:effectLst>
            <a:outerShdw blurRad="114300" dist="304800" dir="10800000" sx="85000" sy="85000" algn="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lt1"/>
              </a:solidFill>
              <a:latin typeface="Calibri"/>
              <a:ea typeface="Calibri"/>
              <a:cs typeface="Calibri"/>
              <a:sym typeface="Calibri"/>
            </a:endParaRPr>
          </a:p>
        </p:txBody>
      </p:sp>
      <p:sp>
        <p:nvSpPr>
          <p:cNvPr id="26" name="Google Shape;26;p7"/>
          <p:cNvSpPr/>
          <p:nvPr/>
        </p:nvSpPr>
        <p:spPr>
          <a:xfrm>
            <a:off x="6319554" y="1541139"/>
            <a:ext cx="998441" cy="584775"/>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dirty="0"/>
          </a:p>
        </p:txBody>
      </p:sp>
      <p:sp>
        <p:nvSpPr>
          <p:cNvPr id="27" name="Google Shape;27;p7"/>
          <p:cNvSpPr/>
          <p:nvPr/>
        </p:nvSpPr>
        <p:spPr>
          <a:xfrm>
            <a:off x="5185918" y="521949"/>
            <a:ext cx="1903910" cy="64633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dirty="0"/>
          </a:p>
        </p:txBody>
      </p:sp>
      <p:sp>
        <p:nvSpPr>
          <p:cNvPr id="30" name="Google Shape;30;p7"/>
          <p:cNvSpPr txBox="1"/>
          <p:nvPr/>
        </p:nvSpPr>
        <p:spPr>
          <a:xfrm>
            <a:off x="2503649" y="1294733"/>
            <a:ext cx="7753200" cy="315799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ms-MY" sz="2400" b="0" i="0" u="none" strike="noStrike" cap="none" dirty="0">
                <a:solidFill>
                  <a:srgbClr val="F2F2F2"/>
                </a:solidFill>
                <a:latin typeface="Tahoma" panose="020B0604030504040204" pitchFamily="34" charset="0"/>
                <a:ea typeface="Tahoma" panose="020B0604030504040204" pitchFamily="34" charset="0"/>
                <a:cs typeface="Tahoma" panose="020B0604030504040204" pitchFamily="34" charset="0"/>
                <a:sym typeface="Avenir"/>
              </a:rPr>
              <a:t> </a:t>
            </a:r>
            <a:r>
              <a:rPr lang="ms-MY" sz="2400" b="1" i="0" u="none" strike="noStrike" cap="none" dirty="0">
                <a:solidFill>
                  <a:srgbClr val="FF0000"/>
                </a:solidFill>
                <a:latin typeface="Tahoma" panose="020B0604030504040204" pitchFamily="34" charset="0"/>
                <a:ea typeface="Tahoma" panose="020B0604030504040204" pitchFamily="34" charset="0"/>
                <a:cs typeface="Tahoma" panose="020B0604030504040204" pitchFamily="34" charset="0"/>
                <a:sym typeface="Avenir"/>
              </a:rPr>
              <a:t>PELEPASAN KE NEGARA LAIN</a:t>
            </a:r>
          </a:p>
          <a:p>
            <a:pPr marL="0" marR="0" lvl="0" indent="0" algn="l" rtl="0">
              <a:spcBef>
                <a:spcPts val="0"/>
              </a:spcBef>
              <a:spcAft>
                <a:spcPts val="0"/>
              </a:spcAft>
              <a:buNone/>
            </a:pPr>
            <a:endParaRPr lang="ms-MY" sz="2400" b="1" dirty="0">
              <a:solidFill>
                <a:srgbClr val="FF0000"/>
              </a:solidFill>
              <a:latin typeface="Tahoma" panose="020B0604030504040204" pitchFamily="34" charset="0"/>
              <a:ea typeface="Tahoma" panose="020B0604030504040204" pitchFamily="34" charset="0"/>
              <a:cs typeface="Tahoma" panose="020B0604030504040204" pitchFamily="34" charset="0"/>
              <a:sym typeface="Avenir"/>
            </a:endParaRPr>
          </a:p>
          <a:p>
            <a:r>
              <a:rPr lang="fi-FI" sz="2400" dirty="0">
                <a:latin typeface="Tahoma" panose="020B0604030504040204" pitchFamily="34" charset="0"/>
                <a:ea typeface="Tahoma" panose="020B0604030504040204" pitchFamily="34" charset="0"/>
                <a:cs typeface="Tahoma" panose="020B0604030504040204" pitchFamily="34" charset="0"/>
              </a:rPr>
              <a:t>Rahsia rasmi sama sekali tidak boleh disampaikan ke negara lain tanpa kebenaran Kerajaan Malaysia.</a:t>
            </a:r>
            <a:endParaRPr lang="en-MY" sz="2400" dirty="0">
              <a:latin typeface="Tahoma" panose="020B0604030504040204" pitchFamily="34" charset="0"/>
              <a:ea typeface="Tahoma" panose="020B0604030504040204" pitchFamily="34" charset="0"/>
              <a:cs typeface="Tahoma" panose="020B0604030504040204" pitchFamily="34" charset="0"/>
            </a:endParaRPr>
          </a:p>
          <a:p>
            <a:pPr marL="0" marR="0" lvl="0" indent="0" algn="l" rtl="0">
              <a:spcBef>
                <a:spcPts val="0"/>
              </a:spcBef>
              <a:spcAft>
                <a:spcPts val="0"/>
              </a:spcAft>
              <a:buNone/>
            </a:pPr>
            <a:endParaRPr lang="ms-MY" dirty="0"/>
          </a:p>
        </p:txBody>
      </p:sp>
      <p:sp>
        <p:nvSpPr>
          <p:cNvPr id="40" name="Google Shape;40;p7"/>
          <p:cNvSpPr txBox="1"/>
          <p:nvPr/>
        </p:nvSpPr>
        <p:spPr>
          <a:xfrm>
            <a:off x="5157831" y="3476445"/>
            <a:ext cx="1222418" cy="27699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rgbClr val="F2F2F2"/>
                </a:solidFill>
                <a:latin typeface="Avenir"/>
                <a:ea typeface="Avenir"/>
                <a:cs typeface="Avenir"/>
                <a:sym typeface="Avenir"/>
              </a:rPr>
              <a:t>INFOGRAPHIC       </a:t>
            </a:r>
            <a:endParaRPr/>
          </a:p>
        </p:txBody>
      </p:sp>
      <p:sp>
        <p:nvSpPr>
          <p:cNvPr id="47" name="Google Shape;47;p7"/>
          <p:cNvSpPr/>
          <p:nvPr/>
        </p:nvSpPr>
        <p:spPr>
          <a:xfrm>
            <a:off x="10132875" y="1009908"/>
            <a:ext cx="1621801" cy="2587884"/>
          </a:xfrm>
          <a:custGeom>
            <a:avLst/>
            <a:gdLst/>
            <a:ahLst/>
            <a:cxnLst/>
            <a:rect l="l" t="t" r="r" b="b"/>
            <a:pathLst>
              <a:path w="4972206" h="4406104" extrusionOk="0">
                <a:moveTo>
                  <a:pt x="4972206" y="2196228"/>
                </a:moveTo>
                <a:cubicBezTo>
                  <a:pt x="4972206" y="2445654"/>
                  <a:pt x="4550334" y="2647853"/>
                  <a:pt x="4029928" y="2647853"/>
                </a:cubicBezTo>
                <a:lnTo>
                  <a:pt x="3125921" y="2647852"/>
                </a:lnTo>
                <a:lnTo>
                  <a:pt x="2903813" y="3072732"/>
                </a:lnTo>
                <a:lnTo>
                  <a:pt x="2966780" y="3084461"/>
                </a:lnTo>
                <a:cubicBezTo>
                  <a:pt x="3038799" y="3112567"/>
                  <a:pt x="3089332" y="3178364"/>
                  <a:pt x="3089332" y="3255051"/>
                </a:cubicBezTo>
                <a:cubicBezTo>
                  <a:pt x="3089332" y="3357300"/>
                  <a:pt x="2999495" y="3440190"/>
                  <a:pt x="2888676" y="3440190"/>
                </a:cubicBezTo>
                <a:lnTo>
                  <a:pt x="2711723" y="3440190"/>
                </a:lnTo>
                <a:lnTo>
                  <a:pt x="2672279" y="3515643"/>
                </a:lnTo>
                <a:lnTo>
                  <a:pt x="2685145" y="3518040"/>
                </a:lnTo>
                <a:cubicBezTo>
                  <a:pt x="2757164" y="3546146"/>
                  <a:pt x="2807697" y="3611943"/>
                  <a:pt x="2807697" y="3688630"/>
                </a:cubicBezTo>
                <a:cubicBezTo>
                  <a:pt x="2807697" y="3790879"/>
                  <a:pt x="2717860" y="3873769"/>
                  <a:pt x="2607041" y="3873769"/>
                </a:cubicBezTo>
                <a:lnTo>
                  <a:pt x="2485067" y="3873768"/>
                </a:lnTo>
                <a:lnTo>
                  <a:pt x="2228256" y="4365034"/>
                </a:lnTo>
                <a:cubicBezTo>
                  <a:pt x="2097698" y="4427159"/>
                  <a:pt x="1885601" y="4413569"/>
                  <a:pt x="1819110" y="4359210"/>
                </a:cubicBezTo>
                <a:cubicBezTo>
                  <a:pt x="1753588" y="4402381"/>
                  <a:pt x="2005439" y="3595810"/>
                  <a:pt x="2128358" y="3134447"/>
                </a:cubicBezTo>
                <a:lnTo>
                  <a:pt x="2151078" y="3047176"/>
                </a:lnTo>
                <a:lnTo>
                  <a:pt x="2156931" y="3047176"/>
                </a:lnTo>
                <a:lnTo>
                  <a:pt x="2156931" y="2603536"/>
                </a:lnTo>
                <a:lnTo>
                  <a:pt x="1133254" y="2547147"/>
                </a:lnTo>
                <a:cubicBezTo>
                  <a:pt x="1059172" y="2539139"/>
                  <a:pt x="987168" y="2530698"/>
                  <a:pt x="917894" y="2521680"/>
                </a:cubicBezTo>
                <a:lnTo>
                  <a:pt x="880026" y="2516176"/>
                </a:lnTo>
                <a:lnTo>
                  <a:pt x="300504" y="3177316"/>
                </a:lnTo>
                <a:cubicBezTo>
                  <a:pt x="215765" y="3201363"/>
                  <a:pt x="43156" y="3236873"/>
                  <a:pt x="0" y="3128469"/>
                </a:cubicBezTo>
                <a:lnTo>
                  <a:pt x="238763" y="2440053"/>
                </a:lnTo>
                <a:lnTo>
                  <a:pt x="246556" y="2370460"/>
                </a:lnTo>
                <a:lnTo>
                  <a:pt x="207925" y="2351855"/>
                </a:lnTo>
                <a:cubicBezTo>
                  <a:pt x="129156" y="2309079"/>
                  <a:pt x="85777" y="2258664"/>
                  <a:pt x="87971" y="2198369"/>
                </a:cubicBezTo>
                <a:cubicBezTo>
                  <a:pt x="90165" y="2138074"/>
                  <a:pt x="135778" y="2087660"/>
                  <a:pt x="215544" y="2044706"/>
                </a:cubicBezTo>
                <a:lnTo>
                  <a:pt x="245938" y="2030122"/>
                </a:lnTo>
                <a:lnTo>
                  <a:pt x="238763" y="1966051"/>
                </a:lnTo>
                <a:lnTo>
                  <a:pt x="0" y="1277636"/>
                </a:lnTo>
                <a:cubicBezTo>
                  <a:pt x="43156" y="1169231"/>
                  <a:pt x="215765" y="1204741"/>
                  <a:pt x="300504" y="1228789"/>
                </a:cubicBezTo>
                <a:lnTo>
                  <a:pt x="870752" y="1879348"/>
                </a:lnTo>
                <a:lnTo>
                  <a:pt x="924230" y="1871157"/>
                </a:lnTo>
                <a:cubicBezTo>
                  <a:pt x="993311" y="1861582"/>
                  <a:pt x="1065189" y="1852504"/>
                  <a:pt x="1139271" y="1843767"/>
                </a:cubicBezTo>
                <a:lnTo>
                  <a:pt x="2156931" y="1793028"/>
                </a:lnTo>
                <a:lnTo>
                  <a:pt x="2156931" y="1358928"/>
                </a:lnTo>
                <a:lnTo>
                  <a:pt x="2151078" y="1358928"/>
                </a:lnTo>
                <a:lnTo>
                  <a:pt x="2128358" y="1271657"/>
                </a:lnTo>
                <a:cubicBezTo>
                  <a:pt x="2005440" y="810294"/>
                  <a:pt x="1753589" y="3723"/>
                  <a:pt x="1819111" y="46894"/>
                </a:cubicBezTo>
                <a:cubicBezTo>
                  <a:pt x="1885602" y="-7465"/>
                  <a:pt x="2097699" y="-21055"/>
                  <a:pt x="2228257" y="41070"/>
                </a:cubicBezTo>
                <a:lnTo>
                  <a:pt x="2485068" y="532336"/>
                </a:lnTo>
                <a:lnTo>
                  <a:pt x="2607042" y="532336"/>
                </a:lnTo>
                <a:cubicBezTo>
                  <a:pt x="2717861" y="532336"/>
                  <a:pt x="2807698" y="615226"/>
                  <a:pt x="2807698" y="717475"/>
                </a:cubicBezTo>
                <a:cubicBezTo>
                  <a:pt x="2807698" y="794162"/>
                  <a:pt x="2757165" y="859959"/>
                  <a:pt x="2685146" y="888065"/>
                </a:cubicBezTo>
                <a:lnTo>
                  <a:pt x="2672280" y="890462"/>
                </a:lnTo>
                <a:lnTo>
                  <a:pt x="2711724" y="965915"/>
                </a:lnTo>
                <a:lnTo>
                  <a:pt x="2888677" y="965915"/>
                </a:lnTo>
                <a:cubicBezTo>
                  <a:pt x="2999495" y="965915"/>
                  <a:pt x="3089332" y="1048805"/>
                  <a:pt x="3089332" y="1151054"/>
                </a:cubicBezTo>
                <a:cubicBezTo>
                  <a:pt x="3089332" y="1227741"/>
                  <a:pt x="3038799" y="1293538"/>
                  <a:pt x="2966780" y="1321644"/>
                </a:cubicBezTo>
                <a:lnTo>
                  <a:pt x="2903813" y="1333373"/>
                </a:lnTo>
                <a:lnTo>
                  <a:pt x="3118786" y="1744603"/>
                </a:lnTo>
                <a:lnTo>
                  <a:pt x="4029928" y="1744603"/>
                </a:lnTo>
                <a:cubicBezTo>
                  <a:pt x="4550334" y="1744603"/>
                  <a:pt x="4972206" y="1946802"/>
                  <a:pt x="4972206" y="2196228"/>
                </a:cubicBezTo>
                <a:close/>
              </a:path>
            </a:pathLst>
          </a:custGeom>
          <a:gradFill>
            <a:gsLst>
              <a:gs pos="0">
                <a:srgbClr val="E49836"/>
              </a:gs>
              <a:gs pos="28000">
                <a:srgbClr val="E49836"/>
              </a:gs>
              <a:gs pos="39000">
                <a:srgbClr val="B96D27"/>
              </a:gs>
              <a:gs pos="42000">
                <a:srgbClr val="E49836"/>
              </a:gs>
              <a:gs pos="50000">
                <a:srgbClr val="FFD966"/>
              </a:gs>
              <a:gs pos="58999">
                <a:srgbClr val="B96D27"/>
              </a:gs>
              <a:gs pos="63008">
                <a:srgbClr val="E49836"/>
              </a:gs>
              <a:gs pos="100000">
                <a:srgbClr val="E49836"/>
              </a:gs>
            </a:gsLst>
            <a:lin ang="5400000" scaled="0"/>
          </a:gradFill>
          <a:ln w="9525" cap="flat" cmpd="sng">
            <a:solidFill>
              <a:srgbClr val="B96D27"/>
            </a:solidFill>
            <a:prstDash val="solid"/>
            <a:miter lim="800000"/>
            <a:headEnd type="none" w="sm" len="sm"/>
            <a:tailEnd type="none" w="sm" len="sm"/>
          </a:ln>
          <a:effectLst>
            <a:outerShdw blurRad="139700" dist="508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8" name="Google Shape;48;p7"/>
          <p:cNvSpPr/>
          <p:nvPr/>
        </p:nvSpPr>
        <p:spPr>
          <a:xfrm>
            <a:off x="10095403" y="3775838"/>
            <a:ext cx="1447240" cy="1791110"/>
          </a:xfrm>
          <a:custGeom>
            <a:avLst/>
            <a:gdLst/>
            <a:ahLst/>
            <a:cxnLst/>
            <a:rect l="l" t="t" r="r" b="b"/>
            <a:pathLst>
              <a:path w="4972206" h="4406104" extrusionOk="0">
                <a:moveTo>
                  <a:pt x="4972206" y="2196228"/>
                </a:moveTo>
                <a:cubicBezTo>
                  <a:pt x="4972206" y="2445654"/>
                  <a:pt x="4550334" y="2647853"/>
                  <a:pt x="4029928" y="2647853"/>
                </a:cubicBezTo>
                <a:lnTo>
                  <a:pt x="3125921" y="2647852"/>
                </a:lnTo>
                <a:lnTo>
                  <a:pt x="2903813" y="3072732"/>
                </a:lnTo>
                <a:lnTo>
                  <a:pt x="2966780" y="3084461"/>
                </a:lnTo>
                <a:cubicBezTo>
                  <a:pt x="3038799" y="3112567"/>
                  <a:pt x="3089332" y="3178364"/>
                  <a:pt x="3089332" y="3255051"/>
                </a:cubicBezTo>
                <a:cubicBezTo>
                  <a:pt x="3089332" y="3357300"/>
                  <a:pt x="2999495" y="3440190"/>
                  <a:pt x="2888676" y="3440190"/>
                </a:cubicBezTo>
                <a:lnTo>
                  <a:pt x="2711723" y="3440190"/>
                </a:lnTo>
                <a:lnTo>
                  <a:pt x="2672279" y="3515643"/>
                </a:lnTo>
                <a:lnTo>
                  <a:pt x="2685145" y="3518040"/>
                </a:lnTo>
                <a:cubicBezTo>
                  <a:pt x="2757164" y="3546146"/>
                  <a:pt x="2807697" y="3611943"/>
                  <a:pt x="2807697" y="3688630"/>
                </a:cubicBezTo>
                <a:cubicBezTo>
                  <a:pt x="2807697" y="3790879"/>
                  <a:pt x="2717860" y="3873769"/>
                  <a:pt x="2607041" y="3873769"/>
                </a:cubicBezTo>
                <a:lnTo>
                  <a:pt x="2485067" y="3873768"/>
                </a:lnTo>
                <a:lnTo>
                  <a:pt x="2228256" y="4365034"/>
                </a:lnTo>
                <a:cubicBezTo>
                  <a:pt x="2097698" y="4427159"/>
                  <a:pt x="1885601" y="4413569"/>
                  <a:pt x="1819110" y="4359210"/>
                </a:cubicBezTo>
                <a:cubicBezTo>
                  <a:pt x="1753588" y="4402381"/>
                  <a:pt x="2005439" y="3595810"/>
                  <a:pt x="2128358" y="3134447"/>
                </a:cubicBezTo>
                <a:lnTo>
                  <a:pt x="2151078" y="3047176"/>
                </a:lnTo>
                <a:lnTo>
                  <a:pt x="2156931" y="3047176"/>
                </a:lnTo>
                <a:lnTo>
                  <a:pt x="2156931" y="2603536"/>
                </a:lnTo>
                <a:lnTo>
                  <a:pt x="1133254" y="2547147"/>
                </a:lnTo>
                <a:cubicBezTo>
                  <a:pt x="1059172" y="2539139"/>
                  <a:pt x="987168" y="2530698"/>
                  <a:pt x="917894" y="2521680"/>
                </a:cubicBezTo>
                <a:lnTo>
                  <a:pt x="880026" y="2516176"/>
                </a:lnTo>
                <a:lnTo>
                  <a:pt x="300504" y="3177316"/>
                </a:lnTo>
                <a:cubicBezTo>
                  <a:pt x="215765" y="3201363"/>
                  <a:pt x="43156" y="3236873"/>
                  <a:pt x="0" y="3128469"/>
                </a:cubicBezTo>
                <a:lnTo>
                  <a:pt x="238763" y="2440053"/>
                </a:lnTo>
                <a:lnTo>
                  <a:pt x="246556" y="2370460"/>
                </a:lnTo>
                <a:lnTo>
                  <a:pt x="207925" y="2351855"/>
                </a:lnTo>
                <a:cubicBezTo>
                  <a:pt x="129156" y="2309079"/>
                  <a:pt x="85777" y="2258664"/>
                  <a:pt x="87971" y="2198369"/>
                </a:cubicBezTo>
                <a:cubicBezTo>
                  <a:pt x="90165" y="2138074"/>
                  <a:pt x="135778" y="2087660"/>
                  <a:pt x="215544" y="2044706"/>
                </a:cubicBezTo>
                <a:lnTo>
                  <a:pt x="245938" y="2030122"/>
                </a:lnTo>
                <a:lnTo>
                  <a:pt x="238763" y="1966051"/>
                </a:lnTo>
                <a:lnTo>
                  <a:pt x="0" y="1277636"/>
                </a:lnTo>
                <a:cubicBezTo>
                  <a:pt x="43156" y="1169231"/>
                  <a:pt x="215765" y="1204741"/>
                  <a:pt x="300504" y="1228789"/>
                </a:cubicBezTo>
                <a:lnTo>
                  <a:pt x="870752" y="1879348"/>
                </a:lnTo>
                <a:lnTo>
                  <a:pt x="924230" y="1871157"/>
                </a:lnTo>
                <a:cubicBezTo>
                  <a:pt x="993311" y="1861582"/>
                  <a:pt x="1065189" y="1852504"/>
                  <a:pt x="1139271" y="1843767"/>
                </a:cubicBezTo>
                <a:lnTo>
                  <a:pt x="2156931" y="1793028"/>
                </a:lnTo>
                <a:lnTo>
                  <a:pt x="2156931" y="1358928"/>
                </a:lnTo>
                <a:lnTo>
                  <a:pt x="2151078" y="1358928"/>
                </a:lnTo>
                <a:lnTo>
                  <a:pt x="2128358" y="1271657"/>
                </a:lnTo>
                <a:cubicBezTo>
                  <a:pt x="2005440" y="810294"/>
                  <a:pt x="1753589" y="3723"/>
                  <a:pt x="1819111" y="46894"/>
                </a:cubicBezTo>
                <a:cubicBezTo>
                  <a:pt x="1885602" y="-7465"/>
                  <a:pt x="2097699" y="-21055"/>
                  <a:pt x="2228257" y="41070"/>
                </a:cubicBezTo>
                <a:lnTo>
                  <a:pt x="2485068" y="532336"/>
                </a:lnTo>
                <a:lnTo>
                  <a:pt x="2607042" y="532336"/>
                </a:lnTo>
                <a:cubicBezTo>
                  <a:pt x="2717861" y="532336"/>
                  <a:pt x="2807698" y="615226"/>
                  <a:pt x="2807698" y="717475"/>
                </a:cubicBezTo>
                <a:cubicBezTo>
                  <a:pt x="2807698" y="794162"/>
                  <a:pt x="2757165" y="859959"/>
                  <a:pt x="2685146" y="888065"/>
                </a:cubicBezTo>
                <a:lnTo>
                  <a:pt x="2672280" y="890462"/>
                </a:lnTo>
                <a:lnTo>
                  <a:pt x="2711724" y="965915"/>
                </a:lnTo>
                <a:lnTo>
                  <a:pt x="2888677" y="965915"/>
                </a:lnTo>
                <a:cubicBezTo>
                  <a:pt x="2999495" y="965915"/>
                  <a:pt x="3089332" y="1048805"/>
                  <a:pt x="3089332" y="1151054"/>
                </a:cubicBezTo>
                <a:cubicBezTo>
                  <a:pt x="3089332" y="1227741"/>
                  <a:pt x="3038799" y="1293538"/>
                  <a:pt x="2966780" y="1321644"/>
                </a:cubicBezTo>
                <a:lnTo>
                  <a:pt x="2903813" y="1333373"/>
                </a:lnTo>
                <a:lnTo>
                  <a:pt x="3118786" y="1744603"/>
                </a:lnTo>
                <a:lnTo>
                  <a:pt x="4029928" y="1744603"/>
                </a:lnTo>
                <a:cubicBezTo>
                  <a:pt x="4550334" y="1744603"/>
                  <a:pt x="4972206" y="1946802"/>
                  <a:pt x="4972206" y="2196228"/>
                </a:cubicBezTo>
                <a:close/>
              </a:path>
            </a:pathLst>
          </a:custGeom>
          <a:gradFill>
            <a:gsLst>
              <a:gs pos="0">
                <a:srgbClr val="A5A5A5"/>
              </a:gs>
              <a:gs pos="28000">
                <a:srgbClr val="A5A5A5"/>
              </a:gs>
              <a:gs pos="38000">
                <a:srgbClr val="7F7F7F"/>
              </a:gs>
              <a:gs pos="42000">
                <a:srgbClr val="A5A5A5"/>
              </a:gs>
              <a:gs pos="50000">
                <a:schemeClr val="lt2"/>
              </a:gs>
              <a:gs pos="58999">
                <a:srgbClr val="7F7F7F"/>
              </a:gs>
              <a:gs pos="63008">
                <a:srgbClr val="A5A5A5"/>
              </a:gs>
              <a:gs pos="100000">
                <a:srgbClr val="A5A5A5"/>
              </a:gs>
            </a:gsLst>
            <a:lin ang="5400000" scaled="0"/>
          </a:gradFill>
          <a:ln w="9525" cap="flat" cmpd="sng">
            <a:solidFill>
              <a:srgbClr val="595959"/>
            </a:solidFill>
            <a:prstDash val="solid"/>
            <a:miter lim="800000"/>
            <a:headEnd type="none" w="sm" len="sm"/>
            <a:tailEnd type="none" w="sm" len="sm"/>
          </a:ln>
          <a:effectLst>
            <a:outerShdw blurRad="139700" dist="508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51" name="Picture 50">
            <a:extLst>
              <a:ext uri="{FF2B5EF4-FFF2-40B4-BE49-F238E27FC236}">
                <a16:creationId xmlns="" xmlns:a16="http://schemas.microsoft.com/office/drawing/2014/main" id="{D5E22205-8189-468E-92C2-F02760335FB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03582" y="5842997"/>
            <a:ext cx="835393" cy="669380"/>
          </a:xfrm>
          <a:prstGeom prst="rect">
            <a:avLst/>
          </a:prstGeom>
        </p:spPr>
      </p:pic>
      <p:sp>
        <p:nvSpPr>
          <p:cNvPr id="52" name="TextBox 51">
            <a:extLst>
              <a:ext uri="{FF2B5EF4-FFF2-40B4-BE49-F238E27FC236}">
                <a16:creationId xmlns="" xmlns:a16="http://schemas.microsoft.com/office/drawing/2014/main" id="{83DB2D10-9365-484D-8FD5-7530EA38D044}"/>
              </a:ext>
            </a:extLst>
          </p:cNvPr>
          <p:cNvSpPr txBox="1"/>
          <p:nvPr/>
        </p:nvSpPr>
        <p:spPr>
          <a:xfrm>
            <a:off x="2044213" y="5977632"/>
            <a:ext cx="6106049" cy="400110"/>
          </a:xfrm>
          <a:prstGeom prst="rect">
            <a:avLst/>
          </a:prstGeom>
          <a:noFill/>
        </p:spPr>
        <p:txBody>
          <a:bodyPr wrap="square">
            <a:spAutoFit/>
          </a:bodyPr>
          <a:lstStyle/>
          <a:p>
            <a:pPr>
              <a:defRPr/>
            </a:pPr>
            <a:r>
              <a:rPr lang="en-US" sz="1000" spc="280" dirty="0"/>
              <a:t>PEJABAT KETUA PEGAWAI KESELAMATAN KERAJAAN MALAYSIA</a:t>
            </a:r>
          </a:p>
          <a:p>
            <a:pPr>
              <a:defRPr/>
            </a:pPr>
            <a:r>
              <a:rPr lang="en-US" sz="1000" spc="280" dirty="0"/>
              <a:t>JABATAN PERDANA MENTERI</a:t>
            </a:r>
          </a:p>
        </p:txBody>
      </p:sp>
      <p:sp>
        <p:nvSpPr>
          <p:cNvPr id="2" name="Rectangle 1">
            <a:extLst>
              <a:ext uri="{FF2B5EF4-FFF2-40B4-BE49-F238E27FC236}">
                <a16:creationId xmlns="" xmlns:a16="http://schemas.microsoft.com/office/drawing/2014/main" id="{70A5A370-C56C-4CB3-B2B4-9068FDEF7457}"/>
              </a:ext>
            </a:extLst>
          </p:cNvPr>
          <p:cNvSpPr/>
          <p:nvPr/>
        </p:nvSpPr>
        <p:spPr>
          <a:xfrm>
            <a:off x="2044212" y="237125"/>
            <a:ext cx="8902083" cy="646331"/>
          </a:xfrm>
          <a:prstGeom prst="rect">
            <a:avLst/>
          </a:prstGeom>
        </p:spPr>
        <p:txBody>
          <a:bodyPr wrap="square">
            <a:spAutoFit/>
          </a:bodyPr>
          <a:lstStyle/>
          <a:p>
            <a:pPr algn="ctr"/>
            <a:r>
              <a:rPr lang="en-US" sz="3600" b="1" dirty="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PELEPASAN </a:t>
            </a:r>
            <a:r>
              <a:rPr lang="en-GB" sz="3600" b="1" dirty="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RAHSIA RASMI</a:t>
            </a:r>
            <a:endParaRPr lang="en-MY" sz="3600" dirty="0"/>
          </a:p>
        </p:txBody>
      </p:sp>
    </p:spTree>
    <p:extLst>
      <p:ext uri="{BB962C8B-B14F-4D97-AF65-F5344CB8AC3E}">
        <p14:creationId xmlns:p14="http://schemas.microsoft.com/office/powerpoint/2010/main" val="3376244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47"/>
                                        </p:tgtEl>
                                        <p:attrNameLst>
                                          <p:attrName>style.visibility</p:attrName>
                                        </p:attrNameLst>
                                      </p:cBhvr>
                                      <p:to>
                                        <p:strVal val="visible"/>
                                      </p:to>
                                    </p:set>
                                    <p:anim calcmode="lin" valueType="num">
                                      <p:cBhvr additive="base">
                                        <p:cTn id="12" dur="500"/>
                                        <p:tgtEl>
                                          <p:spTgt spid="47"/>
                                        </p:tgtEl>
                                        <p:attrNameLst>
                                          <p:attrName>ppt_x</p:attrName>
                                        </p:attrNameLst>
                                      </p:cBhvr>
                                      <p:tavLst>
                                        <p:tav tm="0">
                                          <p:val>
                                            <p:strVal val="#ppt_x-1"/>
                                          </p:val>
                                        </p:tav>
                                        <p:tav tm="100000">
                                          <p:val>
                                            <p:strVal val="#ppt_x"/>
                                          </p:val>
                                        </p:tav>
                                      </p:tavLst>
                                    </p:anim>
                                  </p:childTnLst>
                                </p:cTn>
                              </p:par>
                            </p:childTnLst>
                          </p:cTn>
                        </p:par>
                        <p:par>
                          <p:cTn id="13" fill="hold">
                            <p:stCondLst>
                              <p:cond delay="500"/>
                            </p:stCondLst>
                            <p:childTnLst>
                              <p:par>
                                <p:cTn id="14" presetID="23" presetClass="entr" presetSubtype="16" fill="hold" nodeType="afterEffect">
                                  <p:stCondLst>
                                    <p:cond delay="0"/>
                                  </p:stCondLst>
                                  <p:childTnLst>
                                    <p:set>
                                      <p:cBhvr>
                                        <p:cTn id="15" dur="1" fill="hold">
                                          <p:stCondLst>
                                            <p:cond delay="0"/>
                                          </p:stCondLst>
                                        </p:cTn>
                                        <p:tgtEl>
                                          <p:spTgt spid="26"/>
                                        </p:tgtEl>
                                        <p:attrNameLst>
                                          <p:attrName>style.visibility</p:attrName>
                                        </p:attrNameLst>
                                      </p:cBhvr>
                                      <p:to>
                                        <p:strVal val="visible"/>
                                      </p:to>
                                    </p:set>
                                    <p:anim calcmode="lin" valueType="num">
                                      <p:cBhvr additive="base">
                                        <p:cTn id="16" dur="500"/>
                                        <p:tgtEl>
                                          <p:spTgt spid="26"/>
                                        </p:tgtEl>
                                        <p:attrNameLst>
                                          <p:attrName>ppt_w</p:attrName>
                                        </p:attrNameLst>
                                      </p:cBhvr>
                                      <p:tavLst>
                                        <p:tav tm="0">
                                          <p:val>
                                            <p:strVal val="0"/>
                                          </p:val>
                                        </p:tav>
                                        <p:tav tm="100000">
                                          <p:val>
                                            <p:strVal val="#ppt_w"/>
                                          </p:val>
                                        </p:tav>
                                      </p:tavLst>
                                    </p:anim>
                                    <p:anim calcmode="lin" valueType="num">
                                      <p:cBhvr additive="base">
                                        <p:cTn id="17" dur="500"/>
                                        <p:tgtEl>
                                          <p:spTgt spid="26"/>
                                        </p:tgtEl>
                                        <p:attrNameLst>
                                          <p:attrName>ppt_h</p:attrName>
                                        </p:attrNameLst>
                                      </p:cBhvr>
                                      <p:tavLst>
                                        <p:tav tm="0">
                                          <p:val>
                                            <p:strVal val="0"/>
                                          </p:val>
                                        </p:tav>
                                        <p:tav tm="100000">
                                          <p:val>
                                            <p:strVal val="#ppt_h"/>
                                          </p:val>
                                        </p:tav>
                                      </p:tavLst>
                                    </p:anim>
                                  </p:childTnLst>
                                </p:cTn>
                              </p:par>
                            </p:childTnLst>
                          </p:cTn>
                        </p:par>
                        <p:par>
                          <p:cTn id="18" fill="hold">
                            <p:stCondLst>
                              <p:cond delay="1000"/>
                            </p:stCondLst>
                            <p:childTnLst>
                              <p:par>
                                <p:cTn id="19" presetID="10" presetClass="entr" presetSubtype="0" fill="hold" nodeType="after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fade">
                                      <p:cBhvr>
                                        <p:cTn id="21" dur="500"/>
                                        <p:tgtEl>
                                          <p:spTgt spid="25"/>
                                        </p:tgtEl>
                                      </p:cBhvr>
                                    </p:animEffect>
                                  </p:childTnLst>
                                </p:cTn>
                              </p:par>
                              <p:par>
                                <p:cTn id="22" presetID="10" presetClass="entr" presetSubtype="0" fill="hold" nodeType="withEffect">
                                  <p:stCondLst>
                                    <p:cond delay="0"/>
                                  </p:stCondLst>
                                  <p:childTnLst>
                                    <p:set>
                                      <p:cBhvr>
                                        <p:cTn id="23" dur="1" fill="hold">
                                          <p:stCondLst>
                                            <p:cond delay="0"/>
                                          </p:stCondLst>
                                        </p:cTn>
                                        <p:tgtEl>
                                          <p:spTgt spid="30"/>
                                        </p:tgtEl>
                                        <p:attrNameLst>
                                          <p:attrName>style.visibility</p:attrName>
                                        </p:attrNameLst>
                                      </p:cBhvr>
                                      <p:to>
                                        <p:strVal val="visible"/>
                                      </p:to>
                                    </p:set>
                                    <p:animEffect transition="in" filter="fade">
                                      <p:cBhvr>
                                        <p:cTn id="24" dur="500"/>
                                        <p:tgtEl>
                                          <p:spTgt spid="30"/>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nodeType="clickEffect">
                                  <p:stCondLst>
                                    <p:cond delay="0"/>
                                  </p:stCondLst>
                                  <p:childTnLst>
                                    <p:set>
                                      <p:cBhvr>
                                        <p:cTn id="28" dur="1" fill="hold">
                                          <p:stCondLst>
                                            <p:cond delay="0"/>
                                          </p:stCondLst>
                                        </p:cTn>
                                        <p:tgtEl>
                                          <p:spTgt spid="48"/>
                                        </p:tgtEl>
                                        <p:attrNameLst>
                                          <p:attrName>style.visibility</p:attrName>
                                        </p:attrNameLst>
                                      </p:cBhvr>
                                      <p:to>
                                        <p:strVal val="visible"/>
                                      </p:to>
                                    </p:set>
                                    <p:anim calcmode="lin" valueType="num">
                                      <p:cBhvr additive="base">
                                        <p:cTn id="29" dur="500"/>
                                        <p:tgtEl>
                                          <p:spTgt spid="48"/>
                                        </p:tgtEl>
                                        <p:attrNameLst>
                                          <p:attrName>ppt_x</p:attrName>
                                        </p:attrNameLst>
                                      </p:cBhvr>
                                      <p:tavLst>
                                        <p:tav tm="0">
                                          <p:val>
                                            <p:strVal val="#ppt_x-1"/>
                                          </p:val>
                                        </p:tav>
                                        <p:tav tm="100000">
                                          <p:val>
                                            <p:strVal val="#ppt_x"/>
                                          </p:val>
                                        </p:tav>
                                      </p:tavLst>
                                    </p:anim>
                                  </p:childTnLst>
                                </p:cTn>
                              </p:par>
                            </p:childTnLst>
                          </p:cTn>
                        </p:par>
                        <p:par>
                          <p:cTn id="30" fill="hold">
                            <p:stCondLst>
                              <p:cond delay="500"/>
                            </p:stCondLst>
                            <p:childTnLst>
                              <p:par>
                                <p:cTn id="31" presetID="10" presetClass="entr" presetSubtype="0" fill="hold" nodeType="afterEffect">
                                  <p:stCondLst>
                                    <p:cond delay="0"/>
                                  </p:stCondLst>
                                  <p:childTnLst>
                                    <p:set>
                                      <p:cBhvr>
                                        <p:cTn id="32" dur="1" fill="hold">
                                          <p:stCondLst>
                                            <p:cond delay="0"/>
                                          </p:stCondLst>
                                        </p:cTn>
                                        <p:tgtEl>
                                          <p:spTgt spid="24"/>
                                        </p:tgtEl>
                                        <p:attrNameLst>
                                          <p:attrName>style.visibility</p:attrName>
                                        </p:attrNameLst>
                                      </p:cBhvr>
                                      <p:to>
                                        <p:strVal val="visible"/>
                                      </p:to>
                                    </p:set>
                                    <p:animEffect transition="in" filter="fade">
                                      <p:cBhvr>
                                        <p:cTn id="33" dur="500"/>
                                        <p:tgtEl>
                                          <p:spTgt spid="24"/>
                                        </p:tgtEl>
                                      </p:cBhvr>
                                    </p:animEffect>
                                  </p:childTnLst>
                                </p:cTn>
                              </p:par>
                              <p:par>
                                <p:cTn id="34" presetID="10" presetClass="entr" presetSubtype="0" fill="hold" nodeType="withEffect">
                                  <p:stCondLst>
                                    <p:cond delay="0"/>
                                  </p:stCondLst>
                                  <p:childTnLst>
                                    <p:set>
                                      <p:cBhvr>
                                        <p:cTn id="35" dur="1" fill="hold">
                                          <p:stCondLst>
                                            <p:cond delay="0"/>
                                          </p:stCondLst>
                                        </p:cTn>
                                        <p:tgtEl>
                                          <p:spTgt spid="40"/>
                                        </p:tgtEl>
                                        <p:attrNameLst>
                                          <p:attrName>style.visibility</p:attrName>
                                        </p:attrNameLst>
                                      </p:cBhvr>
                                      <p:to>
                                        <p:strVal val="visible"/>
                                      </p:to>
                                    </p:set>
                                    <p:animEffect transition="in" filter="fade">
                                      <p:cBhvr>
                                        <p:cTn id="36"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21"/>
        <p:cNvGrpSpPr/>
        <p:nvPr/>
      </p:nvGrpSpPr>
      <p:grpSpPr>
        <a:xfrm>
          <a:off x="0" y="0"/>
          <a:ext cx="0" cy="0"/>
          <a:chOff x="0" y="0"/>
          <a:chExt cx="0" cy="0"/>
        </a:xfrm>
      </p:grpSpPr>
      <p:sp>
        <p:nvSpPr>
          <p:cNvPr id="24" name="Google Shape;24;p7"/>
          <p:cNvSpPr/>
          <p:nvPr/>
        </p:nvSpPr>
        <p:spPr>
          <a:xfrm>
            <a:off x="903582" y="3856879"/>
            <a:ext cx="9539346" cy="1791110"/>
          </a:xfrm>
          <a:custGeom>
            <a:avLst/>
            <a:gdLst/>
            <a:ahLst/>
            <a:cxnLst/>
            <a:rect l="l" t="t" r="r" b="b"/>
            <a:pathLst>
              <a:path w="3644361" h="858781" extrusionOk="0">
                <a:moveTo>
                  <a:pt x="0" y="0"/>
                </a:moveTo>
                <a:lnTo>
                  <a:pt x="3644361" y="0"/>
                </a:lnTo>
                <a:lnTo>
                  <a:pt x="3644361" y="858781"/>
                </a:lnTo>
                <a:lnTo>
                  <a:pt x="0" y="858781"/>
                </a:lnTo>
                <a:lnTo>
                  <a:pt x="412138" y="429391"/>
                </a:lnTo>
                <a:lnTo>
                  <a:pt x="0" y="0"/>
                </a:lnTo>
                <a:close/>
              </a:path>
            </a:pathLst>
          </a:custGeom>
          <a:gradFill>
            <a:gsLst>
              <a:gs pos="0">
                <a:srgbClr val="D5D0C5"/>
              </a:gs>
              <a:gs pos="34000">
                <a:srgbClr val="D5D0C5"/>
              </a:gs>
              <a:gs pos="73000">
                <a:srgbClr val="ABA89D"/>
              </a:gs>
              <a:gs pos="100000">
                <a:srgbClr val="69675F"/>
              </a:gs>
            </a:gsLst>
            <a:lin ang="0" scaled="0"/>
          </a:gradFill>
          <a:ln>
            <a:noFill/>
          </a:ln>
          <a:effectLst>
            <a:outerShdw blurRad="114300" dist="304800" dir="10800000" sx="85000" sy="85000" algn="r" rotWithShape="0">
              <a:srgbClr val="000000">
                <a:alpha val="40000"/>
              </a:srgbClr>
            </a:outerShdw>
          </a:effectLst>
        </p:spPr>
        <p:txBody>
          <a:bodyPr spcFirstLastPara="1" wrap="square" lIns="91425" tIns="45700" rIns="91425" bIns="45700" anchor="ctr" anchorCtr="0">
            <a:noAutofit/>
          </a:bodyPr>
          <a:lstStyle/>
          <a:p>
            <a:pPr marL="285750" lvl="0" indent="-285750" algn="just">
              <a:buFont typeface="Wingdings" panose="05000000000000000000" pitchFamily="2" charset="2"/>
              <a:buChar char="§"/>
            </a:pPr>
            <a:r>
              <a:rPr lang="fi-FI" dirty="0">
                <a:latin typeface="Tahoma" panose="020B0604030504040204" pitchFamily="34" charset="0"/>
                <a:ea typeface="Tahoma" panose="020B0604030504040204" pitchFamily="34" charset="0"/>
                <a:cs typeface="Tahoma" panose="020B0604030504040204" pitchFamily="34" charset="0"/>
              </a:rPr>
              <a:t>menentukan bahawa rahsia rasmi yang minimum sahaja disampaikan;</a:t>
            </a:r>
            <a:endParaRPr lang="en-MY" dirty="0">
              <a:latin typeface="Tahoma" panose="020B0604030504040204" pitchFamily="34" charset="0"/>
              <a:ea typeface="Tahoma" panose="020B0604030504040204" pitchFamily="34" charset="0"/>
              <a:cs typeface="Tahoma" panose="020B0604030504040204" pitchFamily="34" charset="0"/>
            </a:endParaRPr>
          </a:p>
          <a:p>
            <a:pPr marL="285750" lvl="0" indent="-285750" algn="just">
              <a:buFont typeface="Wingdings" panose="05000000000000000000" pitchFamily="2" charset="2"/>
              <a:buChar char="§"/>
            </a:pPr>
            <a:r>
              <a:rPr lang="fi-FI" dirty="0">
                <a:latin typeface="Tahoma" panose="020B0604030504040204" pitchFamily="34" charset="0"/>
                <a:ea typeface="Tahoma" panose="020B0604030504040204" pitchFamily="34" charset="0"/>
                <a:cs typeface="Tahoma" panose="020B0604030504040204" pitchFamily="34" charset="0"/>
              </a:rPr>
              <a:t>menentukan menerusi saluran-saluran keselamatan bahawa penerima rahsia rasmi boleh dipercayai dan diberi kesedaran di atas keadaan rahsia rasmi itu dan kepentingan menjaganya; dan</a:t>
            </a:r>
            <a:endParaRPr lang="en-MY" dirty="0">
              <a:latin typeface="Tahoma" panose="020B0604030504040204" pitchFamily="34" charset="0"/>
              <a:ea typeface="Tahoma" panose="020B0604030504040204" pitchFamily="34" charset="0"/>
              <a:cs typeface="Tahoma" panose="020B0604030504040204" pitchFamily="34" charset="0"/>
            </a:endParaRPr>
          </a:p>
          <a:p>
            <a:pPr marL="285750" lvl="0" indent="-285750" algn="just">
              <a:buFont typeface="Wingdings" panose="05000000000000000000" pitchFamily="2" charset="2"/>
              <a:buChar char="§"/>
            </a:pPr>
            <a:r>
              <a:rPr lang="fi-FI" dirty="0">
                <a:latin typeface="Tahoma" panose="020B0604030504040204" pitchFamily="34" charset="0"/>
                <a:ea typeface="Tahoma" panose="020B0604030504040204" pitchFamily="34" charset="0"/>
                <a:cs typeface="Tahoma" panose="020B0604030504040204" pitchFamily="34" charset="0"/>
              </a:rPr>
              <a:t>menentukan bahawa penerima mempunyai persediaan yang cukup untuk menyimpannya dengan selamat.</a:t>
            </a:r>
            <a:endParaRPr lang="en-MY" dirty="0">
              <a:latin typeface="Tahoma" panose="020B0604030504040204" pitchFamily="34" charset="0"/>
              <a:ea typeface="Tahoma" panose="020B0604030504040204" pitchFamily="34" charset="0"/>
              <a:cs typeface="Tahoma" panose="020B0604030504040204" pitchFamily="34" charset="0"/>
            </a:endParaRPr>
          </a:p>
        </p:txBody>
      </p:sp>
      <p:sp>
        <p:nvSpPr>
          <p:cNvPr id="25" name="Google Shape;25;p7"/>
          <p:cNvSpPr/>
          <p:nvPr/>
        </p:nvSpPr>
        <p:spPr>
          <a:xfrm>
            <a:off x="592264" y="995583"/>
            <a:ext cx="10161982" cy="2763792"/>
          </a:xfrm>
          <a:custGeom>
            <a:avLst/>
            <a:gdLst/>
            <a:ahLst/>
            <a:cxnLst/>
            <a:rect l="l" t="t" r="r" b="b"/>
            <a:pathLst>
              <a:path w="3644361" h="858781" extrusionOk="0">
                <a:moveTo>
                  <a:pt x="0" y="0"/>
                </a:moveTo>
                <a:lnTo>
                  <a:pt x="3644361" y="0"/>
                </a:lnTo>
                <a:lnTo>
                  <a:pt x="3644361" y="858781"/>
                </a:lnTo>
                <a:lnTo>
                  <a:pt x="0" y="858781"/>
                </a:lnTo>
                <a:lnTo>
                  <a:pt x="412138" y="429391"/>
                </a:lnTo>
                <a:lnTo>
                  <a:pt x="0" y="0"/>
                </a:lnTo>
                <a:close/>
              </a:path>
            </a:pathLst>
          </a:custGeom>
          <a:gradFill>
            <a:gsLst>
              <a:gs pos="0">
                <a:srgbClr val="FFC000"/>
              </a:gs>
              <a:gs pos="35000">
                <a:srgbClr val="FFC000"/>
              </a:gs>
              <a:gs pos="73000">
                <a:srgbClr val="E39D37"/>
              </a:gs>
              <a:gs pos="100000">
                <a:srgbClr val="CE702A"/>
              </a:gs>
            </a:gsLst>
            <a:lin ang="0" scaled="0"/>
          </a:gradFill>
          <a:ln>
            <a:noFill/>
          </a:ln>
          <a:effectLst>
            <a:outerShdw blurRad="114300" dist="304800" dir="10800000" sx="85000" sy="85000" algn="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lt1"/>
              </a:solidFill>
              <a:latin typeface="Calibri"/>
              <a:ea typeface="Calibri"/>
              <a:cs typeface="Calibri"/>
              <a:sym typeface="Calibri"/>
            </a:endParaRPr>
          </a:p>
        </p:txBody>
      </p:sp>
      <p:sp>
        <p:nvSpPr>
          <p:cNvPr id="26" name="Google Shape;26;p7"/>
          <p:cNvSpPr/>
          <p:nvPr/>
        </p:nvSpPr>
        <p:spPr>
          <a:xfrm>
            <a:off x="6319554" y="1541139"/>
            <a:ext cx="998441" cy="584775"/>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dirty="0"/>
          </a:p>
        </p:txBody>
      </p:sp>
      <p:sp>
        <p:nvSpPr>
          <p:cNvPr id="27" name="Google Shape;27;p7"/>
          <p:cNvSpPr/>
          <p:nvPr/>
        </p:nvSpPr>
        <p:spPr>
          <a:xfrm>
            <a:off x="5185918" y="521949"/>
            <a:ext cx="1903910" cy="64633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dirty="0"/>
          </a:p>
        </p:txBody>
      </p:sp>
      <p:sp>
        <p:nvSpPr>
          <p:cNvPr id="30" name="Google Shape;30;p7"/>
          <p:cNvSpPr txBox="1"/>
          <p:nvPr/>
        </p:nvSpPr>
        <p:spPr>
          <a:xfrm>
            <a:off x="1796656" y="945743"/>
            <a:ext cx="7753200" cy="2360341"/>
          </a:xfrm>
          <a:prstGeom prst="rect">
            <a:avLst/>
          </a:prstGeom>
          <a:noFill/>
          <a:ln>
            <a:noFill/>
          </a:ln>
        </p:spPr>
        <p:txBody>
          <a:bodyPr spcFirstLastPara="1" wrap="square" lIns="91425" tIns="45700" rIns="91425" bIns="45700" anchor="t" anchorCtr="0">
            <a:noAutofit/>
          </a:bodyPr>
          <a:lstStyle/>
          <a:p>
            <a:r>
              <a:rPr lang="en-GB" sz="2000" b="1" dirty="0">
                <a:solidFill>
                  <a:srgbClr val="C00000"/>
                </a:solidFill>
                <a:latin typeface="Tahoma" panose="020B0604030504040204" pitchFamily="34" charset="0"/>
                <a:ea typeface="Tahoma" panose="020B0604030504040204" pitchFamily="34" charset="0"/>
                <a:cs typeface="Tahoma" panose="020B0604030504040204" pitchFamily="34" charset="0"/>
              </a:rPr>
              <a:t>PELEPASAN KEPADA MEREKA YANG BUKAN DALAM PERKHIDMATAN KERAJAAN</a:t>
            </a:r>
            <a:endParaRPr lang="fi-FI" sz="2000" b="1" dirty="0"/>
          </a:p>
          <a:p>
            <a:pPr marL="0" marR="0" lvl="0" indent="0" algn="l" rtl="0">
              <a:spcBef>
                <a:spcPts val="0"/>
              </a:spcBef>
              <a:spcAft>
                <a:spcPts val="0"/>
              </a:spcAft>
              <a:buNone/>
            </a:pPr>
            <a:endParaRPr lang="ms-MY" sz="2000" b="1" i="0" u="none" strike="noStrike" cap="none" dirty="0">
              <a:solidFill>
                <a:srgbClr val="FF0000"/>
              </a:solidFill>
              <a:latin typeface="Tahoma" panose="020B0604030504040204" pitchFamily="34" charset="0"/>
              <a:ea typeface="Tahoma" panose="020B0604030504040204" pitchFamily="34" charset="0"/>
              <a:cs typeface="Tahoma" panose="020B0604030504040204" pitchFamily="34" charset="0"/>
              <a:sym typeface="Avenir"/>
            </a:endParaRPr>
          </a:p>
          <a:p>
            <a:pPr lvl="0" algn="just"/>
            <a:r>
              <a:rPr lang="fi-FI" sz="2000" dirty="0">
                <a:latin typeface="Tahoma" panose="020B0604030504040204" pitchFamily="34" charset="0"/>
                <a:ea typeface="Tahoma" panose="020B0604030504040204" pitchFamily="34" charset="0"/>
                <a:cs typeface="Tahoma" panose="020B0604030504040204" pitchFamily="34" charset="0"/>
              </a:rPr>
              <a:t>Keperluan</a:t>
            </a:r>
            <a:r>
              <a:rPr lang="en-GB" sz="2000" dirty="0">
                <a:latin typeface="Tahoma" panose="020B0604030504040204" pitchFamily="34" charset="0"/>
                <a:ea typeface="Tahoma" panose="020B0604030504040204" pitchFamily="34" charset="0"/>
                <a:cs typeface="Tahoma" panose="020B0604030504040204" pitchFamily="34" charset="0"/>
              </a:rPr>
              <a:t> </a:t>
            </a:r>
            <a:r>
              <a:rPr lang="ms-MY" sz="2000" dirty="0">
                <a:latin typeface="Tahoma" panose="020B0604030504040204" pitchFamily="34" charset="0"/>
                <a:ea typeface="Tahoma" panose="020B0604030504040204" pitchFamily="34" charset="0"/>
                <a:cs typeface="Tahoma" panose="020B0604030504040204" pitchFamily="34" charset="0"/>
              </a:rPr>
              <a:t>mungkin timbul dari semasa ke semasa untuk menyampaikan rahsia rasmi kepada orang yang bukan dalam perkhidmatan awam sama ada secara lisan atau atas </a:t>
            </a:r>
            <a:r>
              <a:rPr lang="ms-MY" sz="2000" dirty="0">
                <a:solidFill>
                  <a:schemeClr val="accent6">
                    <a:lumMod val="75000"/>
                  </a:schemeClr>
                </a:solidFill>
                <a:latin typeface="Tahoma" panose="020B0604030504040204" pitchFamily="34" charset="0"/>
                <a:ea typeface="Tahoma" panose="020B0604030504040204" pitchFamily="34" charset="0"/>
                <a:cs typeface="Tahoma" panose="020B0604030504040204" pitchFamily="34" charset="0"/>
              </a:rPr>
              <a:t>prinsip </a:t>
            </a:r>
            <a:r>
              <a:rPr lang="ms-MY" sz="2000" dirty="0">
                <a:solidFill>
                  <a:srgbClr val="FF0000"/>
                </a:solidFill>
                <a:latin typeface="Tahoma" panose="020B0604030504040204" pitchFamily="34" charset="0"/>
                <a:ea typeface="Tahoma" panose="020B0604030504040204" pitchFamily="34" charset="0"/>
                <a:cs typeface="Tahoma" panose="020B0604030504040204" pitchFamily="34" charset="0"/>
              </a:rPr>
              <a:t>“Lihat dan Kembalikan”. </a:t>
            </a:r>
            <a:r>
              <a:rPr lang="ms-MY" sz="2000" dirty="0">
                <a:latin typeface="Tahoma" panose="020B0604030504040204" pitchFamily="34" charset="0"/>
                <a:ea typeface="Tahoma" panose="020B0604030504040204" pitchFamily="34" charset="0"/>
                <a:cs typeface="Tahoma" panose="020B0604030504040204" pitchFamily="34" charset="0"/>
              </a:rPr>
              <a:t>Penyampaian rahsia rasmi sedemikian mungkin melibatkan risiko keselamatan dan dalam keadaan itu pegawai-pegawai awam berkenaan dikehendaki</a:t>
            </a:r>
            <a:r>
              <a:rPr lang="en-GB" sz="2000" dirty="0">
                <a:latin typeface="Tahoma" panose="020B0604030504040204" pitchFamily="34" charset="0"/>
                <a:ea typeface="Tahoma" panose="020B0604030504040204" pitchFamily="34" charset="0"/>
                <a:cs typeface="Tahoma" panose="020B0604030504040204" pitchFamily="34" charset="0"/>
              </a:rPr>
              <a:t>:</a:t>
            </a:r>
            <a:endParaRPr lang="en-MY" sz="2000" dirty="0">
              <a:latin typeface="Tahoma" panose="020B0604030504040204" pitchFamily="34" charset="0"/>
              <a:ea typeface="Tahoma" panose="020B0604030504040204" pitchFamily="34" charset="0"/>
              <a:cs typeface="Tahoma" panose="020B0604030504040204" pitchFamily="34" charset="0"/>
            </a:endParaRPr>
          </a:p>
          <a:p>
            <a:pPr marL="0" marR="0" lvl="0" indent="0" algn="l" rtl="0">
              <a:spcBef>
                <a:spcPts val="0"/>
              </a:spcBef>
              <a:spcAft>
                <a:spcPts val="0"/>
              </a:spcAft>
              <a:buNone/>
            </a:pPr>
            <a:endParaRPr lang="ms-MY" dirty="0"/>
          </a:p>
        </p:txBody>
      </p:sp>
      <p:sp>
        <p:nvSpPr>
          <p:cNvPr id="47" name="Google Shape;47;p7"/>
          <p:cNvSpPr/>
          <p:nvPr/>
        </p:nvSpPr>
        <p:spPr>
          <a:xfrm>
            <a:off x="10442928" y="1009908"/>
            <a:ext cx="1621801" cy="2587884"/>
          </a:xfrm>
          <a:custGeom>
            <a:avLst/>
            <a:gdLst/>
            <a:ahLst/>
            <a:cxnLst/>
            <a:rect l="l" t="t" r="r" b="b"/>
            <a:pathLst>
              <a:path w="4972206" h="4406104" extrusionOk="0">
                <a:moveTo>
                  <a:pt x="4972206" y="2196228"/>
                </a:moveTo>
                <a:cubicBezTo>
                  <a:pt x="4972206" y="2445654"/>
                  <a:pt x="4550334" y="2647853"/>
                  <a:pt x="4029928" y="2647853"/>
                </a:cubicBezTo>
                <a:lnTo>
                  <a:pt x="3125921" y="2647852"/>
                </a:lnTo>
                <a:lnTo>
                  <a:pt x="2903813" y="3072732"/>
                </a:lnTo>
                <a:lnTo>
                  <a:pt x="2966780" y="3084461"/>
                </a:lnTo>
                <a:cubicBezTo>
                  <a:pt x="3038799" y="3112567"/>
                  <a:pt x="3089332" y="3178364"/>
                  <a:pt x="3089332" y="3255051"/>
                </a:cubicBezTo>
                <a:cubicBezTo>
                  <a:pt x="3089332" y="3357300"/>
                  <a:pt x="2999495" y="3440190"/>
                  <a:pt x="2888676" y="3440190"/>
                </a:cubicBezTo>
                <a:lnTo>
                  <a:pt x="2711723" y="3440190"/>
                </a:lnTo>
                <a:lnTo>
                  <a:pt x="2672279" y="3515643"/>
                </a:lnTo>
                <a:lnTo>
                  <a:pt x="2685145" y="3518040"/>
                </a:lnTo>
                <a:cubicBezTo>
                  <a:pt x="2757164" y="3546146"/>
                  <a:pt x="2807697" y="3611943"/>
                  <a:pt x="2807697" y="3688630"/>
                </a:cubicBezTo>
                <a:cubicBezTo>
                  <a:pt x="2807697" y="3790879"/>
                  <a:pt x="2717860" y="3873769"/>
                  <a:pt x="2607041" y="3873769"/>
                </a:cubicBezTo>
                <a:lnTo>
                  <a:pt x="2485067" y="3873768"/>
                </a:lnTo>
                <a:lnTo>
                  <a:pt x="2228256" y="4365034"/>
                </a:lnTo>
                <a:cubicBezTo>
                  <a:pt x="2097698" y="4427159"/>
                  <a:pt x="1885601" y="4413569"/>
                  <a:pt x="1819110" y="4359210"/>
                </a:cubicBezTo>
                <a:cubicBezTo>
                  <a:pt x="1753588" y="4402381"/>
                  <a:pt x="2005439" y="3595810"/>
                  <a:pt x="2128358" y="3134447"/>
                </a:cubicBezTo>
                <a:lnTo>
                  <a:pt x="2151078" y="3047176"/>
                </a:lnTo>
                <a:lnTo>
                  <a:pt x="2156931" y="3047176"/>
                </a:lnTo>
                <a:lnTo>
                  <a:pt x="2156931" y="2603536"/>
                </a:lnTo>
                <a:lnTo>
                  <a:pt x="1133254" y="2547147"/>
                </a:lnTo>
                <a:cubicBezTo>
                  <a:pt x="1059172" y="2539139"/>
                  <a:pt x="987168" y="2530698"/>
                  <a:pt x="917894" y="2521680"/>
                </a:cubicBezTo>
                <a:lnTo>
                  <a:pt x="880026" y="2516176"/>
                </a:lnTo>
                <a:lnTo>
                  <a:pt x="300504" y="3177316"/>
                </a:lnTo>
                <a:cubicBezTo>
                  <a:pt x="215765" y="3201363"/>
                  <a:pt x="43156" y="3236873"/>
                  <a:pt x="0" y="3128469"/>
                </a:cubicBezTo>
                <a:lnTo>
                  <a:pt x="238763" y="2440053"/>
                </a:lnTo>
                <a:lnTo>
                  <a:pt x="246556" y="2370460"/>
                </a:lnTo>
                <a:lnTo>
                  <a:pt x="207925" y="2351855"/>
                </a:lnTo>
                <a:cubicBezTo>
                  <a:pt x="129156" y="2309079"/>
                  <a:pt x="85777" y="2258664"/>
                  <a:pt x="87971" y="2198369"/>
                </a:cubicBezTo>
                <a:cubicBezTo>
                  <a:pt x="90165" y="2138074"/>
                  <a:pt x="135778" y="2087660"/>
                  <a:pt x="215544" y="2044706"/>
                </a:cubicBezTo>
                <a:lnTo>
                  <a:pt x="245938" y="2030122"/>
                </a:lnTo>
                <a:lnTo>
                  <a:pt x="238763" y="1966051"/>
                </a:lnTo>
                <a:lnTo>
                  <a:pt x="0" y="1277636"/>
                </a:lnTo>
                <a:cubicBezTo>
                  <a:pt x="43156" y="1169231"/>
                  <a:pt x="215765" y="1204741"/>
                  <a:pt x="300504" y="1228789"/>
                </a:cubicBezTo>
                <a:lnTo>
                  <a:pt x="870752" y="1879348"/>
                </a:lnTo>
                <a:lnTo>
                  <a:pt x="924230" y="1871157"/>
                </a:lnTo>
                <a:cubicBezTo>
                  <a:pt x="993311" y="1861582"/>
                  <a:pt x="1065189" y="1852504"/>
                  <a:pt x="1139271" y="1843767"/>
                </a:cubicBezTo>
                <a:lnTo>
                  <a:pt x="2156931" y="1793028"/>
                </a:lnTo>
                <a:lnTo>
                  <a:pt x="2156931" y="1358928"/>
                </a:lnTo>
                <a:lnTo>
                  <a:pt x="2151078" y="1358928"/>
                </a:lnTo>
                <a:lnTo>
                  <a:pt x="2128358" y="1271657"/>
                </a:lnTo>
                <a:cubicBezTo>
                  <a:pt x="2005440" y="810294"/>
                  <a:pt x="1753589" y="3723"/>
                  <a:pt x="1819111" y="46894"/>
                </a:cubicBezTo>
                <a:cubicBezTo>
                  <a:pt x="1885602" y="-7465"/>
                  <a:pt x="2097699" y="-21055"/>
                  <a:pt x="2228257" y="41070"/>
                </a:cubicBezTo>
                <a:lnTo>
                  <a:pt x="2485068" y="532336"/>
                </a:lnTo>
                <a:lnTo>
                  <a:pt x="2607042" y="532336"/>
                </a:lnTo>
                <a:cubicBezTo>
                  <a:pt x="2717861" y="532336"/>
                  <a:pt x="2807698" y="615226"/>
                  <a:pt x="2807698" y="717475"/>
                </a:cubicBezTo>
                <a:cubicBezTo>
                  <a:pt x="2807698" y="794162"/>
                  <a:pt x="2757165" y="859959"/>
                  <a:pt x="2685146" y="888065"/>
                </a:cubicBezTo>
                <a:lnTo>
                  <a:pt x="2672280" y="890462"/>
                </a:lnTo>
                <a:lnTo>
                  <a:pt x="2711724" y="965915"/>
                </a:lnTo>
                <a:lnTo>
                  <a:pt x="2888677" y="965915"/>
                </a:lnTo>
                <a:cubicBezTo>
                  <a:pt x="2999495" y="965915"/>
                  <a:pt x="3089332" y="1048805"/>
                  <a:pt x="3089332" y="1151054"/>
                </a:cubicBezTo>
                <a:cubicBezTo>
                  <a:pt x="3089332" y="1227741"/>
                  <a:pt x="3038799" y="1293538"/>
                  <a:pt x="2966780" y="1321644"/>
                </a:cubicBezTo>
                <a:lnTo>
                  <a:pt x="2903813" y="1333373"/>
                </a:lnTo>
                <a:lnTo>
                  <a:pt x="3118786" y="1744603"/>
                </a:lnTo>
                <a:lnTo>
                  <a:pt x="4029928" y="1744603"/>
                </a:lnTo>
                <a:cubicBezTo>
                  <a:pt x="4550334" y="1744603"/>
                  <a:pt x="4972206" y="1946802"/>
                  <a:pt x="4972206" y="2196228"/>
                </a:cubicBezTo>
                <a:close/>
              </a:path>
            </a:pathLst>
          </a:custGeom>
          <a:gradFill>
            <a:gsLst>
              <a:gs pos="0">
                <a:srgbClr val="E49836"/>
              </a:gs>
              <a:gs pos="28000">
                <a:srgbClr val="E49836"/>
              </a:gs>
              <a:gs pos="39000">
                <a:srgbClr val="B96D27"/>
              </a:gs>
              <a:gs pos="42000">
                <a:srgbClr val="E49836"/>
              </a:gs>
              <a:gs pos="50000">
                <a:srgbClr val="FFD966"/>
              </a:gs>
              <a:gs pos="58999">
                <a:srgbClr val="B96D27"/>
              </a:gs>
              <a:gs pos="63008">
                <a:srgbClr val="E49836"/>
              </a:gs>
              <a:gs pos="100000">
                <a:srgbClr val="E49836"/>
              </a:gs>
            </a:gsLst>
            <a:lin ang="5400000" scaled="0"/>
          </a:gradFill>
          <a:ln w="9525" cap="flat" cmpd="sng">
            <a:solidFill>
              <a:srgbClr val="B96D27"/>
            </a:solidFill>
            <a:prstDash val="solid"/>
            <a:miter lim="800000"/>
            <a:headEnd type="none" w="sm" len="sm"/>
            <a:tailEnd type="none" w="sm" len="sm"/>
          </a:ln>
          <a:effectLst>
            <a:outerShdw blurRad="139700" dist="508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8" name="Google Shape;48;p7"/>
          <p:cNvSpPr/>
          <p:nvPr/>
        </p:nvSpPr>
        <p:spPr>
          <a:xfrm>
            <a:off x="10442928" y="3701227"/>
            <a:ext cx="1447240" cy="1791110"/>
          </a:xfrm>
          <a:custGeom>
            <a:avLst/>
            <a:gdLst/>
            <a:ahLst/>
            <a:cxnLst/>
            <a:rect l="l" t="t" r="r" b="b"/>
            <a:pathLst>
              <a:path w="4972206" h="4406104" extrusionOk="0">
                <a:moveTo>
                  <a:pt x="4972206" y="2196228"/>
                </a:moveTo>
                <a:cubicBezTo>
                  <a:pt x="4972206" y="2445654"/>
                  <a:pt x="4550334" y="2647853"/>
                  <a:pt x="4029928" y="2647853"/>
                </a:cubicBezTo>
                <a:lnTo>
                  <a:pt x="3125921" y="2647852"/>
                </a:lnTo>
                <a:lnTo>
                  <a:pt x="2903813" y="3072732"/>
                </a:lnTo>
                <a:lnTo>
                  <a:pt x="2966780" y="3084461"/>
                </a:lnTo>
                <a:cubicBezTo>
                  <a:pt x="3038799" y="3112567"/>
                  <a:pt x="3089332" y="3178364"/>
                  <a:pt x="3089332" y="3255051"/>
                </a:cubicBezTo>
                <a:cubicBezTo>
                  <a:pt x="3089332" y="3357300"/>
                  <a:pt x="2999495" y="3440190"/>
                  <a:pt x="2888676" y="3440190"/>
                </a:cubicBezTo>
                <a:lnTo>
                  <a:pt x="2711723" y="3440190"/>
                </a:lnTo>
                <a:lnTo>
                  <a:pt x="2672279" y="3515643"/>
                </a:lnTo>
                <a:lnTo>
                  <a:pt x="2685145" y="3518040"/>
                </a:lnTo>
                <a:cubicBezTo>
                  <a:pt x="2757164" y="3546146"/>
                  <a:pt x="2807697" y="3611943"/>
                  <a:pt x="2807697" y="3688630"/>
                </a:cubicBezTo>
                <a:cubicBezTo>
                  <a:pt x="2807697" y="3790879"/>
                  <a:pt x="2717860" y="3873769"/>
                  <a:pt x="2607041" y="3873769"/>
                </a:cubicBezTo>
                <a:lnTo>
                  <a:pt x="2485067" y="3873768"/>
                </a:lnTo>
                <a:lnTo>
                  <a:pt x="2228256" y="4365034"/>
                </a:lnTo>
                <a:cubicBezTo>
                  <a:pt x="2097698" y="4427159"/>
                  <a:pt x="1885601" y="4413569"/>
                  <a:pt x="1819110" y="4359210"/>
                </a:cubicBezTo>
                <a:cubicBezTo>
                  <a:pt x="1753588" y="4402381"/>
                  <a:pt x="2005439" y="3595810"/>
                  <a:pt x="2128358" y="3134447"/>
                </a:cubicBezTo>
                <a:lnTo>
                  <a:pt x="2151078" y="3047176"/>
                </a:lnTo>
                <a:lnTo>
                  <a:pt x="2156931" y="3047176"/>
                </a:lnTo>
                <a:lnTo>
                  <a:pt x="2156931" y="2603536"/>
                </a:lnTo>
                <a:lnTo>
                  <a:pt x="1133254" y="2547147"/>
                </a:lnTo>
                <a:cubicBezTo>
                  <a:pt x="1059172" y="2539139"/>
                  <a:pt x="987168" y="2530698"/>
                  <a:pt x="917894" y="2521680"/>
                </a:cubicBezTo>
                <a:lnTo>
                  <a:pt x="880026" y="2516176"/>
                </a:lnTo>
                <a:lnTo>
                  <a:pt x="300504" y="3177316"/>
                </a:lnTo>
                <a:cubicBezTo>
                  <a:pt x="215765" y="3201363"/>
                  <a:pt x="43156" y="3236873"/>
                  <a:pt x="0" y="3128469"/>
                </a:cubicBezTo>
                <a:lnTo>
                  <a:pt x="238763" y="2440053"/>
                </a:lnTo>
                <a:lnTo>
                  <a:pt x="246556" y="2370460"/>
                </a:lnTo>
                <a:lnTo>
                  <a:pt x="207925" y="2351855"/>
                </a:lnTo>
                <a:cubicBezTo>
                  <a:pt x="129156" y="2309079"/>
                  <a:pt x="85777" y="2258664"/>
                  <a:pt x="87971" y="2198369"/>
                </a:cubicBezTo>
                <a:cubicBezTo>
                  <a:pt x="90165" y="2138074"/>
                  <a:pt x="135778" y="2087660"/>
                  <a:pt x="215544" y="2044706"/>
                </a:cubicBezTo>
                <a:lnTo>
                  <a:pt x="245938" y="2030122"/>
                </a:lnTo>
                <a:lnTo>
                  <a:pt x="238763" y="1966051"/>
                </a:lnTo>
                <a:lnTo>
                  <a:pt x="0" y="1277636"/>
                </a:lnTo>
                <a:cubicBezTo>
                  <a:pt x="43156" y="1169231"/>
                  <a:pt x="215765" y="1204741"/>
                  <a:pt x="300504" y="1228789"/>
                </a:cubicBezTo>
                <a:lnTo>
                  <a:pt x="870752" y="1879348"/>
                </a:lnTo>
                <a:lnTo>
                  <a:pt x="924230" y="1871157"/>
                </a:lnTo>
                <a:cubicBezTo>
                  <a:pt x="993311" y="1861582"/>
                  <a:pt x="1065189" y="1852504"/>
                  <a:pt x="1139271" y="1843767"/>
                </a:cubicBezTo>
                <a:lnTo>
                  <a:pt x="2156931" y="1793028"/>
                </a:lnTo>
                <a:lnTo>
                  <a:pt x="2156931" y="1358928"/>
                </a:lnTo>
                <a:lnTo>
                  <a:pt x="2151078" y="1358928"/>
                </a:lnTo>
                <a:lnTo>
                  <a:pt x="2128358" y="1271657"/>
                </a:lnTo>
                <a:cubicBezTo>
                  <a:pt x="2005440" y="810294"/>
                  <a:pt x="1753589" y="3723"/>
                  <a:pt x="1819111" y="46894"/>
                </a:cubicBezTo>
                <a:cubicBezTo>
                  <a:pt x="1885602" y="-7465"/>
                  <a:pt x="2097699" y="-21055"/>
                  <a:pt x="2228257" y="41070"/>
                </a:cubicBezTo>
                <a:lnTo>
                  <a:pt x="2485068" y="532336"/>
                </a:lnTo>
                <a:lnTo>
                  <a:pt x="2607042" y="532336"/>
                </a:lnTo>
                <a:cubicBezTo>
                  <a:pt x="2717861" y="532336"/>
                  <a:pt x="2807698" y="615226"/>
                  <a:pt x="2807698" y="717475"/>
                </a:cubicBezTo>
                <a:cubicBezTo>
                  <a:pt x="2807698" y="794162"/>
                  <a:pt x="2757165" y="859959"/>
                  <a:pt x="2685146" y="888065"/>
                </a:cubicBezTo>
                <a:lnTo>
                  <a:pt x="2672280" y="890462"/>
                </a:lnTo>
                <a:lnTo>
                  <a:pt x="2711724" y="965915"/>
                </a:lnTo>
                <a:lnTo>
                  <a:pt x="2888677" y="965915"/>
                </a:lnTo>
                <a:cubicBezTo>
                  <a:pt x="2999495" y="965915"/>
                  <a:pt x="3089332" y="1048805"/>
                  <a:pt x="3089332" y="1151054"/>
                </a:cubicBezTo>
                <a:cubicBezTo>
                  <a:pt x="3089332" y="1227741"/>
                  <a:pt x="3038799" y="1293538"/>
                  <a:pt x="2966780" y="1321644"/>
                </a:cubicBezTo>
                <a:lnTo>
                  <a:pt x="2903813" y="1333373"/>
                </a:lnTo>
                <a:lnTo>
                  <a:pt x="3118786" y="1744603"/>
                </a:lnTo>
                <a:lnTo>
                  <a:pt x="4029928" y="1744603"/>
                </a:lnTo>
                <a:cubicBezTo>
                  <a:pt x="4550334" y="1744603"/>
                  <a:pt x="4972206" y="1946802"/>
                  <a:pt x="4972206" y="2196228"/>
                </a:cubicBezTo>
                <a:close/>
              </a:path>
            </a:pathLst>
          </a:custGeom>
          <a:gradFill>
            <a:gsLst>
              <a:gs pos="0">
                <a:srgbClr val="A5A5A5"/>
              </a:gs>
              <a:gs pos="28000">
                <a:srgbClr val="A5A5A5"/>
              </a:gs>
              <a:gs pos="38000">
                <a:srgbClr val="7F7F7F"/>
              </a:gs>
              <a:gs pos="42000">
                <a:srgbClr val="A5A5A5"/>
              </a:gs>
              <a:gs pos="50000">
                <a:schemeClr val="lt2"/>
              </a:gs>
              <a:gs pos="58999">
                <a:srgbClr val="7F7F7F"/>
              </a:gs>
              <a:gs pos="63008">
                <a:srgbClr val="A5A5A5"/>
              </a:gs>
              <a:gs pos="100000">
                <a:srgbClr val="A5A5A5"/>
              </a:gs>
            </a:gsLst>
            <a:lin ang="5400000" scaled="0"/>
          </a:gradFill>
          <a:ln w="9525" cap="flat" cmpd="sng">
            <a:solidFill>
              <a:srgbClr val="595959"/>
            </a:solidFill>
            <a:prstDash val="solid"/>
            <a:miter lim="800000"/>
            <a:headEnd type="none" w="sm" len="sm"/>
            <a:tailEnd type="none" w="sm" len="sm"/>
          </a:ln>
          <a:effectLst>
            <a:outerShdw blurRad="139700" dist="508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51" name="Picture 50">
            <a:extLst>
              <a:ext uri="{FF2B5EF4-FFF2-40B4-BE49-F238E27FC236}">
                <a16:creationId xmlns="" xmlns:a16="http://schemas.microsoft.com/office/drawing/2014/main" id="{D5E22205-8189-468E-92C2-F02760335FB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03582" y="5842997"/>
            <a:ext cx="835393" cy="669380"/>
          </a:xfrm>
          <a:prstGeom prst="rect">
            <a:avLst/>
          </a:prstGeom>
        </p:spPr>
      </p:pic>
      <p:sp>
        <p:nvSpPr>
          <p:cNvPr id="52" name="TextBox 51">
            <a:extLst>
              <a:ext uri="{FF2B5EF4-FFF2-40B4-BE49-F238E27FC236}">
                <a16:creationId xmlns="" xmlns:a16="http://schemas.microsoft.com/office/drawing/2014/main" id="{83DB2D10-9365-484D-8FD5-7530EA38D044}"/>
              </a:ext>
            </a:extLst>
          </p:cNvPr>
          <p:cNvSpPr txBox="1"/>
          <p:nvPr/>
        </p:nvSpPr>
        <p:spPr>
          <a:xfrm>
            <a:off x="2044213" y="5977632"/>
            <a:ext cx="6106049" cy="400110"/>
          </a:xfrm>
          <a:prstGeom prst="rect">
            <a:avLst/>
          </a:prstGeom>
          <a:noFill/>
        </p:spPr>
        <p:txBody>
          <a:bodyPr wrap="square">
            <a:spAutoFit/>
          </a:bodyPr>
          <a:lstStyle/>
          <a:p>
            <a:pPr>
              <a:defRPr/>
            </a:pPr>
            <a:r>
              <a:rPr lang="en-US" sz="1000" spc="280" dirty="0"/>
              <a:t>PEJABAT KETUA PEGAWAI KESELAMATAN KERAJAAN MALAYSIA</a:t>
            </a:r>
          </a:p>
          <a:p>
            <a:pPr>
              <a:defRPr/>
            </a:pPr>
            <a:r>
              <a:rPr lang="en-US" sz="1000" spc="280" dirty="0"/>
              <a:t>JABATAN PERDANA MENTERI</a:t>
            </a:r>
          </a:p>
        </p:txBody>
      </p:sp>
      <p:sp>
        <p:nvSpPr>
          <p:cNvPr id="13" name="Title 1">
            <a:extLst>
              <a:ext uri="{FF2B5EF4-FFF2-40B4-BE49-F238E27FC236}">
                <a16:creationId xmlns="" xmlns:a16="http://schemas.microsoft.com/office/drawing/2014/main" id="{4CE4821B-F486-483E-B81C-10064CCD9B67}"/>
              </a:ext>
            </a:extLst>
          </p:cNvPr>
          <p:cNvSpPr txBox="1">
            <a:spLocks/>
          </p:cNvSpPr>
          <p:nvPr/>
        </p:nvSpPr>
        <p:spPr>
          <a:xfrm>
            <a:off x="1563078" y="197514"/>
            <a:ext cx="10058400" cy="734568"/>
          </a:xfrm>
          <a:prstGeom prst="rect">
            <a:avLst/>
          </a:prstGeom>
        </p:spPr>
        <p:txBody>
          <a:bodyP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r"/>
            <a:r>
              <a:rPr lang="ms-MY" sz="2800" b="1" dirty="0">
                <a:latin typeface="Tahoma" panose="020B0604030504040204" pitchFamily="34" charset="0"/>
                <a:ea typeface="Tahoma" panose="020B0604030504040204" pitchFamily="34" charset="0"/>
                <a:cs typeface="Tahoma" panose="020B0604030504040204" pitchFamily="34" charset="0"/>
              </a:rPr>
              <a:t>Sambungan</a:t>
            </a:r>
          </a:p>
        </p:txBody>
      </p:sp>
    </p:spTree>
    <p:extLst>
      <p:ext uri="{BB962C8B-B14F-4D97-AF65-F5344CB8AC3E}">
        <p14:creationId xmlns:p14="http://schemas.microsoft.com/office/powerpoint/2010/main" val="3539994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47"/>
                                        </p:tgtEl>
                                        <p:attrNameLst>
                                          <p:attrName>style.visibility</p:attrName>
                                        </p:attrNameLst>
                                      </p:cBhvr>
                                      <p:to>
                                        <p:strVal val="visible"/>
                                      </p:to>
                                    </p:set>
                                    <p:anim calcmode="lin" valueType="num">
                                      <p:cBhvr additive="base">
                                        <p:cTn id="12" dur="500"/>
                                        <p:tgtEl>
                                          <p:spTgt spid="47"/>
                                        </p:tgtEl>
                                        <p:attrNameLst>
                                          <p:attrName>ppt_x</p:attrName>
                                        </p:attrNameLst>
                                      </p:cBhvr>
                                      <p:tavLst>
                                        <p:tav tm="0">
                                          <p:val>
                                            <p:strVal val="#ppt_x-1"/>
                                          </p:val>
                                        </p:tav>
                                        <p:tav tm="100000">
                                          <p:val>
                                            <p:strVal val="#ppt_x"/>
                                          </p:val>
                                        </p:tav>
                                      </p:tavLst>
                                    </p:anim>
                                  </p:childTnLst>
                                </p:cTn>
                              </p:par>
                            </p:childTnLst>
                          </p:cTn>
                        </p:par>
                        <p:par>
                          <p:cTn id="13" fill="hold">
                            <p:stCondLst>
                              <p:cond delay="500"/>
                            </p:stCondLst>
                            <p:childTnLst>
                              <p:par>
                                <p:cTn id="14" presetID="23" presetClass="entr" presetSubtype="16" fill="hold" nodeType="afterEffect">
                                  <p:stCondLst>
                                    <p:cond delay="0"/>
                                  </p:stCondLst>
                                  <p:childTnLst>
                                    <p:set>
                                      <p:cBhvr>
                                        <p:cTn id="15" dur="1" fill="hold">
                                          <p:stCondLst>
                                            <p:cond delay="0"/>
                                          </p:stCondLst>
                                        </p:cTn>
                                        <p:tgtEl>
                                          <p:spTgt spid="26"/>
                                        </p:tgtEl>
                                        <p:attrNameLst>
                                          <p:attrName>style.visibility</p:attrName>
                                        </p:attrNameLst>
                                      </p:cBhvr>
                                      <p:to>
                                        <p:strVal val="visible"/>
                                      </p:to>
                                    </p:set>
                                    <p:anim calcmode="lin" valueType="num">
                                      <p:cBhvr additive="base">
                                        <p:cTn id="16" dur="500"/>
                                        <p:tgtEl>
                                          <p:spTgt spid="26"/>
                                        </p:tgtEl>
                                        <p:attrNameLst>
                                          <p:attrName>ppt_w</p:attrName>
                                        </p:attrNameLst>
                                      </p:cBhvr>
                                      <p:tavLst>
                                        <p:tav tm="0">
                                          <p:val>
                                            <p:strVal val="0"/>
                                          </p:val>
                                        </p:tav>
                                        <p:tav tm="100000">
                                          <p:val>
                                            <p:strVal val="#ppt_w"/>
                                          </p:val>
                                        </p:tav>
                                      </p:tavLst>
                                    </p:anim>
                                    <p:anim calcmode="lin" valueType="num">
                                      <p:cBhvr additive="base">
                                        <p:cTn id="17" dur="500"/>
                                        <p:tgtEl>
                                          <p:spTgt spid="26"/>
                                        </p:tgtEl>
                                        <p:attrNameLst>
                                          <p:attrName>ppt_h</p:attrName>
                                        </p:attrNameLst>
                                      </p:cBhvr>
                                      <p:tavLst>
                                        <p:tav tm="0">
                                          <p:val>
                                            <p:strVal val="0"/>
                                          </p:val>
                                        </p:tav>
                                        <p:tav tm="100000">
                                          <p:val>
                                            <p:strVal val="#ppt_h"/>
                                          </p:val>
                                        </p:tav>
                                      </p:tavLst>
                                    </p:anim>
                                  </p:childTnLst>
                                </p:cTn>
                              </p:par>
                            </p:childTnLst>
                          </p:cTn>
                        </p:par>
                        <p:par>
                          <p:cTn id="18" fill="hold">
                            <p:stCondLst>
                              <p:cond delay="1000"/>
                            </p:stCondLst>
                            <p:childTnLst>
                              <p:par>
                                <p:cTn id="19" presetID="10" presetClass="entr" presetSubtype="0" fill="hold" nodeType="after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fade">
                                      <p:cBhvr>
                                        <p:cTn id="21" dur="500"/>
                                        <p:tgtEl>
                                          <p:spTgt spid="25"/>
                                        </p:tgtEl>
                                      </p:cBhvr>
                                    </p:animEffect>
                                  </p:childTnLst>
                                </p:cTn>
                              </p:par>
                              <p:par>
                                <p:cTn id="22" presetID="10" presetClass="entr" presetSubtype="0" fill="hold" nodeType="withEffect">
                                  <p:stCondLst>
                                    <p:cond delay="0"/>
                                  </p:stCondLst>
                                  <p:childTnLst>
                                    <p:set>
                                      <p:cBhvr>
                                        <p:cTn id="23" dur="1" fill="hold">
                                          <p:stCondLst>
                                            <p:cond delay="0"/>
                                          </p:stCondLst>
                                        </p:cTn>
                                        <p:tgtEl>
                                          <p:spTgt spid="30"/>
                                        </p:tgtEl>
                                        <p:attrNameLst>
                                          <p:attrName>style.visibility</p:attrName>
                                        </p:attrNameLst>
                                      </p:cBhvr>
                                      <p:to>
                                        <p:strVal val="visible"/>
                                      </p:to>
                                    </p:set>
                                    <p:animEffect transition="in" filter="fade">
                                      <p:cBhvr>
                                        <p:cTn id="24" dur="500"/>
                                        <p:tgtEl>
                                          <p:spTgt spid="30"/>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nodeType="clickEffect">
                                  <p:stCondLst>
                                    <p:cond delay="0"/>
                                  </p:stCondLst>
                                  <p:childTnLst>
                                    <p:set>
                                      <p:cBhvr>
                                        <p:cTn id="28" dur="1" fill="hold">
                                          <p:stCondLst>
                                            <p:cond delay="0"/>
                                          </p:stCondLst>
                                        </p:cTn>
                                        <p:tgtEl>
                                          <p:spTgt spid="48"/>
                                        </p:tgtEl>
                                        <p:attrNameLst>
                                          <p:attrName>style.visibility</p:attrName>
                                        </p:attrNameLst>
                                      </p:cBhvr>
                                      <p:to>
                                        <p:strVal val="visible"/>
                                      </p:to>
                                    </p:set>
                                    <p:anim calcmode="lin" valueType="num">
                                      <p:cBhvr additive="base">
                                        <p:cTn id="29" dur="500"/>
                                        <p:tgtEl>
                                          <p:spTgt spid="48"/>
                                        </p:tgtEl>
                                        <p:attrNameLst>
                                          <p:attrName>ppt_x</p:attrName>
                                        </p:attrNameLst>
                                      </p:cBhvr>
                                      <p:tavLst>
                                        <p:tav tm="0">
                                          <p:val>
                                            <p:strVal val="#ppt_x-1"/>
                                          </p:val>
                                        </p:tav>
                                        <p:tav tm="100000">
                                          <p:val>
                                            <p:strVal val="#ppt_x"/>
                                          </p:val>
                                        </p:tav>
                                      </p:tavLst>
                                    </p:anim>
                                  </p:childTnLst>
                                </p:cTn>
                              </p:par>
                            </p:childTnLst>
                          </p:cTn>
                        </p:par>
                        <p:par>
                          <p:cTn id="30" fill="hold">
                            <p:stCondLst>
                              <p:cond delay="500"/>
                            </p:stCondLst>
                            <p:childTnLst>
                              <p:par>
                                <p:cTn id="31" presetID="10" presetClass="entr" presetSubtype="0" fill="hold" nodeType="afterEffect">
                                  <p:stCondLst>
                                    <p:cond delay="0"/>
                                  </p:stCondLst>
                                  <p:childTnLst>
                                    <p:set>
                                      <p:cBhvr>
                                        <p:cTn id="32" dur="1" fill="hold">
                                          <p:stCondLst>
                                            <p:cond delay="0"/>
                                          </p:stCondLst>
                                        </p:cTn>
                                        <p:tgtEl>
                                          <p:spTgt spid="24"/>
                                        </p:tgtEl>
                                        <p:attrNameLst>
                                          <p:attrName>style.visibility</p:attrName>
                                        </p:attrNameLst>
                                      </p:cBhvr>
                                      <p:to>
                                        <p:strVal val="visible"/>
                                      </p:to>
                                    </p:set>
                                    <p:animEffect transition="in" filter="fade">
                                      <p:cBhvr>
                                        <p:cTn id="33"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21"/>
        <p:cNvGrpSpPr/>
        <p:nvPr/>
      </p:nvGrpSpPr>
      <p:grpSpPr>
        <a:xfrm>
          <a:off x="0" y="0"/>
          <a:ext cx="0" cy="0"/>
          <a:chOff x="0" y="0"/>
          <a:chExt cx="0" cy="0"/>
        </a:xfrm>
      </p:grpSpPr>
      <p:sp>
        <p:nvSpPr>
          <p:cNvPr id="24" name="Google Shape;24;p7"/>
          <p:cNvSpPr/>
          <p:nvPr/>
        </p:nvSpPr>
        <p:spPr>
          <a:xfrm>
            <a:off x="903582" y="3856879"/>
            <a:ext cx="9539346" cy="1791110"/>
          </a:xfrm>
          <a:custGeom>
            <a:avLst/>
            <a:gdLst/>
            <a:ahLst/>
            <a:cxnLst/>
            <a:rect l="l" t="t" r="r" b="b"/>
            <a:pathLst>
              <a:path w="3644361" h="858781" extrusionOk="0">
                <a:moveTo>
                  <a:pt x="0" y="0"/>
                </a:moveTo>
                <a:lnTo>
                  <a:pt x="3644361" y="0"/>
                </a:lnTo>
                <a:lnTo>
                  <a:pt x="3644361" y="858781"/>
                </a:lnTo>
                <a:lnTo>
                  <a:pt x="0" y="858781"/>
                </a:lnTo>
                <a:lnTo>
                  <a:pt x="412138" y="429391"/>
                </a:lnTo>
                <a:lnTo>
                  <a:pt x="0" y="0"/>
                </a:lnTo>
                <a:close/>
              </a:path>
            </a:pathLst>
          </a:custGeom>
          <a:gradFill>
            <a:gsLst>
              <a:gs pos="0">
                <a:srgbClr val="D5D0C5"/>
              </a:gs>
              <a:gs pos="34000">
                <a:srgbClr val="D5D0C5"/>
              </a:gs>
              <a:gs pos="73000">
                <a:srgbClr val="ABA89D"/>
              </a:gs>
              <a:gs pos="100000">
                <a:srgbClr val="69675F"/>
              </a:gs>
            </a:gsLst>
            <a:lin ang="0" scaled="0"/>
          </a:gradFill>
          <a:ln>
            <a:noFill/>
          </a:ln>
          <a:effectLst>
            <a:outerShdw blurRad="114300" dist="304800" dir="10800000" sx="85000" sy="85000" algn="r" rotWithShape="0">
              <a:srgbClr val="000000">
                <a:alpha val="40000"/>
              </a:srgbClr>
            </a:outerShdw>
          </a:effectLst>
        </p:spPr>
        <p:txBody>
          <a:bodyPr spcFirstLastPara="1" wrap="square" lIns="91425" tIns="45700" rIns="91425" bIns="45700" anchor="ctr" anchorCtr="0">
            <a:noAutofit/>
          </a:bodyPr>
          <a:lstStyle/>
          <a:p>
            <a:pPr marL="285750" lvl="0" indent="-285750" algn="just">
              <a:buFont typeface="Wingdings" panose="05000000000000000000" pitchFamily="2" charset="2"/>
              <a:buChar char="§"/>
            </a:pPr>
            <a:endParaRPr lang="en-MY" dirty="0">
              <a:latin typeface="Tahoma" panose="020B0604030504040204" pitchFamily="34" charset="0"/>
              <a:ea typeface="Tahoma" panose="020B0604030504040204" pitchFamily="34" charset="0"/>
              <a:cs typeface="Tahoma" panose="020B0604030504040204" pitchFamily="34" charset="0"/>
            </a:endParaRPr>
          </a:p>
        </p:txBody>
      </p:sp>
      <p:sp>
        <p:nvSpPr>
          <p:cNvPr id="25" name="Google Shape;25;p7"/>
          <p:cNvSpPr/>
          <p:nvPr/>
        </p:nvSpPr>
        <p:spPr>
          <a:xfrm>
            <a:off x="903583" y="989652"/>
            <a:ext cx="10161982" cy="2867228"/>
          </a:xfrm>
          <a:custGeom>
            <a:avLst/>
            <a:gdLst/>
            <a:ahLst/>
            <a:cxnLst/>
            <a:rect l="l" t="t" r="r" b="b"/>
            <a:pathLst>
              <a:path w="3644361" h="858781" extrusionOk="0">
                <a:moveTo>
                  <a:pt x="0" y="0"/>
                </a:moveTo>
                <a:lnTo>
                  <a:pt x="3644361" y="0"/>
                </a:lnTo>
                <a:lnTo>
                  <a:pt x="3644361" y="858781"/>
                </a:lnTo>
                <a:lnTo>
                  <a:pt x="0" y="858781"/>
                </a:lnTo>
                <a:lnTo>
                  <a:pt x="412138" y="429391"/>
                </a:lnTo>
                <a:lnTo>
                  <a:pt x="0" y="0"/>
                </a:lnTo>
                <a:close/>
              </a:path>
            </a:pathLst>
          </a:custGeom>
          <a:gradFill>
            <a:gsLst>
              <a:gs pos="0">
                <a:srgbClr val="FFC000"/>
              </a:gs>
              <a:gs pos="35000">
                <a:srgbClr val="FFC000"/>
              </a:gs>
              <a:gs pos="73000">
                <a:srgbClr val="E39D37"/>
              </a:gs>
              <a:gs pos="100000">
                <a:srgbClr val="CE702A"/>
              </a:gs>
            </a:gsLst>
            <a:lin ang="0" scaled="0"/>
          </a:gradFill>
          <a:ln>
            <a:noFill/>
          </a:ln>
          <a:effectLst>
            <a:outerShdw blurRad="114300" dist="304800" dir="10800000" sx="85000" sy="85000" algn="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lt1"/>
              </a:solidFill>
              <a:latin typeface="Calibri"/>
              <a:ea typeface="Calibri"/>
              <a:cs typeface="Calibri"/>
              <a:sym typeface="Calibri"/>
            </a:endParaRPr>
          </a:p>
        </p:txBody>
      </p:sp>
      <p:sp>
        <p:nvSpPr>
          <p:cNvPr id="26" name="Google Shape;26;p7"/>
          <p:cNvSpPr/>
          <p:nvPr/>
        </p:nvSpPr>
        <p:spPr>
          <a:xfrm>
            <a:off x="6319554" y="1541139"/>
            <a:ext cx="998441" cy="584775"/>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dirty="0"/>
          </a:p>
        </p:txBody>
      </p:sp>
      <p:sp>
        <p:nvSpPr>
          <p:cNvPr id="27" name="Google Shape;27;p7"/>
          <p:cNvSpPr/>
          <p:nvPr/>
        </p:nvSpPr>
        <p:spPr>
          <a:xfrm>
            <a:off x="5185918" y="521949"/>
            <a:ext cx="1903910" cy="64633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dirty="0"/>
          </a:p>
        </p:txBody>
      </p:sp>
      <p:sp>
        <p:nvSpPr>
          <p:cNvPr id="30" name="Google Shape;30;p7"/>
          <p:cNvSpPr txBox="1"/>
          <p:nvPr/>
        </p:nvSpPr>
        <p:spPr>
          <a:xfrm>
            <a:off x="1865125" y="1041251"/>
            <a:ext cx="7753200" cy="236034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ms-MY" sz="2000" b="1" dirty="0">
                <a:solidFill>
                  <a:srgbClr val="FF0000"/>
                </a:solidFill>
                <a:latin typeface="Tahoma" panose="020B0604030504040204" pitchFamily="34" charset="0"/>
                <a:ea typeface="Tahoma" panose="020B0604030504040204" pitchFamily="34" charset="0"/>
                <a:cs typeface="Tahoma" panose="020B0604030504040204" pitchFamily="34" charset="0"/>
                <a:sym typeface="Avenir"/>
              </a:rPr>
              <a:t>SIARAN AKHBAR</a:t>
            </a:r>
          </a:p>
          <a:p>
            <a:pPr marL="0" marR="0" lvl="0" indent="0" algn="l" rtl="0">
              <a:spcBef>
                <a:spcPts val="0"/>
              </a:spcBef>
              <a:spcAft>
                <a:spcPts val="0"/>
              </a:spcAft>
              <a:buNone/>
            </a:pPr>
            <a:endParaRPr lang="ms-MY" sz="2000" b="1" i="0" u="none" strike="noStrike" cap="none" dirty="0">
              <a:solidFill>
                <a:srgbClr val="FF0000"/>
              </a:solidFill>
              <a:latin typeface="Tahoma" panose="020B0604030504040204" pitchFamily="34" charset="0"/>
              <a:ea typeface="Tahoma" panose="020B0604030504040204" pitchFamily="34" charset="0"/>
              <a:cs typeface="Tahoma" panose="020B0604030504040204" pitchFamily="34" charset="0"/>
              <a:sym typeface="Avenir"/>
            </a:endParaRPr>
          </a:p>
          <a:p>
            <a:pPr algn="just"/>
            <a:r>
              <a:rPr lang="fi-FI" sz="2000" dirty="0">
                <a:latin typeface="Tahoma" panose="020B0604030504040204" pitchFamily="34" charset="0"/>
                <a:ea typeface="Tahoma" panose="020B0604030504040204" pitchFamily="34" charset="0"/>
                <a:cs typeface="Tahoma" panose="020B0604030504040204" pitchFamily="34" charset="0"/>
              </a:rPr>
              <a:t>Apa-apa rahsia rasmi termasuk bagi tujuan siaran kepada orang ramai hanya boleh disampaikan kepada pihak media massa dengan kebenaran Ketua Jabatan tertakluk kepada syarat-syarat yang ditetapkan. </a:t>
            </a:r>
          </a:p>
          <a:p>
            <a:pPr algn="just"/>
            <a:r>
              <a:rPr lang="fi-FI" sz="2000" dirty="0">
                <a:latin typeface="Tahoma" panose="020B0604030504040204" pitchFamily="34" charset="0"/>
                <a:ea typeface="Tahoma" panose="020B0604030504040204" pitchFamily="34" charset="0"/>
                <a:cs typeface="Tahoma" panose="020B0604030504040204" pitchFamily="34" charset="0"/>
              </a:rPr>
              <a:t>Sebelum sesuatu rahsia rasmi disampaikan kepada pihak media massa untuk tujuan siaran kepada orang ramai, ia hendaklah dikelaskan semula terlebih </a:t>
            </a:r>
            <a:r>
              <a:rPr lang="fi-FI" sz="2800" dirty="0" smtClean="0">
                <a:latin typeface="Tahoma" panose="020B0604030504040204" pitchFamily="34" charset="0"/>
                <a:ea typeface="Tahoma" panose="020B0604030504040204" pitchFamily="34" charset="0"/>
                <a:cs typeface="Tahoma" panose="020B0604030504040204" pitchFamily="34" charset="0"/>
              </a:rPr>
              <a:t>dahulu.</a:t>
            </a:r>
            <a:endParaRPr lang="en-MY" sz="2800" dirty="0">
              <a:latin typeface="Tahoma" panose="020B0604030504040204" pitchFamily="34" charset="0"/>
              <a:ea typeface="Tahoma" panose="020B0604030504040204" pitchFamily="34" charset="0"/>
              <a:cs typeface="Tahoma" panose="020B0604030504040204" pitchFamily="34" charset="0"/>
            </a:endParaRPr>
          </a:p>
          <a:p>
            <a:pPr marL="0" marR="0" lvl="0" indent="0" algn="l" rtl="0">
              <a:spcBef>
                <a:spcPts val="0"/>
              </a:spcBef>
              <a:spcAft>
                <a:spcPts val="0"/>
              </a:spcAft>
              <a:buNone/>
            </a:pPr>
            <a:endParaRPr lang="ms-MY" dirty="0"/>
          </a:p>
        </p:txBody>
      </p:sp>
      <p:sp>
        <p:nvSpPr>
          <p:cNvPr id="47" name="Google Shape;47;p7"/>
          <p:cNvSpPr/>
          <p:nvPr/>
        </p:nvSpPr>
        <p:spPr>
          <a:xfrm>
            <a:off x="10442928" y="1009908"/>
            <a:ext cx="1621801" cy="2587884"/>
          </a:xfrm>
          <a:custGeom>
            <a:avLst/>
            <a:gdLst/>
            <a:ahLst/>
            <a:cxnLst/>
            <a:rect l="l" t="t" r="r" b="b"/>
            <a:pathLst>
              <a:path w="4972206" h="4406104" extrusionOk="0">
                <a:moveTo>
                  <a:pt x="4972206" y="2196228"/>
                </a:moveTo>
                <a:cubicBezTo>
                  <a:pt x="4972206" y="2445654"/>
                  <a:pt x="4550334" y="2647853"/>
                  <a:pt x="4029928" y="2647853"/>
                </a:cubicBezTo>
                <a:lnTo>
                  <a:pt x="3125921" y="2647852"/>
                </a:lnTo>
                <a:lnTo>
                  <a:pt x="2903813" y="3072732"/>
                </a:lnTo>
                <a:lnTo>
                  <a:pt x="2966780" y="3084461"/>
                </a:lnTo>
                <a:cubicBezTo>
                  <a:pt x="3038799" y="3112567"/>
                  <a:pt x="3089332" y="3178364"/>
                  <a:pt x="3089332" y="3255051"/>
                </a:cubicBezTo>
                <a:cubicBezTo>
                  <a:pt x="3089332" y="3357300"/>
                  <a:pt x="2999495" y="3440190"/>
                  <a:pt x="2888676" y="3440190"/>
                </a:cubicBezTo>
                <a:lnTo>
                  <a:pt x="2711723" y="3440190"/>
                </a:lnTo>
                <a:lnTo>
                  <a:pt x="2672279" y="3515643"/>
                </a:lnTo>
                <a:lnTo>
                  <a:pt x="2685145" y="3518040"/>
                </a:lnTo>
                <a:cubicBezTo>
                  <a:pt x="2757164" y="3546146"/>
                  <a:pt x="2807697" y="3611943"/>
                  <a:pt x="2807697" y="3688630"/>
                </a:cubicBezTo>
                <a:cubicBezTo>
                  <a:pt x="2807697" y="3790879"/>
                  <a:pt x="2717860" y="3873769"/>
                  <a:pt x="2607041" y="3873769"/>
                </a:cubicBezTo>
                <a:lnTo>
                  <a:pt x="2485067" y="3873768"/>
                </a:lnTo>
                <a:lnTo>
                  <a:pt x="2228256" y="4365034"/>
                </a:lnTo>
                <a:cubicBezTo>
                  <a:pt x="2097698" y="4427159"/>
                  <a:pt x="1885601" y="4413569"/>
                  <a:pt x="1819110" y="4359210"/>
                </a:cubicBezTo>
                <a:cubicBezTo>
                  <a:pt x="1753588" y="4402381"/>
                  <a:pt x="2005439" y="3595810"/>
                  <a:pt x="2128358" y="3134447"/>
                </a:cubicBezTo>
                <a:lnTo>
                  <a:pt x="2151078" y="3047176"/>
                </a:lnTo>
                <a:lnTo>
                  <a:pt x="2156931" y="3047176"/>
                </a:lnTo>
                <a:lnTo>
                  <a:pt x="2156931" y="2603536"/>
                </a:lnTo>
                <a:lnTo>
                  <a:pt x="1133254" y="2547147"/>
                </a:lnTo>
                <a:cubicBezTo>
                  <a:pt x="1059172" y="2539139"/>
                  <a:pt x="987168" y="2530698"/>
                  <a:pt x="917894" y="2521680"/>
                </a:cubicBezTo>
                <a:lnTo>
                  <a:pt x="880026" y="2516176"/>
                </a:lnTo>
                <a:lnTo>
                  <a:pt x="300504" y="3177316"/>
                </a:lnTo>
                <a:cubicBezTo>
                  <a:pt x="215765" y="3201363"/>
                  <a:pt x="43156" y="3236873"/>
                  <a:pt x="0" y="3128469"/>
                </a:cubicBezTo>
                <a:lnTo>
                  <a:pt x="238763" y="2440053"/>
                </a:lnTo>
                <a:lnTo>
                  <a:pt x="246556" y="2370460"/>
                </a:lnTo>
                <a:lnTo>
                  <a:pt x="207925" y="2351855"/>
                </a:lnTo>
                <a:cubicBezTo>
                  <a:pt x="129156" y="2309079"/>
                  <a:pt x="85777" y="2258664"/>
                  <a:pt x="87971" y="2198369"/>
                </a:cubicBezTo>
                <a:cubicBezTo>
                  <a:pt x="90165" y="2138074"/>
                  <a:pt x="135778" y="2087660"/>
                  <a:pt x="215544" y="2044706"/>
                </a:cubicBezTo>
                <a:lnTo>
                  <a:pt x="245938" y="2030122"/>
                </a:lnTo>
                <a:lnTo>
                  <a:pt x="238763" y="1966051"/>
                </a:lnTo>
                <a:lnTo>
                  <a:pt x="0" y="1277636"/>
                </a:lnTo>
                <a:cubicBezTo>
                  <a:pt x="43156" y="1169231"/>
                  <a:pt x="215765" y="1204741"/>
                  <a:pt x="300504" y="1228789"/>
                </a:cubicBezTo>
                <a:lnTo>
                  <a:pt x="870752" y="1879348"/>
                </a:lnTo>
                <a:lnTo>
                  <a:pt x="924230" y="1871157"/>
                </a:lnTo>
                <a:cubicBezTo>
                  <a:pt x="993311" y="1861582"/>
                  <a:pt x="1065189" y="1852504"/>
                  <a:pt x="1139271" y="1843767"/>
                </a:cubicBezTo>
                <a:lnTo>
                  <a:pt x="2156931" y="1793028"/>
                </a:lnTo>
                <a:lnTo>
                  <a:pt x="2156931" y="1358928"/>
                </a:lnTo>
                <a:lnTo>
                  <a:pt x="2151078" y="1358928"/>
                </a:lnTo>
                <a:lnTo>
                  <a:pt x="2128358" y="1271657"/>
                </a:lnTo>
                <a:cubicBezTo>
                  <a:pt x="2005440" y="810294"/>
                  <a:pt x="1753589" y="3723"/>
                  <a:pt x="1819111" y="46894"/>
                </a:cubicBezTo>
                <a:cubicBezTo>
                  <a:pt x="1885602" y="-7465"/>
                  <a:pt x="2097699" y="-21055"/>
                  <a:pt x="2228257" y="41070"/>
                </a:cubicBezTo>
                <a:lnTo>
                  <a:pt x="2485068" y="532336"/>
                </a:lnTo>
                <a:lnTo>
                  <a:pt x="2607042" y="532336"/>
                </a:lnTo>
                <a:cubicBezTo>
                  <a:pt x="2717861" y="532336"/>
                  <a:pt x="2807698" y="615226"/>
                  <a:pt x="2807698" y="717475"/>
                </a:cubicBezTo>
                <a:cubicBezTo>
                  <a:pt x="2807698" y="794162"/>
                  <a:pt x="2757165" y="859959"/>
                  <a:pt x="2685146" y="888065"/>
                </a:cubicBezTo>
                <a:lnTo>
                  <a:pt x="2672280" y="890462"/>
                </a:lnTo>
                <a:lnTo>
                  <a:pt x="2711724" y="965915"/>
                </a:lnTo>
                <a:lnTo>
                  <a:pt x="2888677" y="965915"/>
                </a:lnTo>
                <a:cubicBezTo>
                  <a:pt x="2999495" y="965915"/>
                  <a:pt x="3089332" y="1048805"/>
                  <a:pt x="3089332" y="1151054"/>
                </a:cubicBezTo>
                <a:cubicBezTo>
                  <a:pt x="3089332" y="1227741"/>
                  <a:pt x="3038799" y="1293538"/>
                  <a:pt x="2966780" y="1321644"/>
                </a:cubicBezTo>
                <a:lnTo>
                  <a:pt x="2903813" y="1333373"/>
                </a:lnTo>
                <a:lnTo>
                  <a:pt x="3118786" y="1744603"/>
                </a:lnTo>
                <a:lnTo>
                  <a:pt x="4029928" y="1744603"/>
                </a:lnTo>
                <a:cubicBezTo>
                  <a:pt x="4550334" y="1744603"/>
                  <a:pt x="4972206" y="1946802"/>
                  <a:pt x="4972206" y="2196228"/>
                </a:cubicBezTo>
                <a:close/>
              </a:path>
            </a:pathLst>
          </a:custGeom>
          <a:gradFill>
            <a:gsLst>
              <a:gs pos="0">
                <a:srgbClr val="E49836"/>
              </a:gs>
              <a:gs pos="28000">
                <a:srgbClr val="E49836"/>
              </a:gs>
              <a:gs pos="39000">
                <a:srgbClr val="B96D27"/>
              </a:gs>
              <a:gs pos="42000">
                <a:srgbClr val="E49836"/>
              </a:gs>
              <a:gs pos="50000">
                <a:srgbClr val="FFD966"/>
              </a:gs>
              <a:gs pos="58999">
                <a:srgbClr val="B96D27"/>
              </a:gs>
              <a:gs pos="63008">
                <a:srgbClr val="E49836"/>
              </a:gs>
              <a:gs pos="100000">
                <a:srgbClr val="E49836"/>
              </a:gs>
            </a:gsLst>
            <a:lin ang="5400000" scaled="0"/>
          </a:gradFill>
          <a:ln w="9525" cap="flat" cmpd="sng">
            <a:solidFill>
              <a:srgbClr val="B96D27"/>
            </a:solidFill>
            <a:prstDash val="solid"/>
            <a:miter lim="800000"/>
            <a:headEnd type="none" w="sm" len="sm"/>
            <a:tailEnd type="none" w="sm" len="sm"/>
          </a:ln>
          <a:effectLst>
            <a:outerShdw blurRad="139700" dist="508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8" name="Google Shape;48;p7"/>
          <p:cNvSpPr/>
          <p:nvPr/>
        </p:nvSpPr>
        <p:spPr>
          <a:xfrm>
            <a:off x="10442928" y="3701227"/>
            <a:ext cx="1447240" cy="1791110"/>
          </a:xfrm>
          <a:custGeom>
            <a:avLst/>
            <a:gdLst/>
            <a:ahLst/>
            <a:cxnLst/>
            <a:rect l="l" t="t" r="r" b="b"/>
            <a:pathLst>
              <a:path w="4972206" h="4406104" extrusionOk="0">
                <a:moveTo>
                  <a:pt x="4972206" y="2196228"/>
                </a:moveTo>
                <a:cubicBezTo>
                  <a:pt x="4972206" y="2445654"/>
                  <a:pt x="4550334" y="2647853"/>
                  <a:pt x="4029928" y="2647853"/>
                </a:cubicBezTo>
                <a:lnTo>
                  <a:pt x="3125921" y="2647852"/>
                </a:lnTo>
                <a:lnTo>
                  <a:pt x="2903813" y="3072732"/>
                </a:lnTo>
                <a:lnTo>
                  <a:pt x="2966780" y="3084461"/>
                </a:lnTo>
                <a:cubicBezTo>
                  <a:pt x="3038799" y="3112567"/>
                  <a:pt x="3089332" y="3178364"/>
                  <a:pt x="3089332" y="3255051"/>
                </a:cubicBezTo>
                <a:cubicBezTo>
                  <a:pt x="3089332" y="3357300"/>
                  <a:pt x="2999495" y="3440190"/>
                  <a:pt x="2888676" y="3440190"/>
                </a:cubicBezTo>
                <a:lnTo>
                  <a:pt x="2711723" y="3440190"/>
                </a:lnTo>
                <a:lnTo>
                  <a:pt x="2672279" y="3515643"/>
                </a:lnTo>
                <a:lnTo>
                  <a:pt x="2685145" y="3518040"/>
                </a:lnTo>
                <a:cubicBezTo>
                  <a:pt x="2757164" y="3546146"/>
                  <a:pt x="2807697" y="3611943"/>
                  <a:pt x="2807697" y="3688630"/>
                </a:cubicBezTo>
                <a:cubicBezTo>
                  <a:pt x="2807697" y="3790879"/>
                  <a:pt x="2717860" y="3873769"/>
                  <a:pt x="2607041" y="3873769"/>
                </a:cubicBezTo>
                <a:lnTo>
                  <a:pt x="2485067" y="3873768"/>
                </a:lnTo>
                <a:lnTo>
                  <a:pt x="2228256" y="4365034"/>
                </a:lnTo>
                <a:cubicBezTo>
                  <a:pt x="2097698" y="4427159"/>
                  <a:pt x="1885601" y="4413569"/>
                  <a:pt x="1819110" y="4359210"/>
                </a:cubicBezTo>
                <a:cubicBezTo>
                  <a:pt x="1753588" y="4402381"/>
                  <a:pt x="2005439" y="3595810"/>
                  <a:pt x="2128358" y="3134447"/>
                </a:cubicBezTo>
                <a:lnTo>
                  <a:pt x="2151078" y="3047176"/>
                </a:lnTo>
                <a:lnTo>
                  <a:pt x="2156931" y="3047176"/>
                </a:lnTo>
                <a:lnTo>
                  <a:pt x="2156931" y="2603536"/>
                </a:lnTo>
                <a:lnTo>
                  <a:pt x="1133254" y="2547147"/>
                </a:lnTo>
                <a:cubicBezTo>
                  <a:pt x="1059172" y="2539139"/>
                  <a:pt x="987168" y="2530698"/>
                  <a:pt x="917894" y="2521680"/>
                </a:cubicBezTo>
                <a:lnTo>
                  <a:pt x="880026" y="2516176"/>
                </a:lnTo>
                <a:lnTo>
                  <a:pt x="300504" y="3177316"/>
                </a:lnTo>
                <a:cubicBezTo>
                  <a:pt x="215765" y="3201363"/>
                  <a:pt x="43156" y="3236873"/>
                  <a:pt x="0" y="3128469"/>
                </a:cubicBezTo>
                <a:lnTo>
                  <a:pt x="238763" y="2440053"/>
                </a:lnTo>
                <a:lnTo>
                  <a:pt x="246556" y="2370460"/>
                </a:lnTo>
                <a:lnTo>
                  <a:pt x="207925" y="2351855"/>
                </a:lnTo>
                <a:cubicBezTo>
                  <a:pt x="129156" y="2309079"/>
                  <a:pt x="85777" y="2258664"/>
                  <a:pt x="87971" y="2198369"/>
                </a:cubicBezTo>
                <a:cubicBezTo>
                  <a:pt x="90165" y="2138074"/>
                  <a:pt x="135778" y="2087660"/>
                  <a:pt x="215544" y="2044706"/>
                </a:cubicBezTo>
                <a:lnTo>
                  <a:pt x="245938" y="2030122"/>
                </a:lnTo>
                <a:lnTo>
                  <a:pt x="238763" y="1966051"/>
                </a:lnTo>
                <a:lnTo>
                  <a:pt x="0" y="1277636"/>
                </a:lnTo>
                <a:cubicBezTo>
                  <a:pt x="43156" y="1169231"/>
                  <a:pt x="215765" y="1204741"/>
                  <a:pt x="300504" y="1228789"/>
                </a:cubicBezTo>
                <a:lnTo>
                  <a:pt x="870752" y="1879348"/>
                </a:lnTo>
                <a:lnTo>
                  <a:pt x="924230" y="1871157"/>
                </a:lnTo>
                <a:cubicBezTo>
                  <a:pt x="993311" y="1861582"/>
                  <a:pt x="1065189" y="1852504"/>
                  <a:pt x="1139271" y="1843767"/>
                </a:cubicBezTo>
                <a:lnTo>
                  <a:pt x="2156931" y="1793028"/>
                </a:lnTo>
                <a:lnTo>
                  <a:pt x="2156931" y="1358928"/>
                </a:lnTo>
                <a:lnTo>
                  <a:pt x="2151078" y="1358928"/>
                </a:lnTo>
                <a:lnTo>
                  <a:pt x="2128358" y="1271657"/>
                </a:lnTo>
                <a:cubicBezTo>
                  <a:pt x="2005440" y="810294"/>
                  <a:pt x="1753589" y="3723"/>
                  <a:pt x="1819111" y="46894"/>
                </a:cubicBezTo>
                <a:cubicBezTo>
                  <a:pt x="1885602" y="-7465"/>
                  <a:pt x="2097699" y="-21055"/>
                  <a:pt x="2228257" y="41070"/>
                </a:cubicBezTo>
                <a:lnTo>
                  <a:pt x="2485068" y="532336"/>
                </a:lnTo>
                <a:lnTo>
                  <a:pt x="2607042" y="532336"/>
                </a:lnTo>
                <a:cubicBezTo>
                  <a:pt x="2717861" y="532336"/>
                  <a:pt x="2807698" y="615226"/>
                  <a:pt x="2807698" y="717475"/>
                </a:cubicBezTo>
                <a:cubicBezTo>
                  <a:pt x="2807698" y="794162"/>
                  <a:pt x="2757165" y="859959"/>
                  <a:pt x="2685146" y="888065"/>
                </a:cubicBezTo>
                <a:lnTo>
                  <a:pt x="2672280" y="890462"/>
                </a:lnTo>
                <a:lnTo>
                  <a:pt x="2711724" y="965915"/>
                </a:lnTo>
                <a:lnTo>
                  <a:pt x="2888677" y="965915"/>
                </a:lnTo>
                <a:cubicBezTo>
                  <a:pt x="2999495" y="965915"/>
                  <a:pt x="3089332" y="1048805"/>
                  <a:pt x="3089332" y="1151054"/>
                </a:cubicBezTo>
                <a:cubicBezTo>
                  <a:pt x="3089332" y="1227741"/>
                  <a:pt x="3038799" y="1293538"/>
                  <a:pt x="2966780" y="1321644"/>
                </a:cubicBezTo>
                <a:lnTo>
                  <a:pt x="2903813" y="1333373"/>
                </a:lnTo>
                <a:lnTo>
                  <a:pt x="3118786" y="1744603"/>
                </a:lnTo>
                <a:lnTo>
                  <a:pt x="4029928" y="1744603"/>
                </a:lnTo>
                <a:cubicBezTo>
                  <a:pt x="4550334" y="1744603"/>
                  <a:pt x="4972206" y="1946802"/>
                  <a:pt x="4972206" y="2196228"/>
                </a:cubicBezTo>
                <a:close/>
              </a:path>
            </a:pathLst>
          </a:custGeom>
          <a:gradFill>
            <a:gsLst>
              <a:gs pos="0">
                <a:srgbClr val="A5A5A5"/>
              </a:gs>
              <a:gs pos="28000">
                <a:srgbClr val="A5A5A5"/>
              </a:gs>
              <a:gs pos="38000">
                <a:srgbClr val="7F7F7F"/>
              </a:gs>
              <a:gs pos="42000">
                <a:srgbClr val="A5A5A5"/>
              </a:gs>
              <a:gs pos="50000">
                <a:schemeClr val="lt2"/>
              </a:gs>
              <a:gs pos="58999">
                <a:srgbClr val="7F7F7F"/>
              </a:gs>
              <a:gs pos="63008">
                <a:srgbClr val="A5A5A5"/>
              </a:gs>
              <a:gs pos="100000">
                <a:srgbClr val="A5A5A5"/>
              </a:gs>
            </a:gsLst>
            <a:lin ang="5400000" scaled="0"/>
          </a:gradFill>
          <a:ln w="9525" cap="flat" cmpd="sng">
            <a:solidFill>
              <a:srgbClr val="595959"/>
            </a:solidFill>
            <a:prstDash val="solid"/>
            <a:miter lim="800000"/>
            <a:headEnd type="none" w="sm" len="sm"/>
            <a:tailEnd type="none" w="sm" len="sm"/>
          </a:ln>
          <a:effectLst>
            <a:outerShdw blurRad="139700" dist="508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51" name="Picture 50">
            <a:extLst>
              <a:ext uri="{FF2B5EF4-FFF2-40B4-BE49-F238E27FC236}">
                <a16:creationId xmlns="" xmlns:a16="http://schemas.microsoft.com/office/drawing/2014/main" id="{D5E22205-8189-468E-92C2-F02760335FB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03582" y="5842997"/>
            <a:ext cx="835393" cy="669380"/>
          </a:xfrm>
          <a:prstGeom prst="rect">
            <a:avLst/>
          </a:prstGeom>
        </p:spPr>
      </p:pic>
      <p:sp>
        <p:nvSpPr>
          <p:cNvPr id="52" name="TextBox 51">
            <a:extLst>
              <a:ext uri="{FF2B5EF4-FFF2-40B4-BE49-F238E27FC236}">
                <a16:creationId xmlns="" xmlns:a16="http://schemas.microsoft.com/office/drawing/2014/main" id="{83DB2D10-9365-484D-8FD5-7530EA38D044}"/>
              </a:ext>
            </a:extLst>
          </p:cNvPr>
          <p:cNvSpPr txBox="1"/>
          <p:nvPr/>
        </p:nvSpPr>
        <p:spPr>
          <a:xfrm>
            <a:off x="2044213" y="5977632"/>
            <a:ext cx="6106049" cy="400110"/>
          </a:xfrm>
          <a:prstGeom prst="rect">
            <a:avLst/>
          </a:prstGeom>
          <a:noFill/>
        </p:spPr>
        <p:txBody>
          <a:bodyPr wrap="square">
            <a:spAutoFit/>
          </a:bodyPr>
          <a:lstStyle/>
          <a:p>
            <a:pPr>
              <a:defRPr/>
            </a:pPr>
            <a:r>
              <a:rPr lang="en-US" sz="1000" spc="280" dirty="0"/>
              <a:t>PEJABAT KETUA PEGAWAI KESELAMATAN KERAJAAN MALAYSIA</a:t>
            </a:r>
          </a:p>
          <a:p>
            <a:pPr>
              <a:defRPr/>
            </a:pPr>
            <a:r>
              <a:rPr lang="en-US" sz="1000" spc="280" dirty="0"/>
              <a:t>JABATAN PERDANA MENTERI</a:t>
            </a:r>
          </a:p>
        </p:txBody>
      </p:sp>
      <p:sp>
        <p:nvSpPr>
          <p:cNvPr id="13" name="Title 1">
            <a:extLst>
              <a:ext uri="{FF2B5EF4-FFF2-40B4-BE49-F238E27FC236}">
                <a16:creationId xmlns="" xmlns:a16="http://schemas.microsoft.com/office/drawing/2014/main" id="{4CE4821B-F486-483E-B81C-10064CCD9B67}"/>
              </a:ext>
            </a:extLst>
          </p:cNvPr>
          <p:cNvSpPr txBox="1">
            <a:spLocks/>
          </p:cNvSpPr>
          <p:nvPr/>
        </p:nvSpPr>
        <p:spPr>
          <a:xfrm>
            <a:off x="1563078" y="197514"/>
            <a:ext cx="10058400" cy="734568"/>
          </a:xfrm>
          <a:prstGeom prst="rect">
            <a:avLst/>
          </a:prstGeom>
        </p:spPr>
        <p:txBody>
          <a:bodyP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r"/>
            <a:r>
              <a:rPr lang="ms-MY" sz="2800" b="1" dirty="0">
                <a:latin typeface="Tahoma" panose="020B0604030504040204" pitchFamily="34" charset="0"/>
                <a:ea typeface="Tahoma" panose="020B0604030504040204" pitchFamily="34" charset="0"/>
                <a:cs typeface="Tahoma" panose="020B0604030504040204" pitchFamily="34" charset="0"/>
              </a:rPr>
              <a:t>Sambungan</a:t>
            </a:r>
          </a:p>
        </p:txBody>
      </p:sp>
    </p:spTree>
    <p:extLst>
      <p:ext uri="{BB962C8B-B14F-4D97-AF65-F5344CB8AC3E}">
        <p14:creationId xmlns:p14="http://schemas.microsoft.com/office/powerpoint/2010/main" val="26054293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47"/>
                                        </p:tgtEl>
                                        <p:attrNameLst>
                                          <p:attrName>style.visibility</p:attrName>
                                        </p:attrNameLst>
                                      </p:cBhvr>
                                      <p:to>
                                        <p:strVal val="visible"/>
                                      </p:to>
                                    </p:set>
                                    <p:anim calcmode="lin" valueType="num">
                                      <p:cBhvr additive="base">
                                        <p:cTn id="12" dur="500"/>
                                        <p:tgtEl>
                                          <p:spTgt spid="47"/>
                                        </p:tgtEl>
                                        <p:attrNameLst>
                                          <p:attrName>ppt_x</p:attrName>
                                        </p:attrNameLst>
                                      </p:cBhvr>
                                      <p:tavLst>
                                        <p:tav tm="0">
                                          <p:val>
                                            <p:strVal val="#ppt_x-1"/>
                                          </p:val>
                                        </p:tav>
                                        <p:tav tm="100000">
                                          <p:val>
                                            <p:strVal val="#ppt_x"/>
                                          </p:val>
                                        </p:tav>
                                      </p:tavLst>
                                    </p:anim>
                                  </p:childTnLst>
                                </p:cTn>
                              </p:par>
                            </p:childTnLst>
                          </p:cTn>
                        </p:par>
                        <p:par>
                          <p:cTn id="13" fill="hold">
                            <p:stCondLst>
                              <p:cond delay="500"/>
                            </p:stCondLst>
                            <p:childTnLst>
                              <p:par>
                                <p:cTn id="14" presetID="23" presetClass="entr" presetSubtype="16" fill="hold" nodeType="afterEffect">
                                  <p:stCondLst>
                                    <p:cond delay="0"/>
                                  </p:stCondLst>
                                  <p:childTnLst>
                                    <p:set>
                                      <p:cBhvr>
                                        <p:cTn id="15" dur="1" fill="hold">
                                          <p:stCondLst>
                                            <p:cond delay="0"/>
                                          </p:stCondLst>
                                        </p:cTn>
                                        <p:tgtEl>
                                          <p:spTgt spid="26"/>
                                        </p:tgtEl>
                                        <p:attrNameLst>
                                          <p:attrName>style.visibility</p:attrName>
                                        </p:attrNameLst>
                                      </p:cBhvr>
                                      <p:to>
                                        <p:strVal val="visible"/>
                                      </p:to>
                                    </p:set>
                                    <p:anim calcmode="lin" valueType="num">
                                      <p:cBhvr additive="base">
                                        <p:cTn id="16" dur="500"/>
                                        <p:tgtEl>
                                          <p:spTgt spid="26"/>
                                        </p:tgtEl>
                                        <p:attrNameLst>
                                          <p:attrName>ppt_w</p:attrName>
                                        </p:attrNameLst>
                                      </p:cBhvr>
                                      <p:tavLst>
                                        <p:tav tm="0">
                                          <p:val>
                                            <p:strVal val="0"/>
                                          </p:val>
                                        </p:tav>
                                        <p:tav tm="100000">
                                          <p:val>
                                            <p:strVal val="#ppt_w"/>
                                          </p:val>
                                        </p:tav>
                                      </p:tavLst>
                                    </p:anim>
                                    <p:anim calcmode="lin" valueType="num">
                                      <p:cBhvr additive="base">
                                        <p:cTn id="17" dur="500"/>
                                        <p:tgtEl>
                                          <p:spTgt spid="26"/>
                                        </p:tgtEl>
                                        <p:attrNameLst>
                                          <p:attrName>ppt_h</p:attrName>
                                        </p:attrNameLst>
                                      </p:cBhvr>
                                      <p:tavLst>
                                        <p:tav tm="0">
                                          <p:val>
                                            <p:strVal val="0"/>
                                          </p:val>
                                        </p:tav>
                                        <p:tav tm="100000">
                                          <p:val>
                                            <p:strVal val="#ppt_h"/>
                                          </p:val>
                                        </p:tav>
                                      </p:tavLst>
                                    </p:anim>
                                  </p:childTnLst>
                                </p:cTn>
                              </p:par>
                            </p:childTnLst>
                          </p:cTn>
                        </p:par>
                        <p:par>
                          <p:cTn id="18" fill="hold">
                            <p:stCondLst>
                              <p:cond delay="1000"/>
                            </p:stCondLst>
                            <p:childTnLst>
                              <p:par>
                                <p:cTn id="19" presetID="10" presetClass="entr" presetSubtype="0" fill="hold" nodeType="after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fade">
                                      <p:cBhvr>
                                        <p:cTn id="21" dur="500"/>
                                        <p:tgtEl>
                                          <p:spTgt spid="25"/>
                                        </p:tgtEl>
                                      </p:cBhvr>
                                    </p:animEffect>
                                  </p:childTnLst>
                                </p:cTn>
                              </p:par>
                              <p:par>
                                <p:cTn id="22" presetID="10" presetClass="entr" presetSubtype="0" fill="hold" nodeType="withEffect">
                                  <p:stCondLst>
                                    <p:cond delay="0"/>
                                  </p:stCondLst>
                                  <p:childTnLst>
                                    <p:set>
                                      <p:cBhvr>
                                        <p:cTn id="23" dur="1" fill="hold">
                                          <p:stCondLst>
                                            <p:cond delay="0"/>
                                          </p:stCondLst>
                                        </p:cTn>
                                        <p:tgtEl>
                                          <p:spTgt spid="30"/>
                                        </p:tgtEl>
                                        <p:attrNameLst>
                                          <p:attrName>style.visibility</p:attrName>
                                        </p:attrNameLst>
                                      </p:cBhvr>
                                      <p:to>
                                        <p:strVal val="visible"/>
                                      </p:to>
                                    </p:set>
                                    <p:animEffect transition="in" filter="fade">
                                      <p:cBhvr>
                                        <p:cTn id="24" dur="500"/>
                                        <p:tgtEl>
                                          <p:spTgt spid="30"/>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nodeType="clickEffect">
                                  <p:stCondLst>
                                    <p:cond delay="0"/>
                                  </p:stCondLst>
                                  <p:childTnLst>
                                    <p:set>
                                      <p:cBhvr>
                                        <p:cTn id="28" dur="1" fill="hold">
                                          <p:stCondLst>
                                            <p:cond delay="0"/>
                                          </p:stCondLst>
                                        </p:cTn>
                                        <p:tgtEl>
                                          <p:spTgt spid="48"/>
                                        </p:tgtEl>
                                        <p:attrNameLst>
                                          <p:attrName>style.visibility</p:attrName>
                                        </p:attrNameLst>
                                      </p:cBhvr>
                                      <p:to>
                                        <p:strVal val="visible"/>
                                      </p:to>
                                    </p:set>
                                    <p:anim calcmode="lin" valueType="num">
                                      <p:cBhvr additive="base">
                                        <p:cTn id="29" dur="500"/>
                                        <p:tgtEl>
                                          <p:spTgt spid="48"/>
                                        </p:tgtEl>
                                        <p:attrNameLst>
                                          <p:attrName>ppt_x</p:attrName>
                                        </p:attrNameLst>
                                      </p:cBhvr>
                                      <p:tavLst>
                                        <p:tav tm="0">
                                          <p:val>
                                            <p:strVal val="#ppt_x-1"/>
                                          </p:val>
                                        </p:tav>
                                        <p:tav tm="100000">
                                          <p:val>
                                            <p:strVal val="#ppt_x"/>
                                          </p:val>
                                        </p:tav>
                                      </p:tavLst>
                                    </p:anim>
                                  </p:childTnLst>
                                </p:cTn>
                              </p:par>
                            </p:childTnLst>
                          </p:cTn>
                        </p:par>
                        <p:par>
                          <p:cTn id="30" fill="hold">
                            <p:stCondLst>
                              <p:cond delay="500"/>
                            </p:stCondLst>
                            <p:childTnLst>
                              <p:par>
                                <p:cTn id="31" presetID="10" presetClass="entr" presetSubtype="0" fill="hold" nodeType="afterEffect">
                                  <p:stCondLst>
                                    <p:cond delay="0"/>
                                  </p:stCondLst>
                                  <p:childTnLst>
                                    <p:set>
                                      <p:cBhvr>
                                        <p:cTn id="32" dur="1" fill="hold">
                                          <p:stCondLst>
                                            <p:cond delay="0"/>
                                          </p:stCondLst>
                                        </p:cTn>
                                        <p:tgtEl>
                                          <p:spTgt spid="24"/>
                                        </p:tgtEl>
                                        <p:attrNameLst>
                                          <p:attrName>style.visibility</p:attrName>
                                        </p:attrNameLst>
                                      </p:cBhvr>
                                      <p:to>
                                        <p:strVal val="visible"/>
                                      </p:to>
                                    </p:set>
                                    <p:animEffect transition="in" filter="fade">
                                      <p:cBhvr>
                                        <p:cTn id="33"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 xmlns:a16="http://schemas.microsoft.com/office/drawing/2014/main" id="{5C6F2B3F-BF99-43F5-80A6-D0E56265B75C}"/>
              </a:ext>
            </a:extLst>
          </p:cNvPr>
          <p:cNvGraphicFramePr>
            <a:graphicFrameLocks noGrp="1"/>
          </p:cNvGraphicFramePr>
          <p:nvPr>
            <p:ph idx="1"/>
            <p:extLst>
              <p:ext uri="{D42A27DB-BD31-4B8C-83A1-F6EECF244321}">
                <p14:modId xmlns:p14="http://schemas.microsoft.com/office/powerpoint/2010/main" val="1685031917"/>
              </p:ext>
            </p:extLst>
          </p:nvPr>
        </p:nvGraphicFramePr>
        <p:xfrm>
          <a:off x="1484313" y="1060174"/>
          <a:ext cx="10018712" cy="485624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itle 1">
            <a:extLst>
              <a:ext uri="{FF2B5EF4-FFF2-40B4-BE49-F238E27FC236}">
                <a16:creationId xmlns="" xmlns:a16="http://schemas.microsoft.com/office/drawing/2014/main" id="{911071D6-FA79-46C7-ABFD-A3450D79C8AE}"/>
              </a:ext>
            </a:extLst>
          </p:cNvPr>
          <p:cNvSpPr>
            <a:spLocks noGrp="1"/>
          </p:cNvSpPr>
          <p:nvPr>
            <p:ph type="title"/>
          </p:nvPr>
        </p:nvSpPr>
        <p:spPr>
          <a:xfrm>
            <a:off x="1484313" y="190500"/>
            <a:ext cx="10018712" cy="962439"/>
          </a:xfrm>
        </p:spPr>
        <p:txBody>
          <a:bodyPr/>
          <a:lstStyle/>
          <a:p>
            <a:pPr algn="ctr"/>
            <a:r>
              <a:rPr lang="en-US" b="1" dirty="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PEMUSNAHAN RAHSIA RASMI</a:t>
            </a:r>
            <a:endParaRPr lang="en-MY" dirty="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endParaRPr>
          </a:p>
        </p:txBody>
      </p:sp>
      <p:pic>
        <p:nvPicPr>
          <p:cNvPr id="6" name="Picture 5">
            <a:extLst>
              <a:ext uri="{FF2B5EF4-FFF2-40B4-BE49-F238E27FC236}">
                <a16:creationId xmlns="" xmlns:a16="http://schemas.microsoft.com/office/drawing/2014/main" id="{D2E09C9B-9A63-4113-BB7B-FE5744B194D0}"/>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03582" y="5916420"/>
            <a:ext cx="835393" cy="669380"/>
          </a:xfrm>
          <a:prstGeom prst="rect">
            <a:avLst/>
          </a:prstGeom>
        </p:spPr>
      </p:pic>
      <p:sp>
        <p:nvSpPr>
          <p:cNvPr id="7" name="TextBox 6">
            <a:extLst>
              <a:ext uri="{FF2B5EF4-FFF2-40B4-BE49-F238E27FC236}">
                <a16:creationId xmlns="" xmlns:a16="http://schemas.microsoft.com/office/drawing/2014/main" id="{DA03C17C-1385-467E-B3CA-6E744EAFAF03}"/>
              </a:ext>
            </a:extLst>
          </p:cNvPr>
          <p:cNvSpPr txBox="1"/>
          <p:nvPr/>
        </p:nvSpPr>
        <p:spPr>
          <a:xfrm>
            <a:off x="2044213" y="5977632"/>
            <a:ext cx="6106049" cy="400110"/>
          </a:xfrm>
          <a:prstGeom prst="rect">
            <a:avLst/>
          </a:prstGeom>
          <a:noFill/>
        </p:spPr>
        <p:txBody>
          <a:bodyPr wrap="square">
            <a:spAutoFit/>
          </a:bodyPr>
          <a:lstStyle/>
          <a:p>
            <a:pPr>
              <a:defRPr/>
            </a:pPr>
            <a:r>
              <a:rPr lang="en-US" sz="1000" spc="280" dirty="0"/>
              <a:t>PEJABAT KETUA PEGAWAI KESELAMATAN KERAJAAN MALAYSIA</a:t>
            </a:r>
          </a:p>
          <a:p>
            <a:pPr>
              <a:defRPr/>
            </a:pPr>
            <a:r>
              <a:rPr lang="en-US" sz="1000" spc="280" dirty="0"/>
              <a:t>JABATAN PERDANA MENTERI</a:t>
            </a:r>
          </a:p>
        </p:txBody>
      </p:sp>
    </p:spTree>
    <p:extLst>
      <p:ext uri="{BB962C8B-B14F-4D97-AF65-F5344CB8AC3E}">
        <p14:creationId xmlns:p14="http://schemas.microsoft.com/office/powerpoint/2010/main" val="363407656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21"/>
        <p:cNvGrpSpPr/>
        <p:nvPr/>
      </p:nvGrpSpPr>
      <p:grpSpPr>
        <a:xfrm>
          <a:off x="0" y="0"/>
          <a:ext cx="0" cy="0"/>
          <a:chOff x="0" y="0"/>
          <a:chExt cx="0" cy="0"/>
        </a:xfrm>
      </p:grpSpPr>
      <p:sp>
        <p:nvSpPr>
          <p:cNvPr id="22" name="Google Shape;22;p6"/>
          <p:cNvSpPr/>
          <p:nvPr/>
        </p:nvSpPr>
        <p:spPr>
          <a:xfrm>
            <a:off x="2736500" y="2002489"/>
            <a:ext cx="6930972" cy="3518754"/>
          </a:xfrm>
          <a:custGeom>
            <a:avLst/>
            <a:gdLst/>
            <a:ahLst/>
            <a:cxnLst/>
            <a:rect l="l" t="t" r="r" b="b"/>
            <a:pathLst>
              <a:path w="2351314" h="1193729" extrusionOk="0">
                <a:moveTo>
                  <a:pt x="913" y="0"/>
                </a:moveTo>
                <a:lnTo>
                  <a:pt x="567879" y="0"/>
                </a:lnTo>
                <a:lnTo>
                  <a:pt x="566057" y="18072"/>
                </a:lnTo>
                <a:cubicBezTo>
                  <a:pt x="566057" y="354745"/>
                  <a:pt x="838984" y="627672"/>
                  <a:pt x="1175657" y="627672"/>
                </a:cubicBezTo>
                <a:cubicBezTo>
                  <a:pt x="1512330" y="627672"/>
                  <a:pt x="1785257" y="354745"/>
                  <a:pt x="1785257" y="18072"/>
                </a:cubicBezTo>
                <a:lnTo>
                  <a:pt x="1783435" y="0"/>
                </a:lnTo>
                <a:lnTo>
                  <a:pt x="2350401" y="0"/>
                </a:lnTo>
                <a:lnTo>
                  <a:pt x="2351314" y="18072"/>
                </a:lnTo>
                <a:cubicBezTo>
                  <a:pt x="2351314" y="667369"/>
                  <a:pt x="1824954" y="1193729"/>
                  <a:pt x="1175657" y="1193729"/>
                </a:cubicBezTo>
                <a:cubicBezTo>
                  <a:pt x="526360" y="1193729"/>
                  <a:pt x="0" y="667369"/>
                  <a:pt x="0" y="18072"/>
                </a:cubicBezTo>
                <a:lnTo>
                  <a:pt x="913" y="0"/>
                </a:lnTo>
                <a:close/>
              </a:path>
            </a:pathLst>
          </a:custGeom>
          <a:solidFill>
            <a:srgbClr val="FFFFFF"/>
          </a:solidFill>
          <a:ln>
            <a:noFill/>
          </a:ln>
          <a:effectLst>
            <a:outerShdw blurRad="241300" dist="177800" dir="3360000" sx="102000" sy="102000" algn="tl" rotWithShape="0">
              <a:srgbClr val="000000">
                <a:alpha val="2588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3" name="Google Shape;23;p6"/>
          <p:cNvSpPr/>
          <p:nvPr/>
        </p:nvSpPr>
        <p:spPr>
          <a:xfrm rot="2966242">
            <a:off x="4753613" y="90314"/>
            <a:ext cx="2737856" cy="2737856"/>
          </a:xfrm>
          <a:prstGeom prst="ellipse">
            <a:avLst/>
          </a:prstGeom>
          <a:gradFill>
            <a:gsLst>
              <a:gs pos="0">
                <a:srgbClr val="EAEAEA"/>
              </a:gs>
              <a:gs pos="58000">
                <a:srgbClr val="FEFEFE"/>
              </a:gs>
              <a:gs pos="100000">
                <a:srgbClr val="FEFEFE"/>
              </a:gs>
            </a:gsLst>
            <a:lin ang="0" scaled="0"/>
          </a:gradFill>
          <a:ln w="25400" cap="flat" cmpd="sng">
            <a:solidFill>
              <a:schemeClr val="lt1"/>
            </a:solidFill>
            <a:prstDash val="solid"/>
            <a:miter lim="800000"/>
            <a:headEnd type="none" w="sm" len="sm"/>
            <a:tailEnd type="none" w="sm" len="sm"/>
          </a:ln>
          <a:effectLst>
            <a:outerShdw blurRad="292100" dist="355600" dir="2760000" sx="97000" sy="97000" algn="tl" rotWithShape="0">
              <a:srgbClr val="000000">
                <a:alpha val="3372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lt1"/>
              </a:solidFill>
              <a:latin typeface="Calibri"/>
              <a:ea typeface="Calibri"/>
              <a:cs typeface="Calibri"/>
              <a:sym typeface="Calibri"/>
            </a:endParaRPr>
          </a:p>
        </p:txBody>
      </p:sp>
      <p:sp>
        <p:nvSpPr>
          <p:cNvPr id="24" name="Google Shape;24;p6"/>
          <p:cNvSpPr/>
          <p:nvPr/>
        </p:nvSpPr>
        <p:spPr>
          <a:xfrm>
            <a:off x="4597830" y="274277"/>
            <a:ext cx="3211552" cy="3211552"/>
          </a:xfrm>
          <a:prstGeom prst="arc">
            <a:avLst>
              <a:gd name="adj1" fmla="val 8615365"/>
              <a:gd name="adj2" fmla="val 9676025"/>
            </a:avLst>
          </a:prstGeom>
          <a:noFill/>
          <a:ln w="47625" cap="flat" cmpd="sng">
            <a:solidFill>
              <a:srgbClr val="E0643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 name="Google Shape;25;p6"/>
          <p:cNvSpPr/>
          <p:nvPr/>
        </p:nvSpPr>
        <p:spPr>
          <a:xfrm>
            <a:off x="4597830" y="274277"/>
            <a:ext cx="3211552" cy="3211552"/>
          </a:xfrm>
          <a:prstGeom prst="arc">
            <a:avLst>
              <a:gd name="adj1" fmla="val 6435623"/>
              <a:gd name="adj2" fmla="val 8661077"/>
            </a:avLst>
          </a:prstGeom>
          <a:noFill/>
          <a:ln w="47625" cap="flat" cmpd="sng">
            <a:solidFill>
              <a:srgbClr val="FF93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 name="Google Shape;26;p6"/>
          <p:cNvSpPr/>
          <p:nvPr/>
        </p:nvSpPr>
        <p:spPr>
          <a:xfrm>
            <a:off x="4597830" y="274277"/>
            <a:ext cx="3211552" cy="3211552"/>
          </a:xfrm>
          <a:prstGeom prst="arc">
            <a:avLst>
              <a:gd name="adj1" fmla="val 4265894"/>
              <a:gd name="adj2" fmla="val 6596892"/>
            </a:avLst>
          </a:prstGeom>
          <a:noFill/>
          <a:ln w="47625" cap="flat" cmpd="sng">
            <a:solidFill>
              <a:srgbClr val="98C45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 name="Google Shape;27;p6"/>
          <p:cNvSpPr/>
          <p:nvPr/>
        </p:nvSpPr>
        <p:spPr>
          <a:xfrm>
            <a:off x="4597830" y="274277"/>
            <a:ext cx="3211552" cy="3211552"/>
          </a:xfrm>
          <a:prstGeom prst="arc">
            <a:avLst>
              <a:gd name="adj1" fmla="val 2074392"/>
              <a:gd name="adj2" fmla="val 4295785"/>
            </a:avLst>
          </a:prstGeom>
          <a:noFill/>
          <a:ln w="47625" cap="flat" cmpd="sng">
            <a:solidFill>
              <a:srgbClr val="4AA9C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 name="Google Shape;28;p6"/>
          <p:cNvSpPr/>
          <p:nvPr/>
        </p:nvSpPr>
        <p:spPr>
          <a:xfrm>
            <a:off x="4597830" y="274277"/>
            <a:ext cx="3211552" cy="3211552"/>
          </a:xfrm>
          <a:prstGeom prst="arc">
            <a:avLst>
              <a:gd name="adj1" fmla="val 924284"/>
              <a:gd name="adj2" fmla="val 2082549"/>
            </a:avLst>
          </a:prstGeom>
          <a:noFill/>
          <a:ln w="47625" cap="flat" cmpd="sng">
            <a:solidFill>
              <a:srgbClr val="367F9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nvGrpSpPr>
          <p:cNvPr id="29" name="Google Shape;29;p6"/>
          <p:cNvGrpSpPr/>
          <p:nvPr/>
        </p:nvGrpSpPr>
        <p:grpSpPr>
          <a:xfrm>
            <a:off x="4518926" y="2215221"/>
            <a:ext cx="282632" cy="282632"/>
            <a:chOff x="4599313" y="2144882"/>
            <a:chExt cx="282632" cy="282632"/>
          </a:xfrm>
        </p:grpSpPr>
        <p:sp>
          <p:nvSpPr>
            <p:cNvPr id="30" name="Google Shape;30;p6"/>
            <p:cNvSpPr/>
            <p:nvPr/>
          </p:nvSpPr>
          <p:spPr>
            <a:xfrm>
              <a:off x="4599313" y="2144882"/>
              <a:ext cx="282632" cy="282632"/>
            </a:xfrm>
            <a:prstGeom prst="ellipse">
              <a:avLst/>
            </a:prstGeom>
            <a:solidFill>
              <a:srgbClr val="E0643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1" name="Google Shape;31;p6"/>
            <p:cNvSpPr/>
            <p:nvPr/>
          </p:nvSpPr>
          <p:spPr>
            <a:xfrm>
              <a:off x="4670353" y="2219696"/>
              <a:ext cx="133004" cy="133004"/>
            </a:xfrm>
            <a:prstGeom prst="ellipse">
              <a:avLst/>
            </a:prstGeom>
            <a:noFill/>
            <a:ln w="31750" cap="flat" cmpd="sng">
              <a:solidFill>
                <a:srgbClr val="FEFFF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grpSp>
        <p:nvGrpSpPr>
          <p:cNvPr id="32" name="Google Shape;32;p6"/>
          <p:cNvGrpSpPr/>
          <p:nvPr/>
        </p:nvGrpSpPr>
        <p:grpSpPr>
          <a:xfrm>
            <a:off x="5086623" y="3021748"/>
            <a:ext cx="282632" cy="282632"/>
            <a:chOff x="5167010" y="2951409"/>
            <a:chExt cx="282632" cy="282632"/>
          </a:xfrm>
        </p:grpSpPr>
        <p:sp>
          <p:nvSpPr>
            <p:cNvPr id="33" name="Google Shape;33;p6"/>
            <p:cNvSpPr/>
            <p:nvPr/>
          </p:nvSpPr>
          <p:spPr>
            <a:xfrm>
              <a:off x="5167010" y="2951409"/>
              <a:ext cx="282632" cy="282632"/>
            </a:xfrm>
            <a:prstGeom prst="ellipse">
              <a:avLst/>
            </a:prstGeom>
            <a:solidFill>
              <a:srgbClr val="FF93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4" name="Google Shape;34;p6"/>
            <p:cNvSpPr/>
            <p:nvPr/>
          </p:nvSpPr>
          <p:spPr>
            <a:xfrm>
              <a:off x="5238050" y="3026223"/>
              <a:ext cx="133004" cy="133004"/>
            </a:xfrm>
            <a:prstGeom prst="ellipse">
              <a:avLst/>
            </a:prstGeom>
            <a:noFill/>
            <a:ln w="31750" cap="flat" cmpd="sng">
              <a:solidFill>
                <a:srgbClr val="FEFFF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grpSp>
        <p:nvGrpSpPr>
          <p:cNvPr id="35" name="Google Shape;35;p6"/>
          <p:cNvGrpSpPr/>
          <p:nvPr/>
        </p:nvGrpSpPr>
        <p:grpSpPr>
          <a:xfrm>
            <a:off x="6034300" y="3349053"/>
            <a:ext cx="282632" cy="282632"/>
            <a:chOff x="6114687" y="3278714"/>
            <a:chExt cx="282632" cy="282632"/>
          </a:xfrm>
        </p:grpSpPr>
        <p:sp>
          <p:nvSpPr>
            <p:cNvPr id="36" name="Google Shape;36;p6"/>
            <p:cNvSpPr/>
            <p:nvPr/>
          </p:nvSpPr>
          <p:spPr>
            <a:xfrm>
              <a:off x="6114687" y="3278714"/>
              <a:ext cx="282632" cy="282632"/>
            </a:xfrm>
            <a:prstGeom prst="ellipse">
              <a:avLst/>
            </a:prstGeom>
            <a:solidFill>
              <a:srgbClr val="98C45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7" name="Google Shape;37;p6"/>
            <p:cNvSpPr/>
            <p:nvPr/>
          </p:nvSpPr>
          <p:spPr>
            <a:xfrm>
              <a:off x="6185727" y="3353528"/>
              <a:ext cx="133004" cy="133004"/>
            </a:xfrm>
            <a:prstGeom prst="ellipse">
              <a:avLst/>
            </a:prstGeom>
            <a:noFill/>
            <a:ln w="31750" cap="flat" cmpd="sng">
              <a:solidFill>
                <a:srgbClr val="FEFFF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grpSp>
        <p:nvGrpSpPr>
          <p:cNvPr id="38" name="Google Shape;38;p6"/>
          <p:cNvGrpSpPr/>
          <p:nvPr/>
        </p:nvGrpSpPr>
        <p:grpSpPr>
          <a:xfrm>
            <a:off x="7017883" y="3023473"/>
            <a:ext cx="282632" cy="282632"/>
            <a:chOff x="7098270" y="2953134"/>
            <a:chExt cx="282632" cy="282632"/>
          </a:xfrm>
        </p:grpSpPr>
        <p:sp>
          <p:nvSpPr>
            <p:cNvPr id="39" name="Google Shape;39;p6"/>
            <p:cNvSpPr/>
            <p:nvPr/>
          </p:nvSpPr>
          <p:spPr>
            <a:xfrm>
              <a:off x="7098270" y="2953134"/>
              <a:ext cx="282632" cy="282632"/>
            </a:xfrm>
            <a:prstGeom prst="ellipse">
              <a:avLst/>
            </a:prstGeom>
            <a:solidFill>
              <a:srgbClr val="4AA9C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40" name="Google Shape;40;p6"/>
            <p:cNvSpPr/>
            <p:nvPr/>
          </p:nvSpPr>
          <p:spPr>
            <a:xfrm>
              <a:off x="7169310" y="3027948"/>
              <a:ext cx="133004" cy="133004"/>
            </a:xfrm>
            <a:prstGeom prst="ellipse">
              <a:avLst/>
            </a:prstGeom>
            <a:noFill/>
            <a:ln w="31750" cap="flat" cmpd="sng">
              <a:solidFill>
                <a:srgbClr val="FEFFF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grpSp>
        <p:nvGrpSpPr>
          <p:cNvPr id="41" name="Google Shape;41;p6"/>
          <p:cNvGrpSpPr/>
          <p:nvPr/>
        </p:nvGrpSpPr>
        <p:grpSpPr>
          <a:xfrm>
            <a:off x="7586517" y="2221752"/>
            <a:ext cx="282632" cy="282632"/>
            <a:chOff x="7666904" y="2151413"/>
            <a:chExt cx="282632" cy="282632"/>
          </a:xfrm>
        </p:grpSpPr>
        <p:sp>
          <p:nvSpPr>
            <p:cNvPr id="42" name="Google Shape;42;p6"/>
            <p:cNvSpPr/>
            <p:nvPr/>
          </p:nvSpPr>
          <p:spPr>
            <a:xfrm>
              <a:off x="7666904" y="2151413"/>
              <a:ext cx="282632" cy="282632"/>
            </a:xfrm>
            <a:prstGeom prst="ellipse">
              <a:avLst/>
            </a:prstGeom>
            <a:solidFill>
              <a:srgbClr val="367F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43" name="Google Shape;43;p6"/>
            <p:cNvSpPr/>
            <p:nvPr/>
          </p:nvSpPr>
          <p:spPr>
            <a:xfrm>
              <a:off x="7737944" y="2226227"/>
              <a:ext cx="133004" cy="133004"/>
            </a:xfrm>
            <a:prstGeom prst="ellipse">
              <a:avLst/>
            </a:prstGeom>
            <a:noFill/>
            <a:ln w="31750" cap="flat" cmpd="sng">
              <a:solidFill>
                <a:srgbClr val="FEFFF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pic>
        <p:nvPicPr>
          <p:cNvPr id="44" name="Google Shape;44;p6"/>
          <p:cNvPicPr preferRelativeResize="0"/>
          <p:nvPr/>
        </p:nvPicPr>
        <p:blipFill rotWithShape="1">
          <a:blip r:embed="rId3">
            <a:alphaModFix/>
          </a:blip>
          <a:srcRect/>
          <a:stretch/>
        </p:blipFill>
        <p:spPr>
          <a:xfrm>
            <a:off x="5141619" y="528757"/>
            <a:ext cx="1847520" cy="968999"/>
          </a:xfrm>
          <a:prstGeom prst="rect">
            <a:avLst/>
          </a:prstGeom>
          <a:noFill/>
          <a:ln>
            <a:noFill/>
          </a:ln>
        </p:spPr>
      </p:pic>
      <p:sp>
        <p:nvSpPr>
          <p:cNvPr id="45" name="Google Shape;45;p6"/>
          <p:cNvSpPr/>
          <p:nvPr/>
        </p:nvSpPr>
        <p:spPr>
          <a:xfrm>
            <a:off x="4774690" y="927171"/>
            <a:ext cx="2823701" cy="1248096"/>
          </a:xfrm>
          <a:prstGeom prst="rect">
            <a:avLst/>
          </a:prstGeom>
          <a:noFill/>
          <a:ln>
            <a:noFill/>
          </a:ln>
        </p:spPr>
        <p:txBody>
          <a:bodyPr spcFirstLastPara="1" wrap="square" lIns="91425" tIns="45700" rIns="91425" bIns="45700" anchor="t" anchorCtr="0">
            <a:noAutofit/>
          </a:bodyPr>
          <a:lstStyle/>
          <a:p>
            <a:pPr lvl="0" algn="ctr"/>
            <a:r>
              <a:rPr lang="en-GB" sz="2800" b="1" dirty="0" err="1">
                <a:solidFill>
                  <a:srgbClr val="C00000"/>
                </a:solidFill>
                <a:latin typeface="Tahoma" panose="020B0604030504040204" pitchFamily="34" charset="0"/>
                <a:ea typeface="Tahoma" panose="020B0604030504040204" pitchFamily="34" charset="0"/>
                <a:cs typeface="Tahoma" panose="020B0604030504040204" pitchFamily="34" charset="0"/>
              </a:rPr>
              <a:t>Pemusnahan</a:t>
            </a:r>
            <a:r>
              <a:rPr lang="en-GB" sz="2800" b="1" dirty="0">
                <a:solidFill>
                  <a:srgbClr val="C00000"/>
                </a:solidFill>
                <a:latin typeface="Tahoma" panose="020B0604030504040204" pitchFamily="34" charset="0"/>
                <a:ea typeface="Tahoma" panose="020B0604030504040204" pitchFamily="34" charset="0"/>
                <a:cs typeface="Tahoma" panose="020B0604030504040204" pitchFamily="34" charset="0"/>
              </a:rPr>
              <a:t> </a:t>
            </a:r>
            <a:r>
              <a:rPr lang="en-GB" sz="2800" b="1" dirty="0" err="1">
                <a:solidFill>
                  <a:srgbClr val="C00000"/>
                </a:solidFill>
                <a:latin typeface="Tahoma" panose="020B0604030504040204" pitchFamily="34" charset="0"/>
                <a:ea typeface="Tahoma" panose="020B0604030504040204" pitchFamily="34" charset="0"/>
                <a:cs typeface="Tahoma" panose="020B0604030504040204" pitchFamily="34" charset="0"/>
              </a:rPr>
              <a:t>Rahsia</a:t>
            </a:r>
            <a:r>
              <a:rPr lang="en-GB" sz="2800" b="1" dirty="0">
                <a:solidFill>
                  <a:srgbClr val="C00000"/>
                </a:solidFill>
                <a:latin typeface="Tahoma" panose="020B0604030504040204" pitchFamily="34" charset="0"/>
                <a:ea typeface="Tahoma" panose="020B0604030504040204" pitchFamily="34" charset="0"/>
                <a:cs typeface="Tahoma" panose="020B0604030504040204" pitchFamily="34" charset="0"/>
              </a:rPr>
              <a:t> </a:t>
            </a:r>
            <a:r>
              <a:rPr lang="en-GB" sz="2800" b="1" dirty="0" err="1">
                <a:solidFill>
                  <a:srgbClr val="C00000"/>
                </a:solidFill>
                <a:latin typeface="Tahoma" panose="020B0604030504040204" pitchFamily="34" charset="0"/>
                <a:ea typeface="Tahoma" panose="020B0604030504040204" pitchFamily="34" charset="0"/>
                <a:cs typeface="Tahoma" panose="020B0604030504040204" pitchFamily="34" charset="0"/>
              </a:rPr>
              <a:t>Besar</a:t>
            </a:r>
            <a:endParaRPr dirty="0"/>
          </a:p>
        </p:txBody>
      </p:sp>
      <p:sp>
        <p:nvSpPr>
          <p:cNvPr id="46" name="Google Shape;46;p6"/>
          <p:cNvSpPr/>
          <p:nvPr/>
        </p:nvSpPr>
        <p:spPr>
          <a:xfrm>
            <a:off x="7586517" y="181341"/>
            <a:ext cx="4454055" cy="4191113"/>
          </a:xfrm>
          <a:custGeom>
            <a:avLst/>
            <a:gdLst/>
            <a:ahLst/>
            <a:cxnLst/>
            <a:rect l="l" t="t" r="r" b="b"/>
            <a:pathLst>
              <a:path w="2139406" h="2025432" extrusionOk="0">
                <a:moveTo>
                  <a:pt x="313413" y="0"/>
                </a:moveTo>
                <a:lnTo>
                  <a:pt x="2139406" y="19330"/>
                </a:lnTo>
                <a:cubicBezTo>
                  <a:pt x="2132773" y="645964"/>
                  <a:pt x="1965667" y="1258890"/>
                  <a:pt x="1656056" y="1800339"/>
                </a:cubicBezTo>
                <a:lnTo>
                  <a:pt x="1516193" y="2025432"/>
                </a:lnTo>
                <a:lnTo>
                  <a:pt x="0" y="1006444"/>
                </a:lnTo>
                <a:lnTo>
                  <a:pt x="1726" y="1004135"/>
                </a:lnTo>
                <a:cubicBezTo>
                  <a:pt x="166229" y="760638"/>
                  <a:pt x="273693" y="475440"/>
                  <a:pt x="304944" y="167711"/>
                </a:cubicBezTo>
                <a:lnTo>
                  <a:pt x="313413" y="0"/>
                </a:lnTo>
                <a:close/>
              </a:path>
            </a:pathLst>
          </a:custGeom>
          <a:solidFill>
            <a:srgbClr val="367F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8" name="Google Shape;48;p6"/>
          <p:cNvSpPr/>
          <p:nvPr/>
        </p:nvSpPr>
        <p:spPr>
          <a:xfrm>
            <a:off x="2937608" y="2679570"/>
            <a:ext cx="5571879" cy="3234982"/>
          </a:xfrm>
          <a:custGeom>
            <a:avLst/>
            <a:gdLst/>
            <a:ahLst/>
            <a:cxnLst/>
            <a:rect l="l" t="t" r="r" b="b"/>
            <a:pathLst>
              <a:path w="2295705" h="1931389" extrusionOk="0">
                <a:moveTo>
                  <a:pt x="1703741" y="0"/>
                </a:moveTo>
                <a:lnTo>
                  <a:pt x="2295705" y="1734328"/>
                </a:lnTo>
                <a:lnTo>
                  <a:pt x="2024357" y="1815960"/>
                </a:lnTo>
                <a:cubicBezTo>
                  <a:pt x="1449157" y="1963825"/>
                  <a:pt x="846494" y="1969717"/>
                  <a:pt x="268513" y="1833125"/>
                </a:cubicBezTo>
                <a:lnTo>
                  <a:pt x="0" y="1758038"/>
                </a:lnTo>
                <a:lnTo>
                  <a:pt x="557467" y="6476"/>
                </a:lnTo>
                <a:lnTo>
                  <a:pt x="577335" y="13748"/>
                </a:lnTo>
                <a:cubicBezTo>
                  <a:pt x="749318" y="67241"/>
                  <a:pt x="932172" y="96057"/>
                  <a:pt x="1121756" y="96057"/>
                </a:cubicBezTo>
                <a:cubicBezTo>
                  <a:pt x="1311341" y="96057"/>
                  <a:pt x="1494195" y="67241"/>
                  <a:pt x="1666177" y="13748"/>
                </a:cubicBezTo>
                <a:lnTo>
                  <a:pt x="1703741" y="0"/>
                </a:lnTo>
                <a:close/>
              </a:path>
            </a:pathLst>
          </a:custGeom>
          <a:solidFill>
            <a:srgbClr val="98C454"/>
          </a:solidFill>
          <a:ln>
            <a:noFill/>
          </a:ln>
          <a:effectLst>
            <a:outerShdw blurRad="292100" dist="317500" dir="20640000" sx="97000" sy="97000" algn="b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0" name="Google Shape;50;p6"/>
          <p:cNvSpPr/>
          <p:nvPr/>
        </p:nvSpPr>
        <p:spPr>
          <a:xfrm>
            <a:off x="598104" y="238167"/>
            <a:ext cx="4005536" cy="3660480"/>
          </a:xfrm>
          <a:custGeom>
            <a:avLst/>
            <a:gdLst/>
            <a:ahLst/>
            <a:cxnLst/>
            <a:rect l="l" t="t" r="r" b="b"/>
            <a:pathLst>
              <a:path w="2194677" h="2166515" extrusionOk="0">
                <a:moveTo>
                  <a:pt x="8" y="0"/>
                </a:moveTo>
                <a:lnTo>
                  <a:pt x="1845637" y="3772"/>
                </a:lnTo>
                <a:lnTo>
                  <a:pt x="1845449" y="7492"/>
                </a:lnTo>
                <a:cubicBezTo>
                  <a:pt x="1845449" y="386661"/>
                  <a:pt x="1960716" y="738908"/>
                  <a:pt x="2158119" y="1031104"/>
                </a:cubicBezTo>
                <a:lnTo>
                  <a:pt x="2194677" y="1079992"/>
                </a:lnTo>
                <a:lnTo>
                  <a:pt x="703995" y="2166515"/>
                </a:lnTo>
                <a:lnTo>
                  <a:pt x="549584" y="1938208"/>
                </a:lnTo>
                <a:cubicBezTo>
                  <a:pt x="190014" y="1357808"/>
                  <a:pt x="-1396" y="686634"/>
                  <a:pt x="8" y="0"/>
                </a:cubicBezTo>
                <a:close/>
              </a:path>
            </a:pathLst>
          </a:custGeom>
          <a:solidFill>
            <a:srgbClr val="E06438"/>
          </a:solidFill>
          <a:ln>
            <a:noFill/>
          </a:ln>
          <a:effectLst>
            <a:outerShdw blurRad="292100" dist="266700" dir="324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1" name="Google Shape;51;p6"/>
          <p:cNvSpPr/>
          <p:nvPr/>
        </p:nvSpPr>
        <p:spPr>
          <a:xfrm>
            <a:off x="1495972" y="2626264"/>
            <a:ext cx="950126" cy="950126"/>
          </a:xfrm>
          <a:prstGeom prst="ellipse">
            <a:avLst/>
          </a:prstGeom>
          <a:gradFill>
            <a:gsLst>
              <a:gs pos="0">
                <a:srgbClr val="E3E6E9"/>
              </a:gs>
              <a:gs pos="100000">
                <a:srgbClr val="FFFFFF"/>
              </a:gs>
            </a:gsLst>
            <a:path path="circle">
              <a:fillToRect r="100000" b="100000"/>
            </a:path>
            <a:tileRect l="-100000" t="-100000"/>
          </a:gradFill>
          <a:ln w="9525" cap="flat" cmpd="sng">
            <a:solidFill>
              <a:schemeClr val="lt1"/>
            </a:solidFill>
            <a:prstDash val="solid"/>
            <a:miter lim="800000"/>
            <a:headEnd type="none" w="sm" len="sm"/>
            <a:tailEnd type="none" w="sm" len="sm"/>
          </a:ln>
          <a:effectLst>
            <a:outerShdw blurRad="190500" dist="203200" dir="3000000" sx="93000" sy="93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52" name="Google Shape;52;p6"/>
          <p:cNvSpPr/>
          <p:nvPr/>
        </p:nvSpPr>
        <p:spPr>
          <a:xfrm>
            <a:off x="2361389" y="4325223"/>
            <a:ext cx="950126" cy="950126"/>
          </a:xfrm>
          <a:prstGeom prst="ellipse">
            <a:avLst/>
          </a:prstGeom>
          <a:gradFill>
            <a:gsLst>
              <a:gs pos="0">
                <a:srgbClr val="E3E6E9"/>
              </a:gs>
              <a:gs pos="100000">
                <a:srgbClr val="FFFFFF"/>
              </a:gs>
            </a:gsLst>
            <a:path path="circle">
              <a:fillToRect r="100000" b="100000"/>
            </a:path>
            <a:tileRect l="-100000" t="-100000"/>
          </a:gradFill>
          <a:ln w="9525" cap="flat" cmpd="sng">
            <a:solidFill>
              <a:schemeClr val="lt1"/>
            </a:solidFill>
            <a:prstDash val="solid"/>
            <a:miter lim="800000"/>
            <a:headEnd type="none" w="sm" len="sm"/>
            <a:tailEnd type="none" w="sm" len="sm"/>
          </a:ln>
          <a:effectLst>
            <a:outerShdw blurRad="190500" dist="203200" dir="3000000" sx="93000" sy="93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53" name="Google Shape;53;p6"/>
          <p:cNvSpPr/>
          <p:nvPr/>
        </p:nvSpPr>
        <p:spPr>
          <a:xfrm>
            <a:off x="8036916" y="4896493"/>
            <a:ext cx="950126" cy="950126"/>
          </a:xfrm>
          <a:prstGeom prst="ellipse">
            <a:avLst/>
          </a:prstGeom>
          <a:gradFill>
            <a:gsLst>
              <a:gs pos="0">
                <a:srgbClr val="E3E6E9"/>
              </a:gs>
              <a:gs pos="100000">
                <a:srgbClr val="FFFFFF"/>
              </a:gs>
            </a:gsLst>
            <a:path path="circle">
              <a:fillToRect r="100000" b="100000"/>
            </a:path>
            <a:tileRect l="-100000" t="-100000"/>
          </a:gradFill>
          <a:ln w="9525" cap="flat" cmpd="sng">
            <a:solidFill>
              <a:schemeClr val="lt1"/>
            </a:solidFill>
            <a:prstDash val="solid"/>
            <a:miter lim="800000"/>
            <a:headEnd type="none" w="sm" len="sm"/>
            <a:tailEnd type="none" w="sm" len="sm"/>
          </a:ln>
          <a:effectLst>
            <a:outerShdw blurRad="190500" dist="203200" dir="3000000" sx="93000" sy="93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54" name="Google Shape;54;p6"/>
          <p:cNvSpPr/>
          <p:nvPr/>
        </p:nvSpPr>
        <p:spPr>
          <a:xfrm>
            <a:off x="8169366" y="3688623"/>
            <a:ext cx="950126" cy="950126"/>
          </a:xfrm>
          <a:prstGeom prst="ellipse">
            <a:avLst/>
          </a:prstGeom>
          <a:gradFill>
            <a:gsLst>
              <a:gs pos="0">
                <a:srgbClr val="E3E6E9"/>
              </a:gs>
              <a:gs pos="100000">
                <a:srgbClr val="FFFFFF"/>
              </a:gs>
            </a:gsLst>
            <a:path path="circle">
              <a:fillToRect r="100000" b="100000"/>
            </a:path>
            <a:tileRect l="-100000" t="-100000"/>
          </a:gradFill>
          <a:ln w="9525" cap="flat" cmpd="sng">
            <a:solidFill>
              <a:schemeClr val="lt1"/>
            </a:solidFill>
            <a:prstDash val="solid"/>
            <a:miter lim="800000"/>
            <a:headEnd type="none" w="sm" len="sm"/>
            <a:tailEnd type="none" w="sm" len="sm"/>
          </a:ln>
          <a:effectLst>
            <a:outerShdw blurRad="190500" dist="203200" dir="3000000" sx="93000" sy="93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55" name="Google Shape;55;p6"/>
          <p:cNvSpPr/>
          <p:nvPr/>
        </p:nvSpPr>
        <p:spPr>
          <a:xfrm>
            <a:off x="10086219" y="3113375"/>
            <a:ext cx="950126" cy="950126"/>
          </a:xfrm>
          <a:prstGeom prst="ellipse">
            <a:avLst/>
          </a:prstGeom>
          <a:gradFill>
            <a:gsLst>
              <a:gs pos="0">
                <a:srgbClr val="E3E6E9"/>
              </a:gs>
              <a:gs pos="100000">
                <a:srgbClr val="FFFFFF"/>
              </a:gs>
            </a:gsLst>
            <a:path path="circle">
              <a:fillToRect r="100000" b="100000"/>
            </a:path>
            <a:tileRect l="-100000" t="-100000"/>
          </a:gradFill>
          <a:ln w="9525" cap="flat" cmpd="sng">
            <a:solidFill>
              <a:schemeClr val="lt1"/>
            </a:solidFill>
            <a:prstDash val="solid"/>
            <a:miter lim="800000"/>
            <a:headEnd type="none" w="sm" len="sm"/>
            <a:tailEnd type="none" w="sm" len="sm"/>
          </a:ln>
          <a:effectLst>
            <a:outerShdw blurRad="190500" dist="203200" dir="3000000" sx="93000" sy="93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57" name="Google Shape;57;p6"/>
          <p:cNvSpPr/>
          <p:nvPr/>
        </p:nvSpPr>
        <p:spPr>
          <a:xfrm>
            <a:off x="872578" y="355722"/>
            <a:ext cx="3370989" cy="2592278"/>
          </a:xfrm>
          <a:prstGeom prst="rect">
            <a:avLst/>
          </a:prstGeom>
          <a:noFill/>
          <a:ln>
            <a:noFill/>
          </a:ln>
        </p:spPr>
        <p:txBody>
          <a:bodyPr spcFirstLastPara="1" wrap="square" lIns="42950" tIns="21475" rIns="42950" bIns="21475" anchor="t" anchorCtr="0">
            <a:noAutofit/>
          </a:bodyPr>
          <a:lstStyle/>
          <a:p>
            <a:pPr lvl="0" algn="just"/>
            <a:r>
              <a:rPr lang="fi-FI" sz="2000" dirty="0">
                <a:latin typeface="Tahoma" panose="020B0604030504040204" pitchFamily="34" charset="0"/>
                <a:ea typeface="Tahoma" panose="020B0604030504040204" pitchFamily="34" charset="0"/>
                <a:cs typeface="Tahoma" panose="020B0604030504040204" pitchFamily="34" charset="0"/>
              </a:rPr>
              <a:t>Apabila ”</a:t>
            </a:r>
            <a:r>
              <a:rPr lang="ms-MY" sz="2000" dirty="0">
                <a:latin typeface="Tahoma" panose="020B0604030504040204" pitchFamily="34" charset="0"/>
                <a:ea typeface="Tahoma" panose="020B0604030504040204" pitchFamily="34" charset="0"/>
                <a:cs typeface="Tahoma" panose="020B0604030504040204" pitchFamily="34" charset="0"/>
              </a:rPr>
              <a:t>Rahsia Besar” dimusnahkan, suatu sijil pemusnahan “Rahsia Besar” hendaklah dikeluarkan terhadap “Rahsia Besar” tersebut oleh Jabatan yang membuat pemusnahan</a:t>
            </a:r>
            <a:r>
              <a:rPr lang="en-GB" sz="2000" dirty="0">
                <a:latin typeface="Tahoma" panose="020B0604030504040204" pitchFamily="34" charset="0"/>
                <a:ea typeface="Tahoma" panose="020B0604030504040204" pitchFamily="34" charset="0"/>
                <a:cs typeface="Tahoma" panose="020B0604030504040204" pitchFamily="34" charset="0"/>
              </a:rPr>
              <a:t>. </a:t>
            </a:r>
          </a:p>
        </p:txBody>
      </p:sp>
      <p:pic>
        <p:nvPicPr>
          <p:cNvPr id="58" name="Google Shape;58;p6"/>
          <p:cNvPicPr preferRelativeResize="0"/>
          <p:nvPr/>
        </p:nvPicPr>
        <p:blipFill rotWithShape="1">
          <a:blip r:embed="rId4">
            <a:alphaModFix/>
          </a:blip>
          <a:srcRect r="78665" b="73542"/>
          <a:stretch/>
        </p:blipFill>
        <p:spPr>
          <a:xfrm>
            <a:off x="1685303" y="2859391"/>
            <a:ext cx="592672" cy="598993"/>
          </a:xfrm>
          <a:prstGeom prst="rect">
            <a:avLst/>
          </a:prstGeom>
          <a:noFill/>
          <a:ln>
            <a:noFill/>
          </a:ln>
        </p:spPr>
      </p:pic>
      <p:pic>
        <p:nvPicPr>
          <p:cNvPr id="61" name="Google Shape;61;p6"/>
          <p:cNvPicPr preferRelativeResize="0"/>
          <p:nvPr/>
        </p:nvPicPr>
        <p:blipFill rotWithShape="1">
          <a:blip r:embed="rId5">
            <a:alphaModFix/>
          </a:blip>
          <a:srcRect l="53264" t="36049" r="25400" b="37492"/>
          <a:stretch/>
        </p:blipFill>
        <p:spPr>
          <a:xfrm>
            <a:off x="2534188" y="4421483"/>
            <a:ext cx="592672" cy="598993"/>
          </a:xfrm>
          <a:prstGeom prst="rect">
            <a:avLst/>
          </a:prstGeom>
          <a:noFill/>
          <a:ln>
            <a:noFill/>
          </a:ln>
        </p:spPr>
      </p:pic>
      <p:sp>
        <p:nvSpPr>
          <p:cNvPr id="63" name="Google Shape;63;p6"/>
          <p:cNvSpPr/>
          <p:nvPr/>
        </p:nvSpPr>
        <p:spPr>
          <a:xfrm>
            <a:off x="3580765" y="3012587"/>
            <a:ext cx="4418850" cy="2869673"/>
          </a:xfrm>
          <a:prstGeom prst="rect">
            <a:avLst/>
          </a:prstGeom>
          <a:noFill/>
          <a:ln>
            <a:noFill/>
          </a:ln>
        </p:spPr>
        <p:txBody>
          <a:bodyPr spcFirstLastPara="1" wrap="square" lIns="42950" tIns="21475" rIns="42950" bIns="21475" anchor="t" anchorCtr="0">
            <a:noAutofit/>
          </a:bodyPr>
          <a:lstStyle/>
          <a:p>
            <a:pPr lvl="0" algn="just"/>
            <a:r>
              <a:rPr lang="ms-MY" sz="2000" dirty="0">
                <a:latin typeface="Tahoma" panose="020B0604030504040204" pitchFamily="34" charset="0"/>
                <a:ea typeface="Tahoma" panose="020B0604030504040204" pitchFamily="34" charset="0"/>
                <a:cs typeface="Tahoma" panose="020B0604030504040204" pitchFamily="34" charset="0"/>
              </a:rPr>
              <a:t>Sekiranya pemula “Rahsia Besar “ itu adalah Jabatan lain daripada Jabatan yang memusnahkan “Rahsia Besar” tersebut, maka Jabatan yang membuat pemusnahan terhadap “Rahsia Besar” itu hendaklah menghantar sijil pemusnahan kepada pemula “Rahsia Besar” tersebut sebagai makluman</a:t>
            </a:r>
            <a:r>
              <a:rPr lang="en-GB" sz="2000" dirty="0">
                <a:latin typeface="Tahoma" panose="020B0604030504040204" pitchFamily="34" charset="0"/>
                <a:ea typeface="Tahoma" panose="020B0604030504040204" pitchFamily="34" charset="0"/>
                <a:cs typeface="Tahoma" panose="020B0604030504040204" pitchFamily="34" charset="0"/>
              </a:rPr>
              <a:t>. </a:t>
            </a:r>
          </a:p>
          <a:p>
            <a:pPr lvl="0" algn="just"/>
            <a:endParaRPr lang="en-GB" sz="1000" dirty="0">
              <a:latin typeface="Tahoma" panose="020B0604030504040204" pitchFamily="34" charset="0"/>
              <a:ea typeface="Tahoma" panose="020B0604030504040204" pitchFamily="34" charset="0"/>
              <a:cs typeface="Tahoma" panose="020B0604030504040204" pitchFamily="34" charset="0"/>
            </a:endParaRPr>
          </a:p>
        </p:txBody>
      </p:sp>
      <p:pic>
        <p:nvPicPr>
          <p:cNvPr id="64" name="Google Shape;64;p6"/>
          <p:cNvPicPr preferRelativeResize="0"/>
          <p:nvPr/>
        </p:nvPicPr>
        <p:blipFill rotWithShape="1">
          <a:blip r:embed="rId6">
            <a:alphaModFix/>
          </a:blip>
          <a:srcRect l="826" t="36777" r="77838" b="36765"/>
          <a:stretch/>
        </p:blipFill>
        <p:spPr>
          <a:xfrm>
            <a:off x="8173176" y="4975852"/>
            <a:ext cx="592672" cy="598993"/>
          </a:xfrm>
          <a:prstGeom prst="rect">
            <a:avLst/>
          </a:prstGeom>
          <a:noFill/>
          <a:ln>
            <a:noFill/>
          </a:ln>
        </p:spPr>
      </p:pic>
      <p:pic>
        <p:nvPicPr>
          <p:cNvPr id="67" name="Google Shape;67;p6"/>
          <p:cNvPicPr preferRelativeResize="0"/>
          <p:nvPr/>
        </p:nvPicPr>
        <p:blipFill rotWithShape="1">
          <a:blip r:embed="rId7">
            <a:alphaModFix/>
          </a:blip>
          <a:srcRect l="49693" t="74576" r="28972" b="-1033"/>
          <a:stretch/>
        </p:blipFill>
        <p:spPr>
          <a:xfrm>
            <a:off x="8418928" y="3830233"/>
            <a:ext cx="592672" cy="598993"/>
          </a:xfrm>
          <a:prstGeom prst="rect">
            <a:avLst/>
          </a:prstGeom>
          <a:noFill/>
          <a:ln>
            <a:noFill/>
          </a:ln>
        </p:spPr>
      </p:pic>
      <p:sp>
        <p:nvSpPr>
          <p:cNvPr id="69" name="Google Shape;69;p6"/>
          <p:cNvSpPr/>
          <p:nvPr/>
        </p:nvSpPr>
        <p:spPr>
          <a:xfrm>
            <a:off x="8000305" y="331894"/>
            <a:ext cx="3690050" cy="3327489"/>
          </a:xfrm>
          <a:prstGeom prst="rect">
            <a:avLst/>
          </a:prstGeom>
          <a:noFill/>
          <a:ln>
            <a:noFill/>
          </a:ln>
        </p:spPr>
        <p:txBody>
          <a:bodyPr spcFirstLastPara="1" wrap="square" lIns="42950" tIns="21475" rIns="42950" bIns="21475" anchor="t" anchorCtr="0">
            <a:noAutofit/>
          </a:bodyPr>
          <a:lstStyle/>
          <a:p>
            <a:pPr lvl="0" algn="just"/>
            <a:r>
              <a:rPr lang="ms-MY" sz="2000" dirty="0">
                <a:latin typeface="Tahoma" panose="020B0604030504040204" pitchFamily="34" charset="0"/>
                <a:ea typeface="Tahoma" panose="020B0604030504040204" pitchFamily="34" charset="0"/>
                <a:cs typeface="Tahoma" panose="020B0604030504040204" pitchFamily="34" charset="0"/>
              </a:rPr>
              <a:t>Dalam</a:t>
            </a:r>
            <a:r>
              <a:rPr lang="en-GB" sz="2000" dirty="0">
                <a:latin typeface="Tahoma" panose="020B0604030504040204" pitchFamily="34" charset="0"/>
                <a:ea typeface="Tahoma" panose="020B0604030504040204" pitchFamily="34" charset="0"/>
                <a:cs typeface="Tahoma" panose="020B0604030504040204" pitchFamily="34" charset="0"/>
              </a:rPr>
              <a:t> </a:t>
            </a:r>
            <a:r>
              <a:rPr lang="ms-MY" sz="2000" dirty="0">
                <a:latin typeface="Tahoma" panose="020B0604030504040204" pitchFamily="34" charset="0"/>
                <a:ea typeface="Tahoma" panose="020B0604030504040204" pitchFamily="34" charset="0"/>
                <a:cs typeface="Tahoma" panose="020B0604030504040204" pitchFamily="34" charset="0"/>
              </a:rPr>
              <a:t>keadaan</a:t>
            </a:r>
            <a:r>
              <a:rPr lang="en-GB" sz="2000" dirty="0">
                <a:latin typeface="Tahoma" panose="020B0604030504040204" pitchFamily="34" charset="0"/>
                <a:ea typeface="Tahoma" panose="020B0604030504040204" pitchFamily="34" charset="0"/>
                <a:cs typeface="Tahoma" panose="020B0604030504040204" pitchFamily="34" charset="0"/>
              </a:rPr>
              <a:t> </a:t>
            </a:r>
            <a:r>
              <a:rPr lang="ms-MY" sz="2000" dirty="0">
                <a:latin typeface="Tahoma" panose="020B0604030504040204" pitchFamily="34" charset="0"/>
                <a:ea typeface="Tahoma" panose="020B0604030504040204" pitchFamily="34" charset="0"/>
                <a:cs typeface="Tahoma" panose="020B0604030504040204" pitchFamily="34" charset="0"/>
              </a:rPr>
              <a:t>terkecuali iaitu peraturan ini tidak dapat dipatuhi misalnya kerana pemula tidak wujud lagi, rujukan kepada </a:t>
            </a:r>
            <a:r>
              <a:rPr lang="fi-FI" sz="2000" dirty="0">
                <a:latin typeface="Tahoma" panose="020B0604030504040204" pitchFamily="34" charset="0"/>
                <a:ea typeface="Tahoma" panose="020B0604030504040204" pitchFamily="34" charset="0"/>
                <a:cs typeface="Tahoma" panose="020B0604030504040204" pitchFamily="34" charset="0"/>
              </a:rPr>
              <a:t>Ketua Pengarah Keselamatan Kerajaan </a:t>
            </a:r>
            <a:r>
              <a:rPr lang="ms-MY" sz="2000" dirty="0">
                <a:latin typeface="Tahoma" panose="020B0604030504040204" pitchFamily="34" charset="0"/>
                <a:ea typeface="Tahoma" panose="020B0604030504040204" pitchFamily="34" charset="0"/>
                <a:cs typeface="Tahoma" panose="020B0604030504040204" pitchFamily="34" charset="0"/>
              </a:rPr>
              <a:t>hendaklah dibuat sebelum “Rahsia Besar” tersebut dimusnahkan</a:t>
            </a:r>
            <a:r>
              <a:rPr lang="en-GB" sz="2000" dirty="0">
                <a:latin typeface="Tahoma" panose="020B0604030504040204" pitchFamily="34" charset="0"/>
                <a:ea typeface="Tahoma" panose="020B0604030504040204" pitchFamily="34" charset="0"/>
                <a:cs typeface="Tahoma" panose="020B0604030504040204" pitchFamily="34" charset="0"/>
              </a:rPr>
              <a:t>.</a:t>
            </a:r>
            <a:endParaRPr lang="en-MY" sz="2000" dirty="0">
              <a:latin typeface="Tahoma" panose="020B0604030504040204" pitchFamily="34" charset="0"/>
              <a:ea typeface="Tahoma" panose="020B0604030504040204" pitchFamily="34" charset="0"/>
              <a:cs typeface="Tahoma" panose="020B0604030504040204" pitchFamily="34" charset="0"/>
            </a:endParaRPr>
          </a:p>
        </p:txBody>
      </p:sp>
      <p:pic>
        <p:nvPicPr>
          <p:cNvPr id="70" name="Google Shape;70;p6"/>
          <p:cNvPicPr preferRelativeResize="0"/>
          <p:nvPr/>
        </p:nvPicPr>
        <p:blipFill rotWithShape="1">
          <a:blip r:embed="rId8">
            <a:alphaModFix/>
          </a:blip>
          <a:srcRect l="80310" t="36069" r="-1645" b="37473"/>
          <a:stretch/>
        </p:blipFill>
        <p:spPr>
          <a:xfrm>
            <a:off x="10285207" y="3349053"/>
            <a:ext cx="592672" cy="598993"/>
          </a:xfrm>
          <a:prstGeom prst="rect">
            <a:avLst/>
          </a:prstGeom>
          <a:noFill/>
          <a:ln>
            <a:noFill/>
          </a:ln>
        </p:spPr>
      </p:pic>
      <p:pic>
        <p:nvPicPr>
          <p:cNvPr id="71" name="Picture 70">
            <a:extLst>
              <a:ext uri="{FF2B5EF4-FFF2-40B4-BE49-F238E27FC236}">
                <a16:creationId xmlns="" xmlns:a16="http://schemas.microsoft.com/office/drawing/2014/main" id="{405C05AE-9D12-439E-90E0-B95110F59978}"/>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903582" y="5842997"/>
            <a:ext cx="835393" cy="669380"/>
          </a:xfrm>
          <a:prstGeom prst="rect">
            <a:avLst/>
          </a:prstGeom>
        </p:spPr>
      </p:pic>
      <p:sp>
        <p:nvSpPr>
          <p:cNvPr id="72" name="TextBox 71">
            <a:extLst>
              <a:ext uri="{FF2B5EF4-FFF2-40B4-BE49-F238E27FC236}">
                <a16:creationId xmlns="" xmlns:a16="http://schemas.microsoft.com/office/drawing/2014/main" id="{39FEBC93-7FFA-4761-A84F-066EFD129AE0}"/>
              </a:ext>
            </a:extLst>
          </p:cNvPr>
          <p:cNvSpPr txBox="1"/>
          <p:nvPr/>
        </p:nvSpPr>
        <p:spPr>
          <a:xfrm>
            <a:off x="2044213" y="5977632"/>
            <a:ext cx="6106049" cy="400110"/>
          </a:xfrm>
          <a:prstGeom prst="rect">
            <a:avLst/>
          </a:prstGeom>
          <a:noFill/>
        </p:spPr>
        <p:txBody>
          <a:bodyPr wrap="square">
            <a:spAutoFit/>
          </a:bodyPr>
          <a:lstStyle/>
          <a:p>
            <a:pPr>
              <a:defRPr/>
            </a:pPr>
            <a:r>
              <a:rPr lang="en-US" sz="1000" spc="280" dirty="0"/>
              <a:t>PEJABAT KETUA PEGAWAI KESELAMATAN KERAJAAN MALAYSIA</a:t>
            </a:r>
          </a:p>
          <a:p>
            <a:pPr>
              <a:defRPr/>
            </a:pPr>
            <a:r>
              <a:rPr lang="en-US" sz="1000" spc="280" dirty="0"/>
              <a:t>JABATAN PERDANA MENTERI</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500"/>
                                        <p:tgtEl>
                                          <p:spTgt spid="23"/>
                                        </p:tgtEl>
                                        <p:attrNameLst>
                                          <p:attrName>ppt_w</p:attrName>
                                        </p:attrNameLst>
                                      </p:cBhvr>
                                      <p:tavLst>
                                        <p:tav tm="0">
                                          <p:val>
                                            <p:strVal val="0"/>
                                          </p:val>
                                        </p:tav>
                                        <p:tav tm="100000">
                                          <p:val>
                                            <p:strVal val="#ppt_w"/>
                                          </p:val>
                                        </p:tav>
                                      </p:tavLst>
                                    </p:anim>
                                    <p:anim calcmode="lin" valueType="num">
                                      <p:cBhvr additive="base">
                                        <p:cTn id="8" dur="500"/>
                                        <p:tgtEl>
                                          <p:spTgt spid="23"/>
                                        </p:tgtEl>
                                        <p:attrNameLst>
                                          <p:attrName>ppt_h</p:attrName>
                                        </p:attrNameLst>
                                      </p:cBhvr>
                                      <p:tavLst>
                                        <p:tav tm="0">
                                          <p:val>
                                            <p:strVal val="0"/>
                                          </p:val>
                                        </p:tav>
                                        <p:tav tm="100000">
                                          <p:val>
                                            <p:strVal val="#ppt_h"/>
                                          </p:val>
                                        </p:tav>
                                      </p:tavLst>
                                    </p:anim>
                                  </p:childTnLst>
                                </p:cTn>
                              </p:par>
                            </p:childTnLst>
                          </p:cTn>
                        </p:par>
                        <p:par>
                          <p:cTn id="9" fill="hold">
                            <p:stCondLst>
                              <p:cond delay="500"/>
                            </p:stCondLst>
                            <p:childTnLst>
                              <p:par>
                                <p:cTn id="10" presetID="23" presetClass="entr" presetSubtype="16" fill="hold" nodeType="afterEffect">
                                  <p:stCondLst>
                                    <p:cond delay="0"/>
                                  </p:stCondLst>
                                  <p:childTnLst>
                                    <p:set>
                                      <p:cBhvr>
                                        <p:cTn id="11" dur="1" fill="hold">
                                          <p:stCondLst>
                                            <p:cond delay="0"/>
                                          </p:stCondLst>
                                        </p:cTn>
                                        <p:tgtEl>
                                          <p:spTgt spid="44"/>
                                        </p:tgtEl>
                                        <p:attrNameLst>
                                          <p:attrName>style.visibility</p:attrName>
                                        </p:attrNameLst>
                                      </p:cBhvr>
                                      <p:to>
                                        <p:strVal val="visible"/>
                                      </p:to>
                                    </p:set>
                                    <p:anim calcmode="lin" valueType="num">
                                      <p:cBhvr additive="base">
                                        <p:cTn id="12" dur="500"/>
                                        <p:tgtEl>
                                          <p:spTgt spid="44"/>
                                        </p:tgtEl>
                                        <p:attrNameLst>
                                          <p:attrName>ppt_w</p:attrName>
                                        </p:attrNameLst>
                                      </p:cBhvr>
                                      <p:tavLst>
                                        <p:tav tm="0">
                                          <p:val>
                                            <p:strVal val="0"/>
                                          </p:val>
                                        </p:tav>
                                        <p:tav tm="100000">
                                          <p:val>
                                            <p:strVal val="#ppt_w"/>
                                          </p:val>
                                        </p:tav>
                                      </p:tavLst>
                                    </p:anim>
                                    <p:anim calcmode="lin" valueType="num">
                                      <p:cBhvr additive="base">
                                        <p:cTn id="13" dur="500"/>
                                        <p:tgtEl>
                                          <p:spTgt spid="44"/>
                                        </p:tgtEl>
                                        <p:attrNameLst>
                                          <p:attrName>ppt_h</p:attrName>
                                        </p:attrNameLst>
                                      </p:cBhvr>
                                      <p:tavLst>
                                        <p:tav tm="0">
                                          <p:val>
                                            <p:strVal val="0"/>
                                          </p:val>
                                        </p:tav>
                                        <p:tav tm="100000">
                                          <p:val>
                                            <p:strVal val="#ppt_h"/>
                                          </p:val>
                                        </p:tav>
                                      </p:tavLst>
                                    </p:anim>
                                  </p:childTnLst>
                                </p:cTn>
                              </p:par>
                            </p:childTnLst>
                          </p:cTn>
                        </p:par>
                        <p:par>
                          <p:cTn id="14" fill="hold">
                            <p:stCondLst>
                              <p:cond delay="1000"/>
                            </p:stCondLst>
                            <p:childTnLst>
                              <p:par>
                                <p:cTn id="15" presetID="23" presetClass="entr" presetSubtype="16" fill="hold" nodeType="afterEffect">
                                  <p:stCondLst>
                                    <p:cond delay="0"/>
                                  </p:stCondLst>
                                  <p:childTnLst>
                                    <p:set>
                                      <p:cBhvr>
                                        <p:cTn id="16" dur="1" fill="hold">
                                          <p:stCondLst>
                                            <p:cond delay="0"/>
                                          </p:stCondLst>
                                        </p:cTn>
                                        <p:tgtEl>
                                          <p:spTgt spid="45"/>
                                        </p:tgtEl>
                                        <p:attrNameLst>
                                          <p:attrName>style.visibility</p:attrName>
                                        </p:attrNameLst>
                                      </p:cBhvr>
                                      <p:to>
                                        <p:strVal val="visible"/>
                                      </p:to>
                                    </p:set>
                                    <p:anim calcmode="lin" valueType="num">
                                      <p:cBhvr additive="base">
                                        <p:cTn id="17" dur="500"/>
                                        <p:tgtEl>
                                          <p:spTgt spid="45"/>
                                        </p:tgtEl>
                                        <p:attrNameLst>
                                          <p:attrName>ppt_w</p:attrName>
                                        </p:attrNameLst>
                                      </p:cBhvr>
                                      <p:tavLst>
                                        <p:tav tm="0">
                                          <p:val>
                                            <p:strVal val="0"/>
                                          </p:val>
                                        </p:tav>
                                        <p:tav tm="100000">
                                          <p:val>
                                            <p:strVal val="#ppt_w"/>
                                          </p:val>
                                        </p:tav>
                                      </p:tavLst>
                                    </p:anim>
                                    <p:anim calcmode="lin" valueType="num">
                                      <p:cBhvr additive="base">
                                        <p:cTn id="18" dur="500"/>
                                        <p:tgtEl>
                                          <p:spTgt spid="45"/>
                                        </p:tgtEl>
                                        <p:attrNameLst>
                                          <p:attrName>ppt_h</p:attrName>
                                        </p:attrNameLst>
                                      </p:cBhvr>
                                      <p:tavLst>
                                        <p:tav tm="0">
                                          <p:val>
                                            <p:strVal val="0"/>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9"/>
                                        </p:tgtEl>
                                        <p:attrNameLst>
                                          <p:attrName>style.visibility</p:attrName>
                                        </p:attrNameLst>
                                      </p:cBhvr>
                                      <p:to>
                                        <p:strVal val="visible"/>
                                      </p:to>
                                    </p:set>
                                    <p:animEffect transition="in" filter="fade">
                                      <p:cBhvr>
                                        <p:cTn id="23" dur="500"/>
                                        <p:tgtEl>
                                          <p:spTgt spid="29"/>
                                        </p:tgtEl>
                                      </p:cBhvr>
                                    </p:animEffect>
                                  </p:childTnLst>
                                </p:cTn>
                              </p:par>
                            </p:childTnLst>
                          </p:cTn>
                        </p:par>
                        <p:par>
                          <p:cTn id="24" fill="hold">
                            <p:stCondLst>
                              <p:cond delay="500"/>
                            </p:stCondLst>
                            <p:childTnLst>
                              <p:par>
                                <p:cTn id="25" presetID="10" presetClass="entr" presetSubtype="0" fill="hold" nodeType="after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fade">
                                      <p:cBhvr>
                                        <p:cTn id="27" dur="500"/>
                                        <p:tgtEl>
                                          <p:spTgt spid="24"/>
                                        </p:tgtEl>
                                      </p:cBhvr>
                                    </p:animEffect>
                                  </p:childTnLst>
                                </p:cTn>
                              </p:par>
                            </p:childTnLst>
                          </p:cTn>
                        </p:par>
                        <p:par>
                          <p:cTn id="28" fill="hold">
                            <p:stCondLst>
                              <p:cond delay="1000"/>
                            </p:stCondLst>
                            <p:childTnLst>
                              <p:par>
                                <p:cTn id="29" presetID="10" presetClass="entr" presetSubtype="0" fill="hold" nodeType="afterEffect">
                                  <p:stCondLst>
                                    <p:cond delay="0"/>
                                  </p:stCondLst>
                                  <p:childTnLst>
                                    <p:set>
                                      <p:cBhvr>
                                        <p:cTn id="30" dur="1" fill="hold">
                                          <p:stCondLst>
                                            <p:cond delay="0"/>
                                          </p:stCondLst>
                                        </p:cTn>
                                        <p:tgtEl>
                                          <p:spTgt spid="50"/>
                                        </p:tgtEl>
                                        <p:attrNameLst>
                                          <p:attrName>style.visibility</p:attrName>
                                        </p:attrNameLst>
                                      </p:cBhvr>
                                      <p:to>
                                        <p:strVal val="visible"/>
                                      </p:to>
                                    </p:set>
                                    <p:animEffect transition="in" filter="fade">
                                      <p:cBhvr>
                                        <p:cTn id="31" dur="500"/>
                                        <p:tgtEl>
                                          <p:spTgt spid="50"/>
                                        </p:tgtEl>
                                      </p:cBhvr>
                                    </p:animEffect>
                                  </p:childTnLst>
                                </p:cTn>
                              </p:par>
                            </p:childTnLst>
                          </p:cTn>
                        </p:par>
                        <p:par>
                          <p:cTn id="32" fill="hold">
                            <p:stCondLst>
                              <p:cond delay="1500"/>
                            </p:stCondLst>
                            <p:childTnLst>
                              <p:par>
                                <p:cTn id="33" presetID="10" presetClass="entr" presetSubtype="0" fill="hold" nodeType="afterEffect">
                                  <p:stCondLst>
                                    <p:cond delay="0"/>
                                  </p:stCondLst>
                                  <p:childTnLst>
                                    <p:set>
                                      <p:cBhvr>
                                        <p:cTn id="34" dur="1" fill="hold">
                                          <p:stCondLst>
                                            <p:cond delay="0"/>
                                          </p:stCondLst>
                                        </p:cTn>
                                        <p:tgtEl>
                                          <p:spTgt spid="51"/>
                                        </p:tgtEl>
                                        <p:attrNameLst>
                                          <p:attrName>style.visibility</p:attrName>
                                        </p:attrNameLst>
                                      </p:cBhvr>
                                      <p:to>
                                        <p:strVal val="visible"/>
                                      </p:to>
                                    </p:set>
                                    <p:animEffect transition="in" filter="fade">
                                      <p:cBhvr>
                                        <p:cTn id="35" dur="500"/>
                                        <p:tgtEl>
                                          <p:spTgt spid="51"/>
                                        </p:tgtEl>
                                      </p:cBhvr>
                                    </p:animEffect>
                                  </p:childTnLst>
                                </p:cTn>
                              </p:par>
                              <p:par>
                                <p:cTn id="36" presetID="10" presetClass="entr" presetSubtype="0" fill="hold" nodeType="withEffect">
                                  <p:stCondLst>
                                    <p:cond delay="0"/>
                                  </p:stCondLst>
                                  <p:childTnLst>
                                    <p:set>
                                      <p:cBhvr>
                                        <p:cTn id="37" dur="1" fill="hold">
                                          <p:stCondLst>
                                            <p:cond delay="0"/>
                                          </p:stCondLst>
                                        </p:cTn>
                                        <p:tgtEl>
                                          <p:spTgt spid="57"/>
                                        </p:tgtEl>
                                        <p:attrNameLst>
                                          <p:attrName>style.visibility</p:attrName>
                                        </p:attrNameLst>
                                      </p:cBhvr>
                                      <p:to>
                                        <p:strVal val="visible"/>
                                      </p:to>
                                    </p:set>
                                    <p:animEffect transition="in" filter="fade">
                                      <p:cBhvr>
                                        <p:cTn id="38" dur="500"/>
                                        <p:tgtEl>
                                          <p:spTgt spid="57"/>
                                        </p:tgtEl>
                                      </p:cBhvr>
                                    </p:animEffect>
                                  </p:childTnLst>
                                </p:cTn>
                              </p:par>
                              <p:par>
                                <p:cTn id="39" presetID="10" presetClass="entr" presetSubtype="0" fill="hold" nodeType="withEffect">
                                  <p:stCondLst>
                                    <p:cond delay="0"/>
                                  </p:stCondLst>
                                  <p:childTnLst>
                                    <p:set>
                                      <p:cBhvr>
                                        <p:cTn id="40" dur="1" fill="hold">
                                          <p:stCondLst>
                                            <p:cond delay="0"/>
                                          </p:stCondLst>
                                        </p:cTn>
                                        <p:tgtEl>
                                          <p:spTgt spid="58"/>
                                        </p:tgtEl>
                                        <p:attrNameLst>
                                          <p:attrName>style.visibility</p:attrName>
                                        </p:attrNameLst>
                                      </p:cBhvr>
                                      <p:to>
                                        <p:strVal val="visible"/>
                                      </p:to>
                                    </p:set>
                                    <p:animEffect transition="in" filter="fade">
                                      <p:cBhvr>
                                        <p:cTn id="41" dur="500"/>
                                        <p:tgtEl>
                                          <p:spTgt spid="58"/>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25"/>
                                        </p:tgtEl>
                                        <p:attrNameLst>
                                          <p:attrName>style.visibility</p:attrName>
                                        </p:attrNameLst>
                                      </p:cBhvr>
                                      <p:to>
                                        <p:strVal val="visible"/>
                                      </p:to>
                                    </p:set>
                                    <p:animEffect transition="in" filter="fade">
                                      <p:cBhvr>
                                        <p:cTn id="46" dur="500"/>
                                        <p:tgtEl>
                                          <p:spTgt spid="25"/>
                                        </p:tgtEl>
                                      </p:cBhvr>
                                    </p:animEffect>
                                  </p:childTnLst>
                                </p:cTn>
                              </p:par>
                            </p:childTnLst>
                          </p:cTn>
                        </p:par>
                        <p:par>
                          <p:cTn id="47" fill="hold">
                            <p:stCondLst>
                              <p:cond delay="500"/>
                            </p:stCondLst>
                            <p:childTnLst>
                              <p:par>
                                <p:cTn id="48" presetID="10" presetClass="entr" presetSubtype="0" fill="hold" nodeType="afterEffect">
                                  <p:stCondLst>
                                    <p:cond delay="0"/>
                                  </p:stCondLst>
                                  <p:childTnLst>
                                    <p:set>
                                      <p:cBhvr>
                                        <p:cTn id="49" dur="1" fill="hold">
                                          <p:stCondLst>
                                            <p:cond delay="0"/>
                                          </p:stCondLst>
                                        </p:cTn>
                                        <p:tgtEl>
                                          <p:spTgt spid="32"/>
                                        </p:tgtEl>
                                        <p:attrNameLst>
                                          <p:attrName>style.visibility</p:attrName>
                                        </p:attrNameLst>
                                      </p:cBhvr>
                                      <p:to>
                                        <p:strVal val="visible"/>
                                      </p:to>
                                    </p:set>
                                    <p:animEffect transition="in" filter="fade">
                                      <p:cBhvr>
                                        <p:cTn id="50" dur="500"/>
                                        <p:tgtEl>
                                          <p:spTgt spid="32"/>
                                        </p:tgtEl>
                                      </p:cBhvr>
                                    </p:animEffect>
                                  </p:childTnLst>
                                </p:cTn>
                              </p:par>
                            </p:childTnLst>
                          </p:cTn>
                        </p:par>
                        <p:par>
                          <p:cTn id="51" fill="hold">
                            <p:stCondLst>
                              <p:cond delay="1000"/>
                            </p:stCondLst>
                            <p:childTnLst>
                              <p:par>
                                <p:cTn id="52" presetID="10" presetClass="entr" presetSubtype="0" fill="hold" nodeType="afterEffect">
                                  <p:stCondLst>
                                    <p:cond delay="0"/>
                                  </p:stCondLst>
                                  <p:childTnLst>
                                    <p:set>
                                      <p:cBhvr>
                                        <p:cTn id="53" dur="1" fill="hold">
                                          <p:stCondLst>
                                            <p:cond delay="0"/>
                                          </p:stCondLst>
                                        </p:cTn>
                                        <p:tgtEl>
                                          <p:spTgt spid="52"/>
                                        </p:tgtEl>
                                        <p:attrNameLst>
                                          <p:attrName>style.visibility</p:attrName>
                                        </p:attrNameLst>
                                      </p:cBhvr>
                                      <p:to>
                                        <p:strVal val="visible"/>
                                      </p:to>
                                    </p:set>
                                    <p:animEffect transition="in" filter="fade">
                                      <p:cBhvr>
                                        <p:cTn id="54" dur="500"/>
                                        <p:tgtEl>
                                          <p:spTgt spid="52"/>
                                        </p:tgtEl>
                                      </p:cBhvr>
                                    </p:animEffect>
                                  </p:childTnLst>
                                </p:cTn>
                              </p:par>
                              <p:par>
                                <p:cTn id="55" presetID="10" presetClass="entr" presetSubtype="0" fill="hold" nodeType="withEffect">
                                  <p:stCondLst>
                                    <p:cond delay="0"/>
                                  </p:stCondLst>
                                  <p:childTnLst>
                                    <p:set>
                                      <p:cBhvr>
                                        <p:cTn id="56" dur="1" fill="hold">
                                          <p:stCondLst>
                                            <p:cond delay="0"/>
                                          </p:stCondLst>
                                        </p:cTn>
                                        <p:tgtEl>
                                          <p:spTgt spid="61"/>
                                        </p:tgtEl>
                                        <p:attrNameLst>
                                          <p:attrName>style.visibility</p:attrName>
                                        </p:attrNameLst>
                                      </p:cBhvr>
                                      <p:to>
                                        <p:strVal val="visible"/>
                                      </p:to>
                                    </p:set>
                                    <p:animEffect transition="in" filter="fade">
                                      <p:cBhvr>
                                        <p:cTn id="57" dur="500"/>
                                        <p:tgtEl>
                                          <p:spTgt spid="61"/>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26"/>
                                        </p:tgtEl>
                                        <p:attrNameLst>
                                          <p:attrName>style.visibility</p:attrName>
                                        </p:attrNameLst>
                                      </p:cBhvr>
                                      <p:to>
                                        <p:strVal val="visible"/>
                                      </p:to>
                                    </p:set>
                                    <p:animEffect transition="in" filter="fade">
                                      <p:cBhvr>
                                        <p:cTn id="62" dur="500"/>
                                        <p:tgtEl>
                                          <p:spTgt spid="26"/>
                                        </p:tgtEl>
                                      </p:cBhvr>
                                    </p:animEffect>
                                  </p:childTnLst>
                                </p:cTn>
                              </p:par>
                            </p:childTnLst>
                          </p:cTn>
                        </p:par>
                        <p:par>
                          <p:cTn id="63" fill="hold">
                            <p:stCondLst>
                              <p:cond delay="500"/>
                            </p:stCondLst>
                            <p:childTnLst>
                              <p:par>
                                <p:cTn id="64" presetID="10" presetClass="entr" presetSubtype="0" fill="hold" nodeType="afterEffect">
                                  <p:stCondLst>
                                    <p:cond delay="0"/>
                                  </p:stCondLst>
                                  <p:childTnLst>
                                    <p:set>
                                      <p:cBhvr>
                                        <p:cTn id="65" dur="1" fill="hold">
                                          <p:stCondLst>
                                            <p:cond delay="0"/>
                                          </p:stCondLst>
                                        </p:cTn>
                                        <p:tgtEl>
                                          <p:spTgt spid="35"/>
                                        </p:tgtEl>
                                        <p:attrNameLst>
                                          <p:attrName>style.visibility</p:attrName>
                                        </p:attrNameLst>
                                      </p:cBhvr>
                                      <p:to>
                                        <p:strVal val="visible"/>
                                      </p:to>
                                    </p:set>
                                    <p:animEffect transition="in" filter="fade">
                                      <p:cBhvr>
                                        <p:cTn id="66" dur="500"/>
                                        <p:tgtEl>
                                          <p:spTgt spid="35"/>
                                        </p:tgtEl>
                                      </p:cBhvr>
                                    </p:animEffect>
                                  </p:childTnLst>
                                </p:cTn>
                              </p:par>
                            </p:childTnLst>
                          </p:cTn>
                        </p:par>
                        <p:par>
                          <p:cTn id="67" fill="hold">
                            <p:stCondLst>
                              <p:cond delay="1000"/>
                            </p:stCondLst>
                            <p:childTnLst>
                              <p:par>
                                <p:cTn id="68" presetID="10" presetClass="entr" presetSubtype="0" fill="hold" nodeType="afterEffect">
                                  <p:stCondLst>
                                    <p:cond delay="0"/>
                                  </p:stCondLst>
                                  <p:childTnLst>
                                    <p:set>
                                      <p:cBhvr>
                                        <p:cTn id="69" dur="1" fill="hold">
                                          <p:stCondLst>
                                            <p:cond delay="0"/>
                                          </p:stCondLst>
                                        </p:cTn>
                                        <p:tgtEl>
                                          <p:spTgt spid="48"/>
                                        </p:tgtEl>
                                        <p:attrNameLst>
                                          <p:attrName>style.visibility</p:attrName>
                                        </p:attrNameLst>
                                      </p:cBhvr>
                                      <p:to>
                                        <p:strVal val="visible"/>
                                      </p:to>
                                    </p:set>
                                    <p:animEffect transition="in" filter="fade">
                                      <p:cBhvr>
                                        <p:cTn id="70" dur="500"/>
                                        <p:tgtEl>
                                          <p:spTgt spid="48"/>
                                        </p:tgtEl>
                                      </p:cBhvr>
                                    </p:animEffect>
                                  </p:childTnLst>
                                </p:cTn>
                              </p:par>
                            </p:childTnLst>
                          </p:cTn>
                        </p:par>
                        <p:par>
                          <p:cTn id="71" fill="hold">
                            <p:stCondLst>
                              <p:cond delay="1500"/>
                            </p:stCondLst>
                            <p:childTnLst>
                              <p:par>
                                <p:cTn id="72" presetID="10" presetClass="entr" presetSubtype="0" fill="hold" nodeType="afterEffect">
                                  <p:stCondLst>
                                    <p:cond delay="0"/>
                                  </p:stCondLst>
                                  <p:childTnLst>
                                    <p:set>
                                      <p:cBhvr>
                                        <p:cTn id="73" dur="1" fill="hold">
                                          <p:stCondLst>
                                            <p:cond delay="0"/>
                                          </p:stCondLst>
                                        </p:cTn>
                                        <p:tgtEl>
                                          <p:spTgt spid="53"/>
                                        </p:tgtEl>
                                        <p:attrNameLst>
                                          <p:attrName>style.visibility</p:attrName>
                                        </p:attrNameLst>
                                      </p:cBhvr>
                                      <p:to>
                                        <p:strVal val="visible"/>
                                      </p:to>
                                    </p:set>
                                    <p:animEffect transition="in" filter="fade">
                                      <p:cBhvr>
                                        <p:cTn id="74" dur="500"/>
                                        <p:tgtEl>
                                          <p:spTgt spid="53"/>
                                        </p:tgtEl>
                                      </p:cBhvr>
                                    </p:animEffect>
                                  </p:childTnLst>
                                </p:cTn>
                              </p:par>
                              <p:par>
                                <p:cTn id="75" presetID="10" presetClass="entr" presetSubtype="0" fill="hold" nodeType="withEffect">
                                  <p:stCondLst>
                                    <p:cond delay="0"/>
                                  </p:stCondLst>
                                  <p:childTnLst>
                                    <p:set>
                                      <p:cBhvr>
                                        <p:cTn id="76" dur="1" fill="hold">
                                          <p:stCondLst>
                                            <p:cond delay="0"/>
                                          </p:stCondLst>
                                        </p:cTn>
                                        <p:tgtEl>
                                          <p:spTgt spid="63"/>
                                        </p:tgtEl>
                                        <p:attrNameLst>
                                          <p:attrName>style.visibility</p:attrName>
                                        </p:attrNameLst>
                                      </p:cBhvr>
                                      <p:to>
                                        <p:strVal val="visible"/>
                                      </p:to>
                                    </p:set>
                                    <p:animEffect transition="in" filter="fade">
                                      <p:cBhvr>
                                        <p:cTn id="77" dur="500"/>
                                        <p:tgtEl>
                                          <p:spTgt spid="63"/>
                                        </p:tgtEl>
                                      </p:cBhvr>
                                    </p:animEffect>
                                  </p:childTnLst>
                                </p:cTn>
                              </p:par>
                              <p:par>
                                <p:cTn id="78" presetID="10" presetClass="entr" presetSubtype="0" fill="hold" nodeType="withEffect">
                                  <p:stCondLst>
                                    <p:cond delay="0"/>
                                  </p:stCondLst>
                                  <p:childTnLst>
                                    <p:set>
                                      <p:cBhvr>
                                        <p:cTn id="79" dur="1" fill="hold">
                                          <p:stCondLst>
                                            <p:cond delay="0"/>
                                          </p:stCondLst>
                                        </p:cTn>
                                        <p:tgtEl>
                                          <p:spTgt spid="64"/>
                                        </p:tgtEl>
                                        <p:attrNameLst>
                                          <p:attrName>style.visibility</p:attrName>
                                        </p:attrNameLst>
                                      </p:cBhvr>
                                      <p:to>
                                        <p:strVal val="visible"/>
                                      </p:to>
                                    </p:set>
                                    <p:animEffect transition="in" filter="fade">
                                      <p:cBhvr>
                                        <p:cTn id="80" dur="500"/>
                                        <p:tgtEl>
                                          <p:spTgt spid="64"/>
                                        </p:tgtEl>
                                      </p:cBhvr>
                                    </p:animEffect>
                                  </p:childTnLst>
                                </p:cTn>
                              </p:par>
                            </p:childTnLst>
                          </p:cTn>
                        </p:par>
                      </p:childTnLst>
                    </p:cTn>
                  </p:par>
                  <p:par>
                    <p:cTn id="81" fill="hold">
                      <p:stCondLst>
                        <p:cond delay="indefinite"/>
                      </p:stCondLst>
                      <p:childTnLst>
                        <p:par>
                          <p:cTn id="82" fill="hold">
                            <p:stCondLst>
                              <p:cond delay="0"/>
                            </p:stCondLst>
                            <p:childTnLst>
                              <p:par>
                                <p:cTn id="83" presetID="10" presetClass="entr" presetSubtype="0" fill="hold" nodeType="clickEffect">
                                  <p:stCondLst>
                                    <p:cond delay="0"/>
                                  </p:stCondLst>
                                  <p:childTnLst>
                                    <p:set>
                                      <p:cBhvr>
                                        <p:cTn id="84" dur="1" fill="hold">
                                          <p:stCondLst>
                                            <p:cond delay="0"/>
                                          </p:stCondLst>
                                        </p:cTn>
                                        <p:tgtEl>
                                          <p:spTgt spid="27"/>
                                        </p:tgtEl>
                                        <p:attrNameLst>
                                          <p:attrName>style.visibility</p:attrName>
                                        </p:attrNameLst>
                                      </p:cBhvr>
                                      <p:to>
                                        <p:strVal val="visible"/>
                                      </p:to>
                                    </p:set>
                                    <p:animEffect transition="in" filter="fade">
                                      <p:cBhvr>
                                        <p:cTn id="85" dur="500"/>
                                        <p:tgtEl>
                                          <p:spTgt spid="27"/>
                                        </p:tgtEl>
                                      </p:cBhvr>
                                    </p:animEffect>
                                  </p:childTnLst>
                                </p:cTn>
                              </p:par>
                            </p:childTnLst>
                          </p:cTn>
                        </p:par>
                        <p:par>
                          <p:cTn id="86" fill="hold">
                            <p:stCondLst>
                              <p:cond delay="500"/>
                            </p:stCondLst>
                            <p:childTnLst>
                              <p:par>
                                <p:cTn id="87" presetID="10" presetClass="entr" presetSubtype="0" fill="hold" nodeType="afterEffect">
                                  <p:stCondLst>
                                    <p:cond delay="0"/>
                                  </p:stCondLst>
                                  <p:childTnLst>
                                    <p:set>
                                      <p:cBhvr>
                                        <p:cTn id="88" dur="1" fill="hold">
                                          <p:stCondLst>
                                            <p:cond delay="0"/>
                                          </p:stCondLst>
                                        </p:cTn>
                                        <p:tgtEl>
                                          <p:spTgt spid="38"/>
                                        </p:tgtEl>
                                        <p:attrNameLst>
                                          <p:attrName>style.visibility</p:attrName>
                                        </p:attrNameLst>
                                      </p:cBhvr>
                                      <p:to>
                                        <p:strVal val="visible"/>
                                      </p:to>
                                    </p:set>
                                    <p:animEffect transition="in" filter="fade">
                                      <p:cBhvr>
                                        <p:cTn id="89" dur="500"/>
                                        <p:tgtEl>
                                          <p:spTgt spid="38"/>
                                        </p:tgtEl>
                                      </p:cBhvr>
                                    </p:animEffect>
                                  </p:childTnLst>
                                </p:cTn>
                              </p:par>
                            </p:childTnLst>
                          </p:cTn>
                        </p:par>
                        <p:par>
                          <p:cTn id="90" fill="hold">
                            <p:stCondLst>
                              <p:cond delay="1000"/>
                            </p:stCondLst>
                            <p:childTnLst>
                              <p:par>
                                <p:cTn id="91" presetID="10" presetClass="entr" presetSubtype="0" fill="hold" nodeType="afterEffect">
                                  <p:stCondLst>
                                    <p:cond delay="0"/>
                                  </p:stCondLst>
                                  <p:childTnLst>
                                    <p:set>
                                      <p:cBhvr>
                                        <p:cTn id="92" dur="1" fill="hold">
                                          <p:stCondLst>
                                            <p:cond delay="0"/>
                                          </p:stCondLst>
                                        </p:cTn>
                                        <p:tgtEl>
                                          <p:spTgt spid="54"/>
                                        </p:tgtEl>
                                        <p:attrNameLst>
                                          <p:attrName>style.visibility</p:attrName>
                                        </p:attrNameLst>
                                      </p:cBhvr>
                                      <p:to>
                                        <p:strVal val="visible"/>
                                      </p:to>
                                    </p:set>
                                    <p:animEffect transition="in" filter="fade">
                                      <p:cBhvr>
                                        <p:cTn id="93" dur="500"/>
                                        <p:tgtEl>
                                          <p:spTgt spid="54"/>
                                        </p:tgtEl>
                                      </p:cBhvr>
                                    </p:animEffect>
                                  </p:childTnLst>
                                </p:cTn>
                              </p:par>
                              <p:par>
                                <p:cTn id="94" presetID="10" presetClass="entr" presetSubtype="0" fill="hold" nodeType="withEffect">
                                  <p:stCondLst>
                                    <p:cond delay="0"/>
                                  </p:stCondLst>
                                  <p:childTnLst>
                                    <p:set>
                                      <p:cBhvr>
                                        <p:cTn id="95" dur="1" fill="hold">
                                          <p:stCondLst>
                                            <p:cond delay="0"/>
                                          </p:stCondLst>
                                        </p:cTn>
                                        <p:tgtEl>
                                          <p:spTgt spid="67"/>
                                        </p:tgtEl>
                                        <p:attrNameLst>
                                          <p:attrName>style.visibility</p:attrName>
                                        </p:attrNameLst>
                                      </p:cBhvr>
                                      <p:to>
                                        <p:strVal val="visible"/>
                                      </p:to>
                                    </p:set>
                                    <p:animEffect transition="in" filter="fade">
                                      <p:cBhvr>
                                        <p:cTn id="96" dur="500"/>
                                        <p:tgtEl>
                                          <p:spTgt spid="67"/>
                                        </p:tgtEl>
                                      </p:cBhvr>
                                    </p:animEffect>
                                  </p:childTnLst>
                                </p:cTn>
                              </p:par>
                            </p:childTnLst>
                          </p:cTn>
                        </p:par>
                      </p:childTnLst>
                    </p:cTn>
                  </p:par>
                  <p:par>
                    <p:cTn id="97" fill="hold">
                      <p:stCondLst>
                        <p:cond delay="indefinite"/>
                      </p:stCondLst>
                      <p:childTnLst>
                        <p:par>
                          <p:cTn id="98" fill="hold">
                            <p:stCondLst>
                              <p:cond delay="0"/>
                            </p:stCondLst>
                            <p:childTnLst>
                              <p:par>
                                <p:cTn id="99" presetID="10" presetClass="entr" presetSubtype="0" fill="hold" nodeType="clickEffect">
                                  <p:stCondLst>
                                    <p:cond delay="0"/>
                                  </p:stCondLst>
                                  <p:childTnLst>
                                    <p:set>
                                      <p:cBhvr>
                                        <p:cTn id="100" dur="1" fill="hold">
                                          <p:stCondLst>
                                            <p:cond delay="0"/>
                                          </p:stCondLst>
                                        </p:cTn>
                                        <p:tgtEl>
                                          <p:spTgt spid="28"/>
                                        </p:tgtEl>
                                        <p:attrNameLst>
                                          <p:attrName>style.visibility</p:attrName>
                                        </p:attrNameLst>
                                      </p:cBhvr>
                                      <p:to>
                                        <p:strVal val="visible"/>
                                      </p:to>
                                    </p:set>
                                    <p:animEffect transition="in" filter="fade">
                                      <p:cBhvr>
                                        <p:cTn id="101" dur="500"/>
                                        <p:tgtEl>
                                          <p:spTgt spid="28"/>
                                        </p:tgtEl>
                                      </p:cBhvr>
                                    </p:animEffect>
                                  </p:childTnLst>
                                </p:cTn>
                              </p:par>
                            </p:childTnLst>
                          </p:cTn>
                        </p:par>
                        <p:par>
                          <p:cTn id="102" fill="hold">
                            <p:stCondLst>
                              <p:cond delay="500"/>
                            </p:stCondLst>
                            <p:childTnLst>
                              <p:par>
                                <p:cTn id="103" presetID="10" presetClass="entr" presetSubtype="0" fill="hold" nodeType="afterEffect">
                                  <p:stCondLst>
                                    <p:cond delay="0"/>
                                  </p:stCondLst>
                                  <p:childTnLst>
                                    <p:set>
                                      <p:cBhvr>
                                        <p:cTn id="104" dur="1" fill="hold">
                                          <p:stCondLst>
                                            <p:cond delay="0"/>
                                          </p:stCondLst>
                                        </p:cTn>
                                        <p:tgtEl>
                                          <p:spTgt spid="41"/>
                                        </p:tgtEl>
                                        <p:attrNameLst>
                                          <p:attrName>style.visibility</p:attrName>
                                        </p:attrNameLst>
                                      </p:cBhvr>
                                      <p:to>
                                        <p:strVal val="visible"/>
                                      </p:to>
                                    </p:set>
                                    <p:animEffect transition="in" filter="fade">
                                      <p:cBhvr>
                                        <p:cTn id="105" dur="500"/>
                                        <p:tgtEl>
                                          <p:spTgt spid="41"/>
                                        </p:tgtEl>
                                      </p:cBhvr>
                                    </p:animEffect>
                                  </p:childTnLst>
                                </p:cTn>
                              </p:par>
                            </p:childTnLst>
                          </p:cTn>
                        </p:par>
                        <p:par>
                          <p:cTn id="106" fill="hold">
                            <p:stCondLst>
                              <p:cond delay="1000"/>
                            </p:stCondLst>
                            <p:childTnLst>
                              <p:par>
                                <p:cTn id="107" presetID="10" presetClass="entr" presetSubtype="0" fill="hold" nodeType="afterEffect">
                                  <p:stCondLst>
                                    <p:cond delay="0"/>
                                  </p:stCondLst>
                                  <p:childTnLst>
                                    <p:set>
                                      <p:cBhvr>
                                        <p:cTn id="108" dur="1" fill="hold">
                                          <p:stCondLst>
                                            <p:cond delay="0"/>
                                          </p:stCondLst>
                                        </p:cTn>
                                        <p:tgtEl>
                                          <p:spTgt spid="46"/>
                                        </p:tgtEl>
                                        <p:attrNameLst>
                                          <p:attrName>style.visibility</p:attrName>
                                        </p:attrNameLst>
                                      </p:cBhvr>
                                      <p:to>
                                        <p:strVal val="visible"/>
                                      </p:to>
                                    </p:set>
                                    <p:animEffect transition="in" filter="fade">
                                      <p:cBhvr>
                                        <p:cTn id="109" dur="500"/>
                                        <p:tgtEl>
                                          <p:spTgt spid="46"/>
                                        </p:tgtEl>
                                      </p:cBhvr>
                                    </p:animEffect>
                                  </p:childTnLst>
                                </p:cTn>
                              </p:par>
                            </p:childTnLst>
                          </p:cTn>
                        </p:par>
                        <p:par>
                          <p:cTn id="110" fill="hold">
                            <p:stCondLst>
                              <p:cond delay="1500"/>
                            </p:stCondLst>
                            <p:childTnLst>
                              <p:par>
                                <p:cTn id="111" presetID="10" presetClass="entr" presetSubtype="0" fill="hold" nodeType="afterEffect">
                                  <p:stCondLst>
                                    <p:cond delay="0"/>
                                  </p:stCondLst>
                                  <p:childTnLst>
                                    <p:set>
                                      <p:cBhvr>
                                        <p:cTn id="112" dur="1" fill="hold">
                                          <p:stCondLst>
                                            <p:cond delay="0"/>
                                          </p:stCondLst>
                                        </p:cTn>
                                        <p:tgtEl>
                                          <p:spTgt spid="55"/>
                                        </p:tgtEl>
                                        <p:attrNameLst>
                                          <p:attrName>style.visibility</p:attrName>
                                        </p:attrNameLst>
                                      </p:cBhvr>
                                      <p:to>
                                        <p:strVal val="visible"/>
                                      </p:to>
                                    </p:set>
                                    <p:animEffect transition="in" filter="fade">
                                      <p:cBhvr>
                                        <p:cTn id="113" dur="500"/>
                                        <p:tgtEl>
                                          <p:spTgt spid="55"/>
                                        </p:tgtEl>
                                      </p:cBhvr>
                                    </p:animEffect>
                                  </p:childTnLst>
                                </p:cTn>
                              </p:par>
                              <p:par>
                                <p:cTn id="114" presetID="10" presetClass="entr" presetSubtype="0" fill="hold" nodeType="withEffect">
                                  <p:stCondLst>
                                    <p:cond delay="0"/>
                                  </p:stCondLst>
                                  <p:childTnLst>
                                    <p:set>
                                      <p:cBhvr>
                                        <p:cTn id="115" dur="1" fill="hold">
                                          <p:stCondLst>
                                            <p:cond delay="0"/>
                                          </p:stCondLst>
                                        </p:cTn>
                                        <p:tgtEl>
                                          <p:spTgt spid="22"/>
                                        </p:tgtEl>
                                        <p:attrNameLst>
                                          <p:attrName>style.visibility</p:attrName>
                                        </p:attrNameLst>
                                      </p:cBhvr>
                                      <p:to>
                                        <p:strVal val="visible"/>
                                      </p:to>
                                    </p:set>
                                    <p:animEffect transition="in" filter="fade">
                                      <p:cBhvr>
                                        <p:cTn id="116" dur="500"/>
                                        <p:tgtEl>
                                          <p:spTgt spid="22"/>
                                        </p:tgtEl>
                                      </p:cBhvr>
                                    </p:animEffect>
                                  </p:childTnLst>
                                </p:cTn>
                              </p:par>
                              <p:par>
                                <p:cTn id="117" presetID="10" presetClass="entr" presetSubtype="0" fill="hold" nodeType="withEffect">
                                  <p:stCondLst>
                                    <p:cond delay="0"/>
                                  </p:stCondLst>
                                  <p:childTnLst>
                                    <p:set>
                                      <p:cBhvr>
                                        <p:cTn id="118" dur="1" fill="hold">
                                          <p:stCondLst>
                                            <p:cond delay="0"/>
                                          </p:stCondLst>
                                        </p:cTn>
                                        <p:tgtEl>
                                          <p:spTgt spid="69"/>
                                        </p:tgtEl>
                                        <p:attrNameLst>
                                          <p:attrName>style.visibility</p:attrName>
                                        </p:attrNameLst>
                                      </p:cBhvr>
                                      <p:to>
                                        <p:strVal val="visible"/>
                                      </p:to>
                                    </p:set>
                                    <p:animEffect transition="in" filter="fade">
                                      <p:cBhvr>
                                        <p:cTn id="119" dur="500"/>
                                        <p:tgtEl>
                                          <p:spTgt spid="69"/>
                                        </p:tgtEl>
                                      </p:cBhvr>
                                    </p:animEffect>
                                  </p:childTnLst>
                                </p:cTn>
                              </p:par>
                              <p:par>
                                <p:cTn id="120" presetID="10" presetClass="entr" presetSubtype="0" fill="hold" nodeType="withEffect">
                                  <p:stCondLst>
                                    <p:cond delay="0"/>
                                  </p:stCondLst>
                                  <p:childTnLst>
                                    <p:set>
                                      <p:cBhvr>
                                        <p:cTn id="121" dur="1" fill="hold">
                                          <p:stCondLst>
                                            <p:cond delay="0"/>
                                          </p:stCondLst>
                                        </p:cTn>
                                        <p:tgtEl>
                                          <p:spTgt spid="70"/>
                                        </p:tgtEl>
                                        <p:attrNameLst>
                                          <p:attrName>style.visibility</p:attrName>
                                        </p:attrNameLst>
                                      </p:cBhvr>
                                      <p:to>
                                        <p:strVal val="visible"/>
                                      </p:to>
                                    </p:set>
                                    <p:animEffect transition="in" filter="fade">
                                      <p:cBhvr>
                                        <p:cTn id="122" dur="5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21"/>
        <p:cNvGrpSpPr/>
        <p:nvPr/>
      </p:nvGrpSpPr>
      <p:grpSpPr>
        <a:xfrm>
          <a:off x="0" y="0"/>
          <a:ext cx="0" cy="0"/>
          <a:chOff x="0" y="0"/>
          <a:chExt cx="0" cy="0"/>
        </a:xfrm>
      </p:grpSpPr>
      <p:sp>
        <p:nvSpPr>
          <p:cNvPr id="22" name="Google Shape;22;p6"/>
          <p:cNvSpPr/>
          <p:nvPr/>
        </p:nvSpPr>
        <p:spPr>
          <a:xfrm>
            <a:off x="2736500" y="2002489"/>
            <a:ext cx="6930972" cy="3518754"/>
          </a:xfrm>
          <a:custGeom>
            <a:avLst/>
            <a:gdLst/>
            <a:ahLst/>
            <a:cxnLst/>
            <a:rect l="l" t="t" r="r" b="b"/>
            <a:pathLst>
              <a:path w="2351314" h="1193729" extrusionOk="0">
                <a:moveTo>
                  <a:pt x="913" y="0"/>
                </a:moveTo>
                <a:lnTo>
                  <a:pt x="567879" y="0"/>
                </a:lnTo>
                <a:lnTo>
                  <a:pt x="566057" y="18072"/>
                </a:lnTo>
                <a:cubicBezTo>
                  <a:pt x="566057" y="354745"/>
                  <a:pt x="838984" y="627672"/>
                  <a:pt x="1175657" y="627672"/>
                </a:cubicBezTo>
                <a:cubicBezTo>
                  <a:pt x="1512330" y="627672"/>
                  <a:pt x="1785257" y="354745"/>
                  <a:pt x="1785257" y="18072"/>
                </a:cubicBezTo>
                <a:lnTo>
                  <a:pt x="1783435" y="0"/>
                </a:lnTo>
                <a:lnTo>
                  <a:pt x="2350401" y="0"/>
                </a:lnTo>
                <a:lnTo>
                  <a:pt x="2351314" y="18072"/>
                </a:lnTo>
                <a:cubicBezTo>
                  <a:pt x="2351314" y="667369"/>
                  <a:pt x="1824954" y="1193729"/>
                  <a:pt x="1175657" y="1193729"/>
                </a:cubicBezTo>
                <a:cubicBezTo>
                  <a:pt x="526360" y="1193729"/>
                  <a:pt x="0" y="667369"/>
                  <a:pt x="0" y="18072"/>
                </a:cubicBezTo>
                <a:lnTo>
                  <a:pt x="913" y="0"/>
                </a:lnTo>
                <a:close/>
              </a:path>
            </a:pathLst>
          </a:custGeom>
          <a:solidFill>
            <a:srgbClr val="FFFFFF"/>
          </a:solidFill>
          <a:ln>
            <a:noFill/>
          </a:ln>
          <a:effectLst>
            <a:outerShdw blurRad="241300" dist="177800" dir="3360000" sx="102000" sy="102000" algn="tl" rotWithShape="0">
              <a:srgbClr val="000000">
                <a:alpha val="2588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3" name="Google Shape;23;p6"/>
          <p:cNvSpPr/>
          <p:nvPr/>
        </p:nvSpPr>
        <p:spPr>
          <a:xfrm rot="2966242">
            <a:off x="4834677" y="424044"/>
            <a:ext cx="2737856" cy="2737856"/>
          </a:xfrm>
          <a:prstGeom prst="ellipse">
            <a:avLst/>
          </a:prstGeom>
          <a:gradFill>
            <a:gsLst>
              <a:gs pos="0">
                <a:srgbClr val="EAEAEA"/>
              </a:gs>
              <a:gs pos="58000">
                <a:srgbClr val="FEFEFE"/>
              </a:gs>
              <a:gs pos="100000">
                <a:srgbClr val="FEFEFE"/>
              </a:gs>
            </a:gsLst>
            <a:lin ang="0" scaled="0"/>
          </a:gradFill>
          <a:ln w="25400" cap="flat" cmpd="sng">
            <a:solidFill>
              <a:schemeClr val="lt1"/>
            </a:solidFill>
            <a:prstDash val="solid"/>
            <a:miter lim="800000"/>
            <a:headEnd type="none" w="sm" len="sm"/>
            <a:tailEnd type="none" w="sm" len="sm"/>
          </a:ln>
          <a:effectLst>
            <a:outerShdw blurRad="292100" dist="355600" dir="2760000" sx="97000" sy="97000" algn="tl" rotWithShape="0">
              <a:srgbClr val="000000">
                <a:alpha val="3372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lt1"/>
              </a:solidFill>
              <a:latin typeface="Calibri"/>
              <a:ea typeface="Calibri"/>
              <a:cs typeface="Calibri"/>
              <a:sym typeface="Calibri"/>
            </a:endParaRPr>
          </a:p>
        </p:txBody>
      </p:sp>
      <p:sp>
        <p:nvSpPr>
          <p:cNvPr id="24" name="Google Shape;24;p6"/>
          <p:cNvSpPr/>
          <p:nvPr/>
        </p:nvSpPr>
        <p:spPr>
          <a:xfrm>
            <a:off x="4597830" y="274277"/>
            <a:ext cx="3211552" cy="3211552"/>
          </a:xfrm>
          <a:prstGeom prst="arc">
            <a:avLst>
              <a:gd name="adj1" fmla="val 8615365"/>
              <a:gd name="adj2" fmla="val 9676025"/>
            </a:avLst>
          </a:prstGeom>
          <a:noFill/>
          <a:ln w="47625" cap="flat" cmpd="sng">
            <a:solidFill>
              <a:srgbClr val="E0643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 name="Google Shape;25;p6"/>
          <p:cNvSpPr/>
          <p:nvPr/>
        </p:nvSpPr>
        <p:spPr>
          <a:xfrm>
            <a:off x="4597830" y="274277"/>
            <a:ext cx="3211552" cy="3211552"/>
          </a:xfrm>
          <a:prstGeom prst="arc">
            <a:avLst>
              <a:gd name="adj1" fmla="val 6435623"/>
              <a:gd name="adj2" fmla="val 8661077"/>
            </a:avLst>
          </a:prstGeom>
          <a:noFill/>
          <a:ln w="47625" cap="flat" cmpd="sng">
            <a:solidFill>
              <a:srgbClr val="FF93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 name="Google Shape;26;p6"/>
          <p:cNvSpPr/>
          <p:nvPr/>
        </p:nvSpPr>
        <p:spPr>
          <a:xfrm>
            <a:off x="4597830" y="274277"/>
            <a:ext cx="3211552" cy="3211552"/>
          </a:xfrm>
          <a:prstGeom prst="arc">
            <a:avLst>
              <a:gd name="adj1" fmla="val 4265894"/>
              <a:gd name="adj2" fmla="val 6596892"/>
            </a:avLst>
          </a:prstGeom>
          <a:noFill/>
          <a:ln w="47625" cap="flat" cmpd="sng">
            <a:solidFill>
              <a:srgbClr val="98C45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 name="Google Shape;27;p6"/>
          <p:cNvSpPr/>
          <p:nvPr/>
        </p:nvSpPr>
        <p:spPr>
          <a:xfrm>
            <a:off x="4597830" y="274277"/>
            <a:ext cx="3211552" cy="3211552"/>
          </a:xfrm>
          <a:prstGeom prst="arc">
            <a:avLst>
              <a:gd name="adj1" fmla="val 2074392"/>
              <a:gd name="adj2" fmla="val 4295785"/>
            </a:avLst>
          </a:prstGeom>
          <a:noFill/>
          <a:ln w="47625" cap="flat" cmpd="sng">
            <a:solidFill>
              <a:srgbClr val="4AA9C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 name="Google Shape;28;p6"/>
          <p:cNvSpPr/>
          <p:nvPr/>
        </p:nvSpPr>
        <p:spPr>
          <a:xfrm>
            <a:off x="4597830" y="274277"/>
            <a:ext cx="3211552" cy="3211552"/>
          </a:xfrm>
          <a:prstGeom prst="arc">
            <a:avLst>
              <a:gd name="adj1" fmla="val 924284"/>
              <a:gd name="adj2" fmla="val 2082549"/>
            </a:avLst>
          </a:prstGeom>
          <a:noFill/>
          <a:ln w="47625" cap="flat" cmpd="sng">
            <a:solidFill>
              <a:srgbClr val="367F9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nvGrpSpPr>
          <p:cNvPr id="29" name="Google Shape;29;p6"/>
          <p:cNvGrpSpPr/>
          <p:nvPr/>
        </p:nvGrpSpPr>
        <p:grpSpPr>
          <a:xfrm>
            <a:off x="4518926" y="2215221"/>
            <a:ext cx="282632" cy="282632"/>
            <a:chOff x="4599313" y="2144882"/>
            <a:chExt cx="282632" cy="282632"/>
          </a:xfrm>
        </p:grpSpPr>
        <p:sp>
          <p:nvSpPr>
            <p:cNvPr id="30" name="Google Shape;30;p6"/>
            <p:cNvSpPr/>
            <p:nvPr/>
          </p:nvSpPr>
          <p:spPr>
            <a:xfrm>
              <a:off x="4599313" y="2144882"/>
              <a:ext cx="282632" cy="282632"/>
            </a:xfrm>
            <a:prstGeom prst="ellipse">
              <a:avLst/>
            </a:prstGeom>
            <a:solidFill>
              <a:srgbClr val="E0643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1" name="Google Shape;31;p6"/>
            <p:cNvSpPr/>
            <p:nvPr/>
          </p:nvSpPr>
          <p:spPr>
            <a:xfrm>
              <a:off x="4670353" y="2219696"/>
              <a:ext cx="133004" cy="133004"/>
            </a:xfrm>
            <a:prstGeom prst="ellipse">
              <a:avLst/>
            </a:prstGeom>
            <a:noFill/>
            <a:ln w="31750" cap="flat" cmpd="sng">
              <a:solidFill>
                <a:srgbClr val="FEFFF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grpSp>
        <p:nvGrpSpPr>
          <p:cNvPr id="32" name="Google Shape;32;p6"/>
          <p:cNvGrpSpPr/>
          <p:nvPr/>
        </p:nvGrpSpPr>
        <p:grpSpPr>
          <a:xfrm>
            <a:off x="5086623" y="3021748"/>
            <a:ext cx="282632" cy="282632"/>
            <a:chOff x="5167010" y="2951409"/>
            <a:chExt cx="282632" cy="282632"/>
          </a:xfrm>
        </p:grpSpPr>
        <p:sp>
          <p:nvSpPr>
            <p:cNvPr id="33" name="Google Shape;33;p6"/>
            <p:cNvSpPr/>
            <p:nvPr/>
          </p:nvSpPr>
          <p:spPr>
            <a:xfrm>
              <a:off x="5167010" y="2951409"/>
              <a:ext cx="282632" cy="282632"/>
            </a:xfrm>
            <a:prstGeom prst="ellipse">
              <a:avLst/>
            </a:prstGeom>
            <a:solidFill>
              <a:srgbClr val="FF93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4" name="Google Shape;34;p6"/>
            <p:cNvSpPr/>
            <p:nvPr/>
          </p:nvSpPr>
          <p:spPr>
            <a:xfrm>
              <a:off x="5238050" y="3026223"/>
              <a:ext cx="133004" cy="133004"/>
            </a:xfrm>
            <a:prstGeom prst="ellipse">
              <a:avLst/>
            </a:prstGeom>
            <a:noFill/>
            <a:ln w="31750" cap="flat" cmpd="sng">
              <a:solidFill>
                <a:srgbClr val="FEFFF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grpSp>
        <p:nvGrpSpPr>
          <p:cNvPr id="35" name="Google Shape;35;p6"/>
          <p:cNvGrpSpPr/>
          <p:nvPr/>
        </p:nvGrpSpPr>
        <p:grpSpPr>
          <a:xfrm>
            <a:off x="6034300" y="3349053"/>
            <a:ext cx="282632" cy="282632"/>
            <a:chOff x="6114687" y="3278714"/>
            <a:chExt cx="282632" cy="282632"/>
          </a:xfrm>
        </p:grpSpPr>
        <p:sp>
          <p:nvSpPr>
            <p:cNvPr id="36" name="Google Shape;36;p6"/>
            <p:cNvSpPr/>
            <p:nvPr/>
          </p:nvSpPr>
          <p:spPr>
            <a:xfrm>
              <a:off x="6114687" y="3278714"/>
              <a:ext cx="282632" cy="282632"/>
            </a:xfrm>
            <a:prstGeom prst="ellipse">
              <a:avLst/>
            </a:prstGeom>
            <a:solidFill>
              <a:srgbClr val="98C45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7" name="Google Shape;37;p6"/>
            <p:cNvSpPr/>
            <p:nvPr/>
          </p:nvSpPr>
          <p:spPr>
            <a:xfrm>
              <a:off x="6185727" y="3353528"/>
              <a:ext cx="133004" cy="133004"/>
            </a:xfrm>
            <a:prstGeom prst="ellipse">
              <a:avLst/>
            </a:prstGeom>
            <a:noFill/>
            <a:ln w="31750" cap="flat" cmpd="sng">
              <a:solidFill>
                <a:srgbClr val="FEFFF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grpSp>
        <p:nvGrpSpPr>
          <p:cNvPr id="38" name="Google Shape;38;p6"/>
          <p:cNvGrpSpPr/>
          <p:nvPr/>
        </p:nvGrpSpPr>
        <p:grpSpPr>
          <a:xfrm>
            <a:off x="7017883" y="3023473"/>
            <a:ext cx="282632" cy="282632"/>
            <a:chOff x="7098270" y="2953134"/>
            <a:chExt cx="282632" cy="282632"/>
          </a:xfrm>
        </p:grpSpPr>
        <p:sp>
          <p:nvSpPr>
            <p:cNvPr id="39" name="Google Shape;39;p6"/>
            <p:cNvSpPr/>
            <p:nvPr/>
          </p:nvSpPr>
          <p:spPr>
            <a:xfrm>
              <a:off x="7098270" y="2953134"/>
              <a:ext cx="282632" cy="282632"/>
            </a:xfrm>
            <a:prstGeom prst="ellipse">
              <a:avLst/>
            </a:prstGeom>
            <a:solidFill>
              <a:srgbClr val="4AA9C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40" name="Google Shape;40;p6"/>
            <p:cNvSpPr/>
            <p:nvPr/>
          </p:nvSpPr>
          <p:spPr>
            <a:xfrm>
              <a:off x="7169310" y="3027948"/>
              <a:ext cx="133004" cy="133004"/>
            </a:xfrm>
            <a:prstGeom prst="ellipse">
              <a:avLst/>
            </a:prstGeom>
            <a:noFill/>
            <a:ln w="31750" cap="flat" cmpd="sng">
              <a:solidFill>
                <a:srgbClr val="FEFFF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grpSp>
        <p:nvGrpSpPr>
          <p:cNvPr id="41" name="Google Shape;41;p6"/>
          <p:cNvGrpSpPr/>
          <p:nvPr/>
        </p:nvGrpSpPr>
        <p:grpSpPr>
          <a:xfrm>
            <a:off x="7586517" y="2221752"/>
            <a:ext cx="282632" cy="282632"/>
            <a:chOff x="7666904" y="2151413"/>
            <a:chExt cx="282632" cy="282632"/>
          </a:xfrm>
        </p:grpSpPr>
        <p:sp>
          <p:nvSpPr>
            <p:cNvPr id="42" name="Google Shape;42;p6"/>
            <p:cNvSpPr/>
            <p:nvPr/>
          </p:nvSpPr>
          <p:spPr>
            <a:xfrm>
              <a:off x="7666904" y="2151413"/>
              <a:ext cx="282632" cy="282632"/>
            </a:xfrm>
            <a:prstGeom prst="ellipse">
              <a:avLst/>
            </a:prstGeom>
            <a:solidFill>
              <a:srgbClr val="367F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43" name="Google Shape;43;p6"/>
            <p:cNvSpPr/>
            <p:nvPr/>
          </p:nvSpPr>
          <p:spPr>
            <a:xfrm>
              <a:off x="7737944" y="2226227"/>
              <a:ext cx="133004" cy="133004"/>
            </a:xfrm>
            <a:prstGeom prst="ellipse">
              <a:avLst/>
            </a:prstGeom>
            <a:noFill/>
            <a:ln w="31750" cap="flat" cmpd="sng">
              <a:solidFill>
                <a:srgbClr val="FEFFF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pic>
        <p:nvPicPr>
          <p:cNvPr id="44" name="Google Shape;44;p6"/>
          <p:cNvPicPr preferRelativeResize="0"/>
          <p:nvPr/>
        </p:nvPicPr>
        <p:blipFill rotWithShape="1">
          <a:blip r:embed="rId3">
            <a:alphaModFix/>
          </a:blip>
          <a:srcRect/>
          <a:stretch/>
        </p:blipFill>
        <p:spPr>
          <a:xfrm>
            <a:off x="5248082" y="847876"/>
            <a:ext cx="1847520" cy="968999"/>
          </a:xfrm>
          <a:prstGeom prst="rect">
            <a:avLst/>
          </a:prstGeom>
          <a:noFill/>
          <a:ln>
            <a:noFill/>
          </a:ln>
        </p:spPr>
      </p:pic>
      <p:sp>
        <p:nvSpPr>
          <p:cNvPr id="45" name="Google Shape;45;p6"/>
          <p:cNvSpPr/>
          <p:nvPr/>
        </p:nvSpPr>
        <p:spPr>
          <a:xfrm>
            <a:off x="4774089" y="1457291"/>
            <a:ext cx="2823701" cy="1248096"/>
          </a:xfrm>
          <a:prstGeom prst="rect">
            <a:avLst/>
          </a:prstGeom>
          <a:noFill/>
          <a:ln>
            <a:noFill/>
          </a:ln>
        </p:spPr>
        <p:txBody>
          <a:bodyPr spcFirstLastPara="1" wrap="square" lIns="91425" tIns="45700" rIns="91425" bIns="45700" anchor="t" anchorCtr="0">
            <a:noAutofit/>
          </a:bodyPr>
          <a:lstStyle/>
          <a:p>
            <a:pPr lvl="0" algn="ctr"/>
            <a:r>
              <a:rPr lang="en-GB" sz="2800" b="1" dirty="0">
                <a:solidFill>
                  <a:srgbClr val="C00000"/>
                </a:solidFill>
                <a:latin typeface="Tahoma" panose="020B0604030504040204" pitchFamily="34" charset="0"/>
                <a:ea typeface="Tahoma" panose="020B0604030504040204" pitchFamily="34" charset="0"/>
                <a:cs typeface="Tahoma" panose="020B0604030504040204" pitchFamily="34" charset="0"/>
              </a:rPr>
              <a:t>Cara-</a:t>
            </a:r>
            <a:r>
              <a:rPr lang="en-GB" sz="2800" b="1" dirty="0" err="1">
                <a:solidFill>
                  <a:srgbClr val="C00000"/>
                </a:solidFill>
                <a:latin typeface="Tahoma" panose="020B0604030504040204" pitchFamily="34" charset="0"/>
                <a:ea typeface="Tahoma" panose="020B0604030504040204" pitchFamily="34" charset="0"/>
                <a:cs typeface="Tahoma" panose="020B0604030504040204" pitchFamily="34" charset="0"/>
              </a:rPr>
              <a:t>cara</a:t>
            </a:r>
            <a:r>
              <a:rPr lang="en-GB" sz="2800" b="1" dirty="0">
                <a:solidFill>
                  <a:srgbClr val="C00000"/>
                </a:solidFill>
                <a:latin typeface="Tahoma" panose="020B0604030504040204" pitchFamily="34" charset="0"/>
                <a:ea typeface="Tahoma" panose="020B0604030504040204" pitchFamily="34" charset="0"/>
                <a:cs typeface="Tahoma" panose="020B0604030504040204" pitchFamily="34" charset="0"/>
              </a:rPr>
              <a:t> </a:t>
            </a:r>
            <a:r>
              <a:rPr lang="en-GB" sz="2800" b="1" dirty="0" err="1">
                <a:solidFill>
                  <a:srgbClr val="C00000"/>
                </a:solidFill>
                <a:latin typeface="Tahoma" panose="020B0604030504040204" pitchFamily="34" charset="0"/>
                <a:ea typeface="Tahoma" panose="020B0604030504040204" pitchFamily="34" charset="0"/>
                <a:cs typeface="Tahoma" panose="020B0604030504040204" pitchFamily="34" charset="0"/>
              </a:rPr>
              <a:t>Pemusnahan</a:t>
            </a:r>
            <a:r>
              <a:rPr lang="en-GB" sz="2800" b="1" dirty="0">
                <a:solidFill>
                  <a:srgbClr val="C00000"/>
                </a:solidFill>
                <a:latin typeface="Tahoma" panose="020B0604030504040204" pitchFamily="34" charset="0"/>
                <a:ea typeface="Tahoma" panose="020B0604030504040204" pitchFamily="34" charset="0"/>
                <a:cs typeface="Tahoma" panose="020B0604030504040204" pitchFamily="34" charset="0"/>
              </a:rPr>
              <a:t> </a:t>
            </a:r>
            <a:endParaRPr dirty="0"/>
          </a:p>
        </p:txBody>
      </p:sp>
      <p:sp>
        <p:nvSpPr>
          <p:cNvPr id="46" name="Google Shape;46;p6"/>
          <p:cNvSpPr/>
          <p:nvPr/>
        </p:nvSpPr>
        <p:spPr>
          <a:xfrm>
            <a:off x="7519348" y="871816"/>
            <a:ext cx="4454055" cy="4191113"/>
          </a:xfrm>
          <a:custGeom>
            <a:avLst/>
            <a:gdLst/>
            <a:ahLst/>
            <a:cxnLst/>
            <a:rect l="l" t="t" r="r" b="b"/>
            <a:pathLst>
              <a:path w="2139406" h="2025432" extrusionOk="0">
                <a:moveTo>
                  <a:pt x="313413" y="0"/>
                </a:moveTo>
                <a:lnTo>
                  <a:pt x="2139406" y="19330"/>
                </a:lnTo>
                <a:cubicBezTo>
                  <a:pt x="2132773" y="645964"/>
                  <a:pt x="1965667" y="1258890"/>
                  <a:pt x="1656056" y="1800339"/>
                </a:cubicBezTo>
                <a:lnTo>
                  <a:pt x="1516193" y="2025432"/>
                </a:lnTo>
                <a:lnTo>
                  <a:pt x="0" y="1006444"/>
                </a:lnTo>
                <a:lnTo>
                  <a:pt x="1726" y="1004135"/>
                </a:lnTo>
                <a:cubicBezTo>
                  <a:pt x="166229" y="760638"/>
                  <a:pt x="273693" y="475440"/>
                  <a:pt x="304944" y="167711"/>
                </a:cubicBezTo>
                <a:lnTo>
                  <a:pt x="313413" y="0"/>
                </a:lnTo>
                <a:close/>
              </a:path>
            </a:pathLst>
          </a:custGeom>
          <a:solidFill>
            <a:srgbClr val="367F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8" name="Google Shape;48;p6"/>
          <p:cNvSpPr/>
          <p:nvPr/>
        </p:nvSpPr>
        <p:spPr>
          <a:xfrm>
            <a:off x="3706434" y="3589325"/>
            <a:ext cx="5571879" cy="3234982"/>
          </a:xfrm>
          <a:custGeom>
            <a:avLst/>
            <a:gdLst/>
            <a:ahLst/>
            <a:cxnLst/>
            <a:rect l="l" t="t" r="r" b="b"/>
            <a:pathLst>
              <a:path w="2295705" h="1931389" extrusionOk="0">
                <a:moveTo>
                  <a:pt x="1703741" y="0"/>
                </a:moveTo>
                <a:lnTo>
                  <a:pt x="2295705" y="1734328"/>
                </a:lnTo>
                <a:lnTo>
                  <a:pt x="2024357" y="1815960"/>
                </a:lnTo>
                <a:cubicBezTo>
                  <a:pt x="1449157" y="1963825"/>
                  <a:pt x="846494" y="1969717"/>
                  <a:pt x="268513" y="1833125"/>
                </a:cubicBezTo>
                <a:lnTo>
                  <a:pt x="0" y="1758038"/>
                </a:lnTo>
                <a:lnTo>
                  <a:pt x="557467" y="6476"/>
                </a:lnTo>
                <a:lnTo>
                  <a:pt x="577335" y="13748"/>
                </a:lnTo>
                <a:cubicBezTo>
                  <a:pt x="749318" y="67241"/>
                  <a:pt x="932172" y="96057"/>
                  <a:pt x="1121756" y="96057"/>
                </a:cubicBezTo>
                <a:cubicBezTo>
                  <a:pt x="1311341" y="96057"/>
                  <a:pt x="1494195" y="67241"/>
                  <a:pt x="1666177" y="13748"/>
                </a:cubicBezTo>
                <a:lnTo>
                  <a:pt x="1703741" y="0"/>
                </a:lnTo>
                <a:close/>
              </a:path>
            </a:pathLst>
          </a:custGeom>
          <a:solidFill>
            <a:srgbClr val="98C454"/>
          </a:solidFill>
          <a:ln>
            <a:noFill/>
          </a:ln>
          <a:effectLst>
            <a:outerShdw blurRad="292100" dist="317500" dir="20640000" sx="97000" sy="97000" algn="b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0" name="Google Shape;50;p6"/>
          <p:cNvSpPr/>
          <p:nvPr/>
        </p:nvSpPr>
        <p:spPr>
          <a:xfrm>
            <a:off x="592294" y="884835"/>
            <a:ext cx="4251736" cy="4423737"/>
          </a:xfrm>
          <a:custGeom>
            <a:avLst/>
            <a:gdLst/>
            <a:ahLst/>
            <a:cxnLst/>
            <a:rect l="l" t="t" r="r" b="b"/>
            <a:pathLst>
              <a:path w="2194677" h="2166515" extrusionOk="0">
                <a:moveTo>
                  <a:pt x="8" y="0"/>
                </a:moveTo>
                <a:lnTo>
                  <a:pt x="1845637" y="3772"/>
                </a:lnTo>
                <a:lnTo>
                  <a:pt x="1845449" y="7492"/>
                </a:lnTo>
                <a:cubicBezTo>
                  <a:pt x="1845449" y="386661"/>
                  <a:pt x="1960716" y="738908"/>
                  <a:pt x="2158119" y="1031104"/>
                </a:cubicBezTo>
                <a:lnTo>
                  <a:pt x="2194677" y="1079992"/>
                </a:lnTo>
                <a:lnTo>
                  <a:pt x="703995" y="2166515"/>
                </a:lnTo>
                <a:lnTo>
                  <a:pt x="549584" y="1938208"/>
                </a:lnTo>
                <a:cubicBezTo>
                  <a:pt x="190014" y="1357808"/>
                  <a:pt x="-1396" y="686634"/>
                  <a:pt x="8" y="0"/>
                </a:cubicBezTo>
                <a:close/>
              </a:path>
            </a:pathLst>
          </a:custGeom>
          <a:solidFill>
            <a:srgbClr val="E06438"/>
          </a:solidFill>
          <a:ln>
            <a:noFill/>
          </a:ln>
          <a:effectLst>
            <a:outerShdw blurRad="292100" dist="266700" dir="324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1" name="Google Shape;51;p6"/>
          <p:cNvSpPr/>
          <p:nvPr/>
        </p:nvSpPr>
        <p:spPr>
          <a:xfrm>
            <a:off x="1735763" y="4305452"/>
            <a:ext cx="950126" cy="906625"/>
          </a:xfrm>
          <a:prstGeom prst="ellipse">
            <a:avLst/>
          </a:prstGeom>
          <a:gradFill>
            <a:gsLst>
              <a:gs pos="0">
                <a:srgbClr val="E3E6E9"/>
              </a:gs>
              <a:gs pos="100000">
                <a:srgbClr val="FFFFFF"/>
              </a:gs>
            </a:gsLst>
            <a:path path="circle">
              <a:fillToRect r="100000" b="100000"/>
            </a:path>
            <a:tileRect l="-100000" t="-100000"/>
          </a:gradFill>
          <a:ln w="9525" cap="flat" cmpd="sng">
            <a:solidFill>
              <a:schemeClr val="lt1"/>
            </a:solidFill>
            <a:prstDash val="solid"/>
            <a:miter lim="800000"/>
            <a:headEnd type="none" w="sm" len="sm"/>
            <a:tailEnd type="none" w="sm" len="sm"/>
          </a:ln>
          <a:effectLst>
            <a:outerShdw blurRad="190500" dist="203200" dir="3000000" sx="93000" sy="93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52" name="Google Shape;52;p6"/>
          <p:cNvSpPr/>
          <p:nvPr/>
        </p:nvSpPr>
        <p:spPr>
          <a:xfrm>
            <a:off x="3062209" y="5180169"/>
            <a:ext cx="950126" cy="950126"/>
          </a:xfrm>
          <a:prstGeom prst="ellipse">
            <a:avLst/>
          </a:prstGeom>
          <a:gradFill>
            <a:gsLst>
              <a:gs pos="0">
                <a:srgbClr val="E3E6E9"/>
              </a:gs>
              <a:gs pos="100000">
                <a:srgbClr val="FFFFFF"/>
              </a:gs>
            </a:gsLst>
            <a:path path="circle">
              <a:fillToRect r="100000" b="100000"/>
            </a:path>
            <a:tileRect l="-100000" t="-100000"/>
          </a:gradFill>
          <a:ln w="9525" cap="flat" cmpd="sng">
            <a:solidFill>
              <a:schemeClr val="lt1"/>
            </a:solidFill>
            <a:prstDash val="solid"/>
            <a:miter lim="800000"/>
            <a:headEnd type="none" w="sm" len="sm"/>
            <a:tailEnd type="none" w="sm" len="sm"/>
          </a:ln>
          <a:effectLst>
            <a:outerShdw blurRad="190500" dist="203200" dir="3000000" sx="93000" sy="93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53" name="Google Shape;53;p6"/>
          <p:cNvSpPr/>
          <p:nvPr/>
        </p:nvSpPr>
        <p:spPr>
          <a:xfrm>
            <a:off x="8433037" y="5243476"/>
            <a:ext cx="950126" cy="950126"/>
          </a:xfrm>
          <a:prstGeom prst="ellipse">
            <a:avLst/>
          </a:prstGeom>
          <a:gradFill>
            <a:gsLst>
              <a:gs pos="0">
                <a:srgbClr val="E3E6E9"/>
              </a:gs>
              <a:gs pos="100000">
                <a:srgbClr val="FFFFFF"/>
              </a:gs>
            </a:gsLst>
            <a:path path="circle">
              <a:fillToRect r="100000" b="100000"/>
            </a:path>
            <a:tileRect l="-100000" t="-100000"/>
          </a:gradFill>
          <a:ln w="9525" cap="flat" cmpd="sng">
            <a:solidFill>
              <a:schemeClr val="lt1"/>
            </a:solidFill>
            <a:prstDash val="solid"/>
            <a:miter lim="800000"/>
            <a:headEnd type="none" w="sm" len="sm"/>
            <a:tailEnd type="none" w="sm" len="sm"/>
          </a:ln>
          <a:effectLst>
            <a:outerShdw blurRad="190500" dist="203200" dir="3000000" sx="93000" sy="93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54" name="Google Shape;54;p6"/>
          <p:cNvSpPr/>
          <p:nvPr/>
        </p:nvSpPr>
        <p:spPr>
          <a:xfrm>
            <a:off x="8121430" y="3230165"/>
            <a:ext cx="950126" cy="950126"/>
          </a:xfrm>
          <a:prstGeom prst="ellipse">
            <a:avLst/>
          </a:prstGeom>
          <a:gradFill>
            <a:gsLst>
              <a:gs pos="0">
                <a:srgbClr val="E3E6E9"/>
              </a:gs>
              <a:gs pos="100000">
                <a:srgbClr val="FFFFFF"/>
              </a:gs>
            </a:gsLst>
            <a:path path="circle">
              <a:fillToRect r="100000" b="100000"/>
            </a:path>
            <a:tileRect l="-100000" t="-100000"/>
          </a:gradFill>
          <a:ln w="9525" cap="flat" cmpd="sng">
            <a:solidFill>
              <a:schemeClr val="lt1"/>
            </a:solidFill>
            <a:prstDash val="solid"/>
            <a:miter lim="800000"/>
            <a:headEnd type="none" w="sm" len="sm"/>
            <a:tailEnd type="none" w="sm" len="sm"/>
          </a:ln>
          <a:effectLst>
            <a:outerShdw blurRad="190500" dist="203200" dir="3000000" sx="93000" sy="93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55" name="Google Shape;55;p6"/>
          <p:cNvSpPr/>
          <p:nvPr/>
        </p:nvSpPr>
        <p:spPr>
          <a:xfrm>
            <a:off x="10048980" y="3589325"/>
            <a:ext cx="950126" cy="950126"/>
          </a:xfrm>
          <a:prstGeom prst="ellipse">
            <a:avLst/>
          </a:prstGeom>
          <a:gradFill>
            <a:gsLst>
              <a:gs pos="0">
                <a:srgbClr val="E3E6E9"/>
              </a:gs>
              <a:gs pos="100000">
                <a:srgbClr val="FFFFFF"/>
              </a:gs>
            </a:gsLst>
            <a:path path="circle">
              <a:fillToRect r="100000" b="100000"/>
            </a:path>
            <a:tileRect l="-100000" t="-100000"/>
          </a:gradFill>
          <a:ln w="9525" cap="flat" cmpd="sng">
            <a:solidFill>
              <a:schemeClr val="lt1"/>
            </a:solidFill>
            <a:prstDash val="solid"/>
            <a:miter lim="800000"/>
            <a:headEnd type="none" w="sm" len="sm"/>
            <a:tailEnd type="none" w="sm" len="sm"/>
          </a:ln>
          <a:effectLst>
            <a:outerShdw blurRad="190500" dist="203200" dir="3000000" sx="93000" sy="93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57" name="Google Shape;57;p6"/>
          <p:cNvSpPr/>
          <p:nvPr/>
        </p:nvSpPr>
        <p:spPr>
          <a:xfrm>
            <a:off x="765471" y="847876"/>
            <a:ext cx="3655850" cy="4094955"/>
          </a:xfrm>
          <a:prstGeom prst="rect">
            <a:avLst/>
          </a:prstGeom>
          <a:noFill/>
          <a:ln>
            <a:noFill/>
          </a:ln>
        </p:spPr>
        <p:txBody>
          <a:bodyPr spcFirstLastPara="1" wrap="square" lIns="42950" tIns="21475" rIns="42950" bIns="21475" anchor="t" anchorCtr="0">
            <a:noAutofit/>
          </a:bodyPr>
          <a:lstStyle/>
          <a:p>
            <a:pPr lvl="0" algn="just"/>
            <a:r>
              <a:rPr lang="fi-FI" sz="2000" dirty="0">
                <a:latin typeface="Tahoma" panose="020B0604030504040204" pitchFamily="34" charset="0"/>
                <a:ea typeface="Tahoma" panose="020B0604030504040204" pitchFamily="34" charset="0"/>
                <a:cs typeface="Tahoma" panose="020B0604030504040204" pitchFamily="34" charset="0"/>
              </a:rPr>
              <a:t>Buangan</a:t>
            </a:r>
            <a:r>
              <a:rPr lang="en-GB" sz="2000" dirty="0">
                <a:latin typeface="Tahoma" panose="020B0604030504040204" pitchFamily="34" charset="0"/>
                <a:ea typeface="Tahoma" panose="020B0604030504040204" pitchFamily="34" charset="0"/>
                <a:cs typeface="Tahoma" panose="020B0604030504040204" pitchFamily="34" charset="0"/>
              </a:rPr>
              <a:t> </a:t>
            </a:r>
            <a:r>
              <a:rPr lang="ms-MY" sz="2000" dirty="0">
                <a:latin typeface="Tahoma" panose="020B0604030504040204" pitchFamily="34" charset="0"/>
                <a:ea typeface="Tahoma" panose="020B0604030504040204" pitchFamily="34" charset="0"/>
                <a:cs typeface="Tahoma" panose="020B0604030504040204" pitchFamily="34" charset="0"/>
              </a:rPr>
              <a:t>rahsia rasmi yang hendak dimusnahkan perlulah terlebih dahulu dikoyakkan kecil-kecil atau dirincih dengan penggunaan mesin perincih atau dibakar menggunakan pembakar (</a:t>
            </a:r>
            <a:r>
              <a:rPr lang="ms-MY" sz="2000" i="1" dirty="0">
                <a:latin typeface="Tahoma" panose="020B0604030504040204" pitchFamily="34" charset="0"/>
                <a:ea typeface="Tahoma" panose="020B0604030504040204" pitchFamily="34" charset="0"/>
                <a:cs typeface="Tahoma" panose="020B0604030504040204" pitchFamily="34" charset="0"/>
              </a:rPr>
              <a:t>incinerator)</a:t>
            </a:r>
            <a:r>
              <a:rPr lang="ms-MY" sz="2000" dirty="0">
                <a:latin typeface="Tahoma" panose="020B0604030504040204" pitchFamily="34" charset="0"/>
                <a:ea typeface="Tahoma" panose="020B0604030504040204" pitchFamily="34" charset="0"/>
                <a:cs typeface="Tahoma" panose="020B0604030504040204" pitchFamily="34" charset="0"/>
              </a:rPr>
              <a:t> di bawah penyeliaan pegawai awam yang dibenarkan mengendalikan rahsia rasmi tersebut</a:t>
            </a:r>
            <a:r>
              <a:rPr lang="en-GB" sz="2000" dirty="0">
                <a:latin typeface="Tahoma" panose="020B0604030504040204" pitchFamily="34" charset="0"/>
                <a:ea typeface="Tahoma" panose="020B0604030504040204" pitchFamily="34" charset="0"/>
                <a:cs typeface="Tahoma" panose="020B0604030504040204" pitchFamily="34" charset="0"/>
              </a:rPr>
              <a:t>. </a:t>
            </a:r>
          </a:p>
        </p:txBody>
      </p:sp>
      <p:pic>
        <p:nvPicPr>
          <p:cNvPr id="58" name="Google Shape;58;p6"/>
          <p:cNvPicPr preferRelativeResize="0"/>
          <p:nvPr/>
        </p:nvPicPr>
        <p:blipFill rotWithShape="1">
          <a:blip r:embed="rId4">
            <a:alphaModFix/>
          </a:blip>
          <a:srcRect r="78665" b="73542"/>
          <a:stretch/>
        </p:blipFill>
        <p:spPr>
          <a:xfrm>
            <a:off x="1980704" y="4506966"/>
            <a:ext cx="592672" cy="598993"/>
          </a:xfrm>
          <a:prstGeom prst="rect">
            <a:avLst/>
          </a:prstGeom>
          <a:noFill/>
          <a:ln>
            <a:noFill/>
          </a:ln>
        </p:spPr>
      </p:pic>
      <p:pic>
        <p:nvPicPr>
          <p:cNvPr id="61" name="Google Shape;61;p6"/>
          <p:cNvPicPr preferRelativeResize="0"/>
          <p:nvPr/>
        </p:nvPicPr>
        <p:blipFill rotWithShape="1">
          <a:blip r:embed="rId5">
            <a:alphaModFix/>
          </a:blip>
          <a:srcRect l="53264" t="36049" r="25400" b="37492"/>
          <a:stretch/>
        </p:blipFill>
        <p:spPr>
          <a:xfrm>
            <a:off x="3272290" y="5268231"/>
            <a:ext cx="592672" cy="598993"/>
          </a:xfrm>
          <a:prstGeom prst="rect">
            <a:avLst/>
          </a:prstGeom>
          <a:noFill/>
          <a:ln>
            <a:noFill/>
          </a:ln>
        </p:spPr>
      </p:pic>
      <p:sp>
        <p:nvSpPr>
          <p:cNvPr id="63" name="Google Shape;63;p6"/>
          <p:cNvSpPr/>
          <p:nvPr/>
        </p:nvSpPr>
        <p:spPr>
          <a:xfrm>
            <a:off x="4159707" y="4572354"/>
            <a:ext cx="4418850" cy="2869673"/>
          </a:xfrm>
          <a:prstGeom prst="rect">
            <a:avLst/>
          </a:prstGeom>
          <a:noFill/>
          <a:ln>
            <a:noFill/>
          </a:ln>
        </p:spPr>
        <p:txBody>
          <a:bodyPr spcFirstLastPara="1" wrap="square" lIns="42950" tIns="21475" rIns="42950" bIns="21475" anchor="t" anchorCtr="0">
            <a:noAutofit/>
          </a:bodyPr>
          <a:lstStyle/>
          <a:p>
            <a:pPr lvl="0" algn="just"/>
            <a:r>
              <a:rPr lang="ms-MY" sz="2000" dirty="0">
                <a:latin typeface="Tahoma" panose="020B0604030504040204" pitchFamily="34" charset="0"/>
                <a:ea typeface="Tahoma" panose="020B0604030504040204" pitchFamily="34" charset="0"/>
                <a:cs typeface="Tahoma" panose="020B0604030504040204" pitchFamily="34" charset="0"/>
              </a:rPr>
              <a:t>Buangan rahsia rasmi hendaklah diberikan perlindungan keselamatan yang sepatutnya sehingga dimusnahkan</a:t>
            </a:r>
            <a:r>
              <a:rPr lang="en-GB" sz="2000" dirty="0">
                <a:latin typeface="Tahoma" panose="020B0604030504040204" pitchFamily="34" charset="0"/>
                <a:ea typeface="Tahoma" panose="020B0604030504040204" pitchFamily="34" charset="0"/>
                <a:cs typeface="Tahoma" panose="020B0604030504040204" pitchFamily="34" charset="0"/>
              </a:rPr>
              <a:t>. </a:t>
            </a:r>
          </a:p>
          <a:p>
            <a:pPr lvl="0" algn="just"/>
            <a:endParaRPr lang="en-GB" sz="1000" dirty="0">
              <a:latin typeface="Tahoma" panose="020B0604030504040204" pitchFamily="34" charset="0"/>
              <a:ea typeface="Tahoma" panose="020B0604030504040204" pitchFamily="34" charset="0"/>
              <a:cs typeface="Tahoma" panose="020B0604030504040204" pitchFamily="34" charset="0"/>
            </a:endParaRPr>
          </a:p>
        </p:txBody>
      </p:sp>
      <p:pic>
        <p:nvPicPr>
          <p:cNvPr id="64" name="Google Shape;64;p6"/>
          <p:cNvPicPr preferRelativeResize="0"/>
          <p:nvPr/>
        </p:nvPicPr>
        <p:blipFill rotWithShape="1">
          <a:blip r:embed="rId6">
            <a:alphaModFix/>
          </a:blip>
          <a:srcRect l="826" t="36777" r="77838" b="36765"/>
          <a:stretch/>
        </p:blipFill>
        <p:spPr>
          <a:xfrm>
            <a:off x="8734998" y="5408197"/>
            <a:ext cx="592672" cy="598993"/>
          </a:xfrm>
          <a:prstGeom prst="rect">
            <a:avLst/>
          </a:prstGeom>
          <a:noFill/>
          <a:ln>
            <a:noFill/>
          </a:ln>
        </p:spPr>
      </p:pic>
      <p:pic>
        <p:nvPicPr>
          <p:cNvPr id="67" name="Google Shape;67;p6"/>
          <p:cNvPicPr preferRelativeResize="0"/>
          <p:nvPr/>
        </p:nvPicPr>
        <p:blipFill rotWithShape="1">
          <a:blip r:embed="rId7">
            <a:alphaModFix/>
          </a:blip>
          <a:srcRect l="49693" t="74576" r="28972" b="-1033"/>
          <a:stretch/>
        </p:blipFill>
        <p:spPr>
          <a:xfrm>
            <a:off x="8282221" y="3268675"/>
            <a:ext cx="592672" cy="598993"/>
          </a:xfrm>
          <a:prstGeom prst="rect">
            <a:avLst/>
          </a:prstGeom>
          <a:noFill/>
          <a:ln>
            <a:noFill/>
          </a:ln>
        </p:spPr>
      </p:pic>
      <p:sp>
        <p:nvSpPr>
          <p:cNvPr id="69" name="Google Shape;69;p6"/>
          <p:cNvSpPr/>
          <p:nvPr/>
        </p:nvSpPr>
        <p:spPr>
          <a:xfrm>
            <a:off x="8174217" y="1225400"/>
            <a:ext cx="3690050" cy="3327489"/>
          </a:xfrm>
          <a:prstGeom prst="rect">
            <a:avLst/>
          </a:prstGeom>
          <a:noFill/>
          <a:ln>
            <a:noFill/>
          </a:ln>
        </p:spPr>
        <p:txBody>
          <a:bodyPr spcFirstLastPara="1" wrap="square" lIns="42950" tIns="21475" rIns="42950" bIns="21475" anchor="t" anchorCtr="0">
            <a:noAutofit/>
          </a:bodyPr>
          <a:lstStyle/>
          <a:p>
            <a:pPr lvl="0" algn="just"/>
            <a:r>
              <a:rPr lang="ms-MY" sz="2000" dirty="0">
                <a:latin typeface="Tahoma" panose="020B0604030504040204" pitchFamily="34" charset="0"/>
                <a:ea typeface="Tahoma" panose="020B0604030504040204" pitchFamily="34" charset="0"/>
                <a:cs typeface="Tahoma" panose="020B0604030504040204" pitchFamily="34" charset="0"/>
              </a:rPr>
              <a:t>Pemusnahan dengan cara-cara lain hendaklah dirujuk kepada Ketua Pengarah Keselamatan Kerajaan</a:t>
            </a:r>
            <a:r>
              <a:rPr lang="en-GB" sz="2000" dirty="0">
                <a:latin typeface="Tahoma" panose="020B0604030504040204" pitchFamily="34" charset="0"/>
                <a:ea typeface="Tahoma" panose="020B0604030504040204" pitchFamily="34" charset="0"/>
                <a:cs typeface="Tahoma" panose="020B0604030504040204" pitchFamily="34" charset="0"/>
              </a:rPr>
              <a:t>. </a:t>
            </a:r>
            <a:endParaRPr lang="en-MY" sz="2000" dirty="0">
              <a:latin typeface="Tahoma" panose="020B0604030504040204" pitchFamily="34" charset="0"/>
              <a:ea typeface="Tahoma" panose="020B0604030504040204" pitchFamily="34" charset="0"/>
              <a:cs typeface="Tahoma" panose="020B0604030504040204" pitchFamily="34" charset="0"/>
            </a:endParaRPr>
          </a:p>
        </p:txBody>
      </p:sp>
      <p:pic>
        <p:nvPicPr>
          <p:cNvPr id="70" name="Google Shape;70;p6"/>
          <p:cNvPicPr preferRelativeResize="0"/>
          <p:nvPr/>
        </p:nvPicPr>
        <p:blipFill rotWithShape="1">
          <a:blip r:embed="rId8">
            <a:alphaModFix/>
          </a:blip>
          <a:srcRect l="80310" t="36069" r="-1645" b="37473"/>
          <a:stretch/>
        </p:blipFill>
        <p:spPr>
          <a:xfrm>
            <a:off x="10282126" y="3773461"/>
            <a:ext cx="592672" cy="598993"/>
          </a:xfrm>
          <a:prstGeom prst="rect">
            <a:avLst/>
          </a:prstGeom>
          <a:noFill/>
          <a:ln>
            <a:noFill/>
          </a:ln>
        </p:spPr>
      </p:pic>
      <p:pic>
        <p:nvPicPr>
          <p:cNvPr id="47" name="Picture 46">
            <a:extLst>
              <a:ext uri="{FF2B5EF4-FFF2-40B4-BE49-F238E27FC236}">
                <a16:creationId xmlns="" xmlns:a16="http://schemas.microsoft.com/office/drawing/2014/main" id="{3C799D11-A8CA-48C2-AF36-BD56ACFF9B71}"/>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903582" y="5842997"/>
            <a:ext cx="835393" cy="669380"/>
          </a:xfrm>
          <a:prstGeom prst="rect">
            <a:avLst/>
          </a:prstGeom>
        </p:spPr>
      </p:pic>
      <p:sp>
        <p:nvSpPr>
          <p:cNvPr id="49" name="TextBox 48">
            <a:extLst>
              <a:ext uri="{FF2B5EF4-FFF2-40B4-BE49-F238E27FC236}">
                <a16:creationId xmlns="" xmlns:a16="http://schemas.microsoft.com/office/drawing/2014/main" id="{B6CE9182-AC53-496B-B461-326AB279833B}"/>
              </a:ext>
            </a:extLst>
          </p:cNvPr>
          <p:cNvSpPr txBox="1"/>
          <p:nvPr/>
        </p:nvSpPr>
        <p:spPr>
          <a:xfrm>
            <a:off x="2044213" y="5977632"/>
            <a:ext cx="6106049" cy="400110"/>
          </a:xfrm>
          <a:prstGeom prst="rect">
            <a:avLst/>
          </a:prstGeom>
          <a:noFill/>
        </p:spPr>
        <p:txBody>
          <a:bodyPr wrap="square">
            <a:spAutoFit/>
          </a:bodyPr>
          <a:lstStyle/>
          <a:p>
            <a:pPr>
              <a:defRPr/>
            </a:pPr>
            <a:r>
              <a:rPr lang="en-US" sz="1000" spc="280" dirty="0"/>
              <a:t>PEJABAT KETUA PEGAWAI KESELAMATAN KERAJAAN MALAYSIA</a:t>
            </a:r>
          </a:p>
          <a:p>
            <a:pPr>
              <a:defRPr/>
            </a:pPr>
            <a:r>
              <a:rPr lang="en-US" sz="1000" spc="280" dirty="0"/>
              <a:t>JABATAN PERDANA MENTERI</a:t>
            </a:r>
          </a:p>
        </p:txBody>
      </p:sp>
    </p:spTree>
    <p:extLst>
      <p:ext uri="{BB962C8B-B14F-4D97-AF65-F5344CB8AC3E}">
        <p14:creationId xmlns:p14="http://schemas.microsoft.com/office/powerpoint/2010/main" val="938022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500"/>
                                        <p:tgtEl>
                                          <p:spTgt spid="23"/>
                                        </p:tgtEl>
                                        <p:attrNameLst>
                                          <p:attrName>ppt_w</p:attrName>
                                        </p:attrNameLst>
                                      </p:cBhvr>
                                      <p:tavLst>
                                        <p:tav tm="0">
                                          <p:val>
                                            <p:strVal val="0"/>
                                          </p:val>
                                        </p:tav>
                                        <p:tav tm="100000">
                                          <p:val>
                                            <p:strVal val="#ppt_w"/>
                                          </p:val>
                                        </p:tav>
                                      </p:tavLst>
                                    </p:anim>
                                    <p:anim calcmode="lin" valueType="num">
                                      <p:cBhvr additive="base">
                                        <p:cTn id="8" dur="500"/>
                                        <p:tgtEl>
                                          <p:spTgt spid="23"/>
                                        </p:tgtEl>
                                        <p:attrNameLst>
                                          <p:attrName>ppt_h</p:attrName>
                                        </p:attrNameLst>
                                      </p:cBhvr>
                                      <p:tavLst>
                                        <p:tav tm="0">
                                          <p:val>
                                            <p:strVal val="0"/>
                                          </p:val>
                                        </p:tav>
                                        <p:tav tm="100000">
                                          <p:val>
                                            <p:strVal val="#ppt_h"/>
                                          </p:val>
                                        </p:tav>
                                      </p:tavLst>
                                    </p:anim>
                                  </p:childTnLst>
                                </p:cTn>
                              </p:par>
                            </p:childTnLst>
                          </p:cTn>
                        </p:par>
                        <p:par>
                          <p:cTn id="9" fill="hold">
                            <p:stCondLst>
                              <p:cond delay="500"/>
                            </p:stCondLst>
                            <p:childTnLst>
                              <p:par>
                                <p:cTn id="10" presetID="23" presetClass="entr" presetSubtype="16" fill="hold" nodeType="afterEffect">
                                  <p:stCondLst>
                                    <p:cond delay="0"/>
                                  </p:stCondLst>
                                  <p:childTnLst>
                                    <p:set>
                                      <p:cBhvr>
                                        <p:cTn id="11" dur="1" fill="hold">
                                          <p:stCondLst>
                                            <p:cond delay="0"/>
                                          </p:stCondLst>
                                        </p:cTn>
                                        <p:tgtEl>
                                          <p:spTgt spid="44"/>
                                        </p:tgtEl>
                                        <p:attrNameLst>
                                          <p:attrName>style.visibility</p:attrName>
                                        </p:attrNameLst>
                                      </p:cBhvr>
                                      <p:to>
                                        <p:strVal val="visible"/>
                                      </p:to>
                                    </p:set>
                                    <p:anim calcmode="lin" valueType="num">
                                      <p:cBhvr additive="base">
                                        <p:cTn id="12" dur="500"/>
                                        <p:tgtEl>
                                          <p:spTgt spid="44"/>
                                        </p:tgtEl>
                                        <p:attrNameLst>
                                          <p:attrName>ppt_w</p:attrName>
                                        </p:attrNameLst>
                                      </p:cBhvr>
                                      <p:tavLst>
                                        <p:tav tm="0">
                                          <p:val>
                                            <p:strVal val="0"/>
                                          </p:val>
                                        </p:tav>
                                        <p:tav tm="100000">
                                          <p:val>
                                            <p:strVal val="#ppt_w"/>
                                          </p:val>
                                        </p:tav>
                                      </p:tavLst>
                                    </p:anim>
                                    <p:anim calcmode="lin" valueType="num">
                                      <p:cBhvr additive="base">
                                        <p:cTn id="13" dur="500"/>
                                        <p:tgtEl>
                                          <p:spTgt spid="44"/>
                                        </p:tgtEl>
                                        <p:attrNameLst>
                                          <p:attrName>ppt_h</p:attrName>
                                        </p:attrNameLst>
                                      </p:cBhvr>
                                      <p:tavLst>
                                        <p:tav tm="0">
                                          <p:val>
                                            <p:strVal val="0"/>
                                          </p:val>
                                        </p:tav>
                                        <p:tav tm="100000">
                                          <p:val>
                                            <p:strVal val="#ppt_h"/>
                                          </p:val>
                                        </p:tav>
                                      </p:tavLst>
                                    </p:anim>
                                  </p:childTnLst>
                                </p:cTn>
                              </p:par>
                            </p:childTnLst>
                          </p:cTn>
                        </p:par>
                        <p:par>
                          <p:cTn id="14" fill="hold">
                            <p:stCondLst>
                              <p:cond delay="1000"/>
                            </p:stCondLst>
                            <p:childTnLst>
                              <p:par>
                                <p:cTn id="15" presetID="23" presetClass="entr" presetSubtype="16" fill="hold" nodeType="afterEffect">
                                  <p:stCondLst>
                                    <p:cond delay="0"/>
                                  </p:stCondLst>
                                  <p:childTnLst>
                                    <p:set>
                                      <p:cBhvr>
                                        <p:cTn id="16" dur="1" fill="hold">
                                          <p:stCondLst>
                                            <p:cond delay="0"/>
                                          </p:stCondLst>
                                        </p:cTn>
                                        <p:tgtEl>
                                          <p:spTgt spid="45"/>
                                        </p:tgtEl>
                                        <p:attrNameLst>
                                          <p:attrName>style.visibility</p:attrName>
                                        </p:attrNameLst>
                                      </p:cBhvr>
                                      <p:to>
                                        <p:strVal val="visible"/>
                                      </p:to>
                                    </p:set>
                                    <p:anim calcmode="lin" valueType="num">
                                      <p:cBhvr additive="base">
                                        <p:cTn id="17" dur="500"/>
                                        <p:tgtEl>
                                          <p:spTgt spid="45"/>
                                        </p:tgtEl>
                                        <p:attrNameLst>
                                          <p:attrName>ppt_w</p:attrName>
                                        </p:attrNameLst>
                                      </p:cBhvr>
                                      <p:tavLst>
                                        <p:tav tm="0">
                                          <p:val>
                                            <p:strVal val="0"/>
                                          </p:val>
                                        </p:tav>
                                        <p:tav tm="100000">
                                          <p:val>
                                            <p:strVal val="#ppt_w"/>
                                          </p:val>
                                        </p:tav>
                                      </p:tavLst>
                                    </p:anim>
                                    <p:anim calcmode="lin" valueType="num">
                                      <p:cBhvr additive="base">
                                        <p:cTn id="18" dur="500"/>
                                        <p:tgtEl>
                                          <p:spTgt spid="45"/>
                                        </p:tgtEl>
                                        <p:attrNameLst>
                                          <p:attrName>ppt_h</p:attrName>
                                        </p:attrNameLst>
                                      </p:cBhvr>
                                      <p:tavLst>
                                        <p:tav tm="0">
                                          <p:val>
                                            <p:strVal val="0"/>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9"/>
                                        </p:tgtEl>
                                        <p:attrNameLst>
                                          <p:attrName>style.visibility</p:attrName>
                                        </p:attrNameLst>
                                      </p:cBhvr>
                                      <p:to>
                                        <p:strVal val="visible"/>
                                      </p:to>
                                    </p:set>
                                    <p:animEffect transition="in" filter="fade">
                                      <p:cBhvr>
                                        <p:cTn id="23" dur="500"/>
                                        <p:tgtEl>
                                          <p:spTgt spid="29"/>
                                        </p:tgtEl>
                                      </p:cBhvr>
                                    </p:animEffect>
                                  </p:childTnLst>
                                </p:cTn>
                              </p:par>
                            </p:childTnLst>
                          </p:cTn>
                        </p:par>
                        <p:par>
                          <p:cTn id="24" fill="hold">
                            <p:stCondLst>
                              <p:cond delay="500"/>
                            </p:stCondLst>
                            <p:childTnLst>
                              <p:par>
                                <p:cTn id="25" presetID="10" presetClass="entr" presetSubtype="0" fill="hold" nodeType="after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fade">
                                      <p:cBhvr>
                                        <p:cTn id="27" dur="500"/>
                                        <p:tgtEl>
                                          <p:spTgt spid="24"/>
                                        </p:tgtEl>
                                      </p:cBhvr>
                                    </p:animEffect>
                                  </p:childTnLst>
                                </p:cTn>
                              </p:par>
                            </p:childTnLst>
                          </p:cTn>
                        </p:par>
                        <p:par>
                          <p:cTn id="28" fill="hold">
                            <p:stCondLst>
                              <p:cond delay="1000"/>
                            </p:stCondLst>
                            <p:childTnLst>
                              <p:par>
                                <p:cTn id="29" presetID="10" presetClass="entr" presetSubtype="0" fill="hold" nodeType="afterEffect">
                                  <p:stCondLst>
                                    <p:cond delay="0"/>
                                  </p:stCondLst>
                                  <p:childTnLst>
                                    <p:set>
                                      <p:cBhvr>
                                        <p:cTn id="30" dur="1" fill="hold">
                                          <p:stCondLst>
                                            <p:cond delay="0"/>
                                          </p:stCondLst>
                                        </p:cTn>
                                        <p:tgtEl>
                                          <p:spTgt spid="50"/>
                                        </p:tgtEl>
                                        <p:attrNameLst>
                                          <p:attrName>style.visibility</p:attrName>
                                        </p:attrNameLst>
                                      </p:cBhvr>
                                      <p:to>
                                        <p:strVal val="visible"/>
                                      </p:to>
                                    </p:set>
                                    <p:animEffect transition="in" filter="fade">
                                      <p:cBhvr>
                                        <p:cTn id="31" dur="500"/>
                                        <p:tgtEl>
                                          <p:spTgt spid="50"/>
                                        </p:tgtEl>
                                      </p:cBhvr>
                                    </p:animEffect>
                                  </p:childTnLst>
                                </p:cTn>
                              </p:par>
                            </p:childTnLst>
                          </p:cTn>
                        </p:par>
                        <p:par>
                          <p:cTn id="32" fill="hold">
                            <p:stCondLst>
                              <p:cond delay="1500"/>
                            </p:stCondLst>
                            <p:childTnLst>
                              <p:par>
                                <p:cTn id="33" presetID="10" presetClass="entr" presetSubtype="0" fill="hold" nodeType="afterEffect">
                                  <p:stCondLst>
                                    <p:cond delay="0"/>
                                  </p:stCondLst>
                                  <p:childTnLst>
                                    <p:set>
                                      <p:cBhvr>
                                        <p:cTn id="34" dur="1" fill="hold">
                                          <p:stCondLst>
                                            <p:cond delay="0"/>
                                          </p:stCondLst>
                                        </p:cTn>
                                        <p:tgtEl>
                                          <p:spTgt spid="51"/>
                                        </p:tgtEl>
                                        <p:attrNameLst>
                                          <p:attrName>style.visibility</p:attrName>
                                        </p:attrNameLst>
                                      </p:cBhvr>
                                      <p:to>
                                        <p:strVal val="visible"/>
                                      </p:to>
                                    </p:set>
                                    <p:animEffect transition="in" filter="fade">
                                      <p:cBhvr>
                                        <p:cTn id="35" dur="500"/>
                                        <p:tgtEl>
                                          <p:spTgt spid="51"/>
                                        </p:tgtEl>
                                      </p:cBhvr>
                                    </p:animEffect>
                                  </p:childTnLst>
                                </p:cTn>
                              </p:par>
                              <p:par>
                                <p:cTn id="36" presetID="10" presetClass="entr" presetSubtype="0" fill="hold" nodeType="withEffect">
                                  <p:stCondLst>
                                    <p:cond delay="0"/>
                                  </p:stCondLst>
                                  <p:childTnLst>
                                    <p:set>
                                      <p:cBhvr>
                                        <p:cTn id="37" dur="1" fill="hold">
                                          <p:stCondLst>
                                            <p:cond delay="0"/>
                                          </p:stCondLst>
                                        </p:cTn>
                                        <p:tgtEl>
                                          <p:spTgt spid="57"/>
                                        </p:tgtEl>
                                        <p:attrNameLst>
                                          <p:attrName>style.visibility</p:attrName>
                                        </p:attrNameLst>
                                      </p:cBhvr>
                                      <p:to>
                                        <p:strVal val="visible"/>
                                      </p:to>
                                    </p:set>
                                    <p:animEffect transition="in" filter="fade">
                                      <p:cBhvr>
                                        <p:cTn id="38" dur="500"/>
                                        <p:tgtEl>
                                          <p:spTgt spid="57"/>
                                        </p:tgtEl>
                                      </p:cBhvr>
                                    </p:animEffect>
                                  </p:childTnLst>
                                </p:cTn>
                              </p:par>
                              <p:par>
                                <p:cTn id="39" presetID="10" presetClass="entr" presetSubtype="0" fill="hold" nodeType="withEffect">
                                  <p:stCondLst>
                                    <p:cond delay="0"/>
                                  </p:stCondLst>
                                  <p:childTnLst>
                                    <p:set>
                                      <p:cBhvr>
                                        <p:cTn id="40" dur="1" fill="hold">
                                          <p:stCondLst>
                                            <p:cond delay="0"/>
                                          </p:stCondLst>
                                        </p:cTn>
                                        <p:tgtEl>
                                          <p:spTgt spid="58"/>
                                        </p:tgtEl>
                                        <p:attrNameLst>
                                          <p:attrName>style.visibility</p:attrName>
                                        </p:attrNameLst>
                                      </p:cBhvr>
                                      <p:to>
                                        <p:strVal val="visible"/>
                                      </p:to>
                                    </p:set>
                                    <p:animEffect transition="in" filter="fade">
                                      <p:cBhvr>
                                        <p:cTn id="41" dur="500"/>
                                        <p:tgtEl>
                                          <p:spTgt spid="58"/>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25"/>
                                        </p:tgtEl>
                                        <p:attrNameLst>
                                          <p:attrName>style.visibility</p:attrName>
                                        </p:attrNameLst>
                                      </p:cBhvr>
                                      <p:to>
                                        <p:strVal val="visible"/>
                                      </p:to>
                                    </p:set>
                                    <p:animEffect transition="in" filter="fade">
                                      <p:cBhvr>
                                        <p:cTn id="46" dur="500"/>
                                        <p:tgtEl>
                                          <p:spTgt spid="25"/>
                                        </p:tgtEl>
                                      </p:cBhvr>
                                    </p:animEffect>
                                  </p:childTnLst>
                                </p:cTn>
                              </p:par>
                            </p:childTnLst>
                          </p:cTn>
                        </p:par>
                        <p:par>
                          <p:cTn id="47" fill="hold">
                            <p:stCondLst>
                              <p:cond delay="500"/>
                            </p:stCondLst>
                            <p:childTnLst>
                              <p:par>
                                <p:cTn id="48" presetID="10" presetClass="entr" presetSubtype="0" fill="hold" nodeType="afterEffect">
                                  <p:stCondLst>
                                    <p:cond delay="0"/>
                                  </p:stCondLst>
                                  <p:childTnLst>
                                    <p:set>
                                      <p:cBhvr>
                                        <p:cTn id="49" dur="1" fill="hold">
                                          <p:stCondLst>
                                            <p:cond delay="0"/>
                                          </p:stCondLst>
                                        </p:cTn>
                                        <p:tgtEl>
                                          <p:spTgt spid="32"/>
                                        </p:tgtEl>
                                        <p:attrNameLst>
                                          <p:attrName>style.visibility</p:attrName>
                                        </p:attrNameLst>
                                      </p:cBhvr>
                                      <p:to>
                                        <p:strVal val="visible"/>
                                      </p:to>
                                    </p:set>
                                    <p:animEffect transition="in" filter="fade">
                                      <p:cBhvr>
                                        <p:cTn id="50" dur="500"/>
                                        <p:tgtEl>
                                          <p:spTgt spid="32"/>
                                        </p:tgtEl>
                                      </p:cBhvr>
                                    </p:animEffect>
                                  </p:childTnLst>
                                </p:cTn>
                              </p:par>
                            </p:childTnLst>
                          </p:cTn>
                        </p:par>
                        <p:par>
                          <p:cTn id="51" fill="hold">
                            <p:stCondLst>
                              <p:cond delay="1000"/>
                            </p:stCondLst>
                            <p:childTnLst>
                              <p:par>
                                <p:cTn id="52" presetID="10" presetClass="entr" presetSubtype="0" fill="hold" nodeType="afterEffect">
                                  <p:stCondLst>
                                    <p:cond delay="0"/>
                                  </p:stCondLst>
                                  <p:childTnLst>
                                    <p:set>
                                      <p:cBhvr>
                                        <p:cTn id="53" dur="1" fill="hold">
                                          <p:stCondLst>
                                            <p:cond delay="0"/>
                                          </p:stCondLst>
                                        </p:cTn>
                                        <p:tgtEl>
                                          <p:spTgt spid="52"/>
                                        </p:tgtEl>
                                        <p:attrNameLst>
                                          <p:attrName>style.visibility</p:attrName>
                                        </p:attrNameLst>
                                      </p:cBhvr>
                                      <p:to>
                                        <p:strVal val="visible"/>
                                      </p:to>
                                    </p:set>
                                    <p:animEffect transition="in" filter="fade">
                                      <p:cBhvr>
                                        <p:cTn id="54" dur="500"/>
                                        <p:tgtEl>
                                          <p:spTgt spid="52"/>
                                        </p:tgtEl>
                                      </p:cBhvr>
                                    </p:animEffect>
                                  </p:childTnLst>
                                </p:cTn>
                              </p:par>
                              <p:par>
                                <p:cTn id="55" presetID="10" presetClass="entr" presetSubtype="0" fill="hold" nodeType="withEffect">
                                  <p:stCondLst>
                                    <p:cond delay="0"/>
                                  </p:stCondLst>
                                  <p:childTnLst>
                                    <p:set>
                                      <p:cBhvr>
                                        <p:cTn id="56" dur="1" fill="hold">
                                          <p:stCondLst>
                                            <p:cond delay="0"/>
                                          </p:stCondLst>
                                        </p:cTn>
                                        <p:tgtEl>
                                          <p:spTgt spid="61"/>
                                        </p:tgtEl>
                                        <p:attrNameLst>
                                          <p:attrName>style.visibility</p:attrName>
                                        </p:attrNameLst>
                                      </p:cBhvr>
                                      <p:to>
                                        <p:strVal val="visible"/>
                                      </p:to>
                                    </p:set>
                                    <p:animEffect transition="in" filter="fade">
                                      <p:cBhvr>
                                        <p:cTn id="57" dur="500"/>
                                        <p:tgtEl>
                                          <p:spTgt spid="61"/>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26"/>
                                        </p:tgtEl>
                                        <p:attrNameLst>
                                          <p:attrName>style.visibility</p:attrName>
                                        </p:attrNameLst>
                                      </p:cBhvr>
                                      <p:to>
                                        <p:strVal val="visible"/>
                                      </p:to>
                                    </p:set>
                                    <p:animEffect transition="in" filter="fade">
                                      <p:cBhvr>
                                        <p:cTn id="62" dur="500"/>
                                        <p:tgtEl>
                                          <p:spTgt spid="26"/>
                                        </p:tgtEl>
                                      </p:cBhvr>
                                    </p:animEffect>
                                  </p:childTnLst>
                                </p:cTn>
                              </p:par>
                            </p:childTnLst>
                          </p:cTn>
                        </p:par>
                        <p:par>
                          <p:cTn id="63" fill="hold">
                            <p:stCondLst>
                              <p:cond delay="500"/>
                            </p:stCondLst>
                            <p:childTnLst>
                              <p:par>
                                <p:cTn id="64" presetID="10" presetClass="entr" presetSubtype="0" fill="hold" nodeType="afterEffect">
                                  <p:stCondLst>
                                    <p:cond delay="0"/>
                                  </p:stCondLst>
                                  <p:childTnLst>
                                    <p:set>
                                      <p:cBhvr>
                                        <p:cTn id="65" dur="1" fill="hold">
                                          <p:stCondLst>
                                            <p:cond delay="0"/>
                                          </p:stCondLst>
                                        </p:cTn>
                                        <p:tgtEl>
                                          <p:spTgt spid="35"/>
                                        </p:tgtEl>
                                        <p:attrNameLst>
                                          <p:attrName>style.visibility</p:attrName>
                                        </p:attrNameLst>
                                      </p:cBhvr>
                                      <p:to>
                                        <p:strVal val="visible"/>
                                      </p:to>
                                    </p:set>
                                    <p:animEffect transition="in" filter="fade">
                                      <p:cBhvr>
                                        <p:cTn id="66" dur="500"/>
                                        <p:tgtEl>
                                          <p:spTgt spid="35"/>
                                        </p:tgtEl>
                                      </p:cBhvr>
                                    </p:animEffect>
                                  </p:childTnLst>
                                </p:cTn>
                              </p:par>
                            </p:childTnLst>
                          </p:cTn>
                        </p:par>
                        <p:par>
                          <p:cTn id="67" fill="hold">
                            <p:stCondLst>
                              <p:cond delay="1000"/>
                            </p:stCondLst>
                            <p:childTnLst>
                              <p:par>
                                <p:cTn id="68" presetID="10" presetClass="entr" presetSubtype="0" fill="hold" nodeType="afterEffect">
                                  <p:stCondLst>
                                    <p:cond delay="0"/>
                                  </p:stCondLst>
                                  <p:childTnLst>
                                    <p:set>
                                      <p:cBhvr>
                                        <p:cTn id="69" dur="1" fill="hold">
                                          <p:stCondLst>
                                            <p:cond delay="0"/>
                                          </p:stCondLst>
                                        </p:cTn>
                                        <p:tgtEl>
                                          <p:spTgt spid="48"/>
                                        </p:tgtEl>
                                        <p:attrNameLst>
                                          <p:attrName>style.visibility</p:attrName>
                                        </p:attrNameLst>
                                      </p:cBhvr>
                                      <p:to>
                                        <p:strVal val="visible"/>
                                      </p:to>
                                    </p:set>
                                    <p:animEffect transition="in" filter="fade">
                                      <p:cBhvr>
                                        <p:cTn id="70" dur="500"/>
                                        <p:tgtEl>
                                          <p:spTgt spid="48"/>
                                        </p:tgtEl>
                                      </p:cBhvr>
                                    </p:animEffect>
                                  </p:childTnLst>
                                </p:cTn>
                              </p:par>
                            </p:childTnLst>
                          </p:cTn>
                        </p:par>
                        <p:par>
                          <p:cTn id="71" fill="hold">
                            <p:stCondLst>
                              <p:cond delay="1500"/>
                            </p:stCondLst>
                            <p:childTnLst>
                              <p:par>
                                <p:cTn id="72" presetID="10" presetClass="entr" presetSubtype="0" fill="hold" nodeType="afterEffect">
                                  <p:stCondLst>
                                    <p:cond delay="0"/>
                                  </p:stCondLst>
                                  <p:childTnLst>
                                    <p:set>
                                      <p:cBhvr>
                                        <p:cTn id="73" dur="1" fill="hold">
                                          <p:stCondLst>
                                            <p:cond delay="0"/>
                                          </p:stCondLst>
                                        </p:cTn>
                                        <p:tgtEl>
                                          <p:spTgt spid="53"/>
                                        </p:tgtEl>
                                        <p:attrNameLst>
                                          <p:attrName>style.visibility</p:attrName>
                                        </p:attrNameLst>
                                      </p:cBhvr>
                                      <p:to>
                                        <p:strVal val="visible"/>
                                      </p:to>
                                    </p:set>
                                    <p:animEffect transition="in" filter="fade">
                                      <p:cBhvr>
                                        <p:cTn id="74" dur="500"/>
                                        <p:tgtEl>
                                          <p:spTgt spid="53"/>
                                        </p:tgtEl>
                                      </p:cBhvr>
                                    </p:animEffect>
                                  </p:childTnLst>
                                </p:cTn>
                              </p:par>
                              <p:par>
                                <p:cTn id="75" presetID="10" presetClass="entr" presetSubtype="0" fill="hold" nodeType="withEffect">
                                  <p:stCondLst>
                                    <p:cond delay="0"/>
                                  </p:stCondLst>
                                  <p:childTnLst>
                                    <p:set>
                                      <p:cBhvr>
                                        <p:cTn id="76" dur="1" fill="hold">
                                          <p:stCondLst>
                                            <p:cond delay="0"/>
                                          </p:stCondLst>
                                        </p:cTn>
                                        <p:tgtEl>
                                          <p:spTgt spid="63"/>
                                        </p:tgtEl>
                                        <p:attrNameLst>
                                          <p:attrName>style.visibility</p:attrName>
                                        </p:attrNameLst>
                                      </p:cBhvr>
                                      <p:to>
                                        <p:strVal val="visible"/>
                                      </p:to>
                                    </p:set>
                                    <p:animEffect transition="in" filter="fade">
                                      <p:cBhvr>
                                        <p:cTn id="77" dur="500"/>
                                        <p:tgtEl>
                                          <p:spTgt spid="63"/>
                                        </p:tgtEl>
                                      </p:cBhvr>
                                    </p:animEffect>
                                  </p:childTnLst>
                                </p:cTn>
                              </p:par>
                              <p:par>
                                <p:cTn id="78" presetID="10" presetClass="entr" presetSubtype="0" fill="hold" nodeType="withEffect">
                                  <p:stCondLst>
                                    <p:cond delay="0"/>
                                  </p:stCondLst>
                                  <p:childTnLst>
                                    <p:set>
                                      <p:cBhvr>
                                        <p:cTn id="79" dur="1" fill="hold">
                                          <p:stCondLst>
                                            <p:cond delay="0"/>
                                          </p:stCondLst>
                                        </p:cTn>
                                        <p:tgtEl>
                                          <p:spTgt spid="64"/>
                                        </p:tgtEl>
                                        <p:attrNameLst>
                                          <p:attrName>style.visibility</p:attrName>
                                        </p:attrNameLst>
                                      </p:cBhvr>
                                      <p:to>
                                        <p:strVal val="visible"/>
                                      </p:to>
                                    </p:set>
                                    <p:animEffect transition="in" filter="fade">
                                      <p:cBhvr>
                                        <p:cTn id="80" dur="500"/>
                                        <p:tgtEl>
                                          <p:spTgt spid="64"/>
                                        </p:tgtEl>
                                      </p:cBhvr>
                                    </p:animEffect>
                                  </p:childTnLst>
                                </p:cTn>
                              </p:par>
                            </p:childTnLst>
                          </p:cTn>
                        </p:par>
                      </p:childTnLst>
                    </p:cTn>
                  </p:par>
                  <p:par>
                    <p:cTn id="81" fill="hold">
                      <p:stCondLst>
                        <p:cond delay="indefinite"/>
                      </p:stCondLst>
                      <p:childTnLst>
                        <p:par>
                          <p:cTn id="82" fill="hold">
                            <p:stCondLst>
                              <p:cond delay="0"/>
                            </p:stCondLst>
                            <p:childTnLst>
                              <p:par>
                                <p:cTn id="83" presetID="10" presetClass="entr" presetSubtype="0" fill="hold" nodeType="clickEffect">
                                  <p:stCondLst>
                                    <p:cond delay="0"/>
                                  </p:stCondLst>
                                  <p:childTnLst>
                                    <p:set>
                                      <p:cBhvr>
                                        <p:cTn id="84" dur="1" fill="hold">
                                          <p:stCondLst>
                                            <p:cond delay="0"/>
                                          </p:stCondLst>
                                        </p:cTn>
                                        <p:tgtEl>
                                          <p:spTgt spid="27"/>
                                        </p:tgtEl>
                                        <p:attrNameLst>
                                          <p:attrName>style.visibility</p:attrName>
                                        </p:attrNameLst>
                                      </p:cBhvr>
                                      <p:to>
                                        <p:strVal val="visible"/>
                                      </p:to>
                                    </p:set>
                                    <p:animEffect transition="in" filter="fade">
                                      <p:cBhvr>
                                        <p:cTn id="85" dur="500"/>
                                        <p:tgtEl>
                                          <p:spTgt spid="27"/>
                                        </p:tgtEl>
                                      </p:cBhvr>
                                    </p:animEffect>
                                  </p:childTnLst>
                                </p:cTn>
                              </p:par>
                            </p:childTnLst>
                          </p:cTn>
                        </p:par>
                        <p:par>
                          <p:cTn id="86" fill="hold">
                            <p:stCondLst>
                              <p:cond delay="500"/>
                            </p:stCondLst>
                            <p:childTnLst>
                              <p:par>
                                <p:cTn id="87" presetID="10" presetClass="entr" presetSubtype="0" fill="hold" nodeType="afterEffect">
                                  <p:stCondLst>
                                    <p:cond delay="0"/>
                                  </p:stCondLst>
                                  <p:childTnLst>
                                    <p:set>
                                      <p:cBhvr>
                                        <p:cTn id="88" dur="1" fill="hold">
                                          <p:stCondLst>
                                            <p:cond delay="0"/>
                                          </p:stCondLst>
                                        </p:cTn>
                                        <p:tgtEl>
                                          <p:spTgt spid="38"/>
                                        </p:tgtEl>
                                        <p:attrNameLst>
                                          <p:attrName>style.visibility</p:attrName>
                                        </p:attrNameLst>
                                      </p:cBhvr>
                                      <p:to>
                                        <p:strVal val="visible"/>
                                      </p:to>
                                    </p:set>
                                    <p:animEffect transition="in" filter="fade">
                                      <p:cBhvr>
                                        <p:cTn id="89" dur="500"/>
                                        <p:tgtEl>
                                          <p:spTgt spid="38"/>
                                        </p:tgtEl>
                                      </p:cBhvr>
                                    </p:animEffect>
                                  </p:childTnLst>
                                </p:cTn>
                              </p:par>
                            </p:childTnLst>
                          </p:cTn>
                        </p:par>
                        <p:par>
                          <p:cTn id="90" fill="hold">
                            <p:stCondLst>
                              <p:cond delay="1000"/>
                            </p:stCondLst>
                            <p:childTnLst>
                              <p:par>
                                <p:cTn id="91" presetID="10" presetClass="entr" presetSubtype="0" fill="hold" nodeType="afterEffect">
                                  <p:stCondLst>
                                    <p:cond delay="0"/>
                                  </p:stCondLst>
                                  <p:childTnLst>
                                    <p:set>
                                      <p:cBhvr>
                                        <p:cTn id="92" dur="1" fill="hold">
                                          <p:stCondLst>
                                            <p:cond delay="0"/>
                                          </p:stCondLst>
                                        </p:cTn>
                                        <p:tgtEl>
                                          <p:spTgt spid="54"/>
                                        </p:tgtEl>
                                        <p:attrNameLst>
                                          <p:attrName>style.visibility</p:attrName>
                                        </p:attrNameLst>
                                      </p:cBhvr>
                                      <p:to>
                                        <p:strVal val="visible"/>
                                      </p:to>
                                    </p:set>
                                    <p:animEffect transition="in" filter="fade">
                                      <p:cBhvr>
                                        <p:cTn id="93" dur="500"/>
                                        <p:tgtEl>
                                          <p:spTgt spid="54"/>
                                        </p:tgtEl>
                                      </p:cBhvr>
                                    </p:animEffect>
                                  </p:childTnLst>
                                </p:cTn>
                              </p:par>
                              <p:par>
                                <p:cTn id="94" presetID="10" presetClass="entr" presetSubtype="0" fill="hold" nodeType="withEffect">
                                  <p:stCondLst>
                                    <p:cond delay="0"/>
                                  </p:stCondLst>
                                  <p:childTnLst>
                                    <p:set>
                                      <p:cBhvr>
                                        <p:cTn id="95" dur="1" fill="hold">
                                          <p:stCondLst>
                                            <p:cond delay="0"/>
                                          </p:stCondLst>
                                        </p:cTn>
                                        <p:tgtEl>
                                          <p:spTgt spid="67"/>
                                        </p:tgtEl>
                                        <p:attrNameLst>
                                          <p:attrName>style.visibility</p:attrName>
                                        </p:attrNameLst>
                                      </p:cBhvr>
                                      <p:to>
                                        <p:strVal val="visible"/>
                                      </p:to>
                                    </p:set>
                                    <p:animEffect transition="in" filter="fade">
                                      <p:cBhvr>
                                        <p:cTn id="96" dur="500"/>
                                        <p:tgtEl>
                                          <p:spTgt spid="67"/>
                                        </p:tgtEl>
                                      </p:cBhvr>
                                    </p:animEffect>
                                  </p:childTnLst>
                                </p:cTn>
                              </p:par>
                            </p:childTnLst>
                          </p:cTn>
                        </p:par>
                      </p:childTnLst>
                    </p:cTn>
                  </p:par>
                  <p:par>
                    <p:cTn id="97" fill="hold">
                      <p:stCondLst>
                        <p:cond delay="indefinite"/>
                      </p:stCondLst>
                      <p:childTnLst>
                        <p:par>
                          <p:cTn id="98" fill="hold">
                            <p:stCondLst>
                              <p:cond delay="0"/>
                            </p:stCondLst>
                            <p:childTnLst>
                              <p:par>
                                <p:cTn id="99" presetID="10" presetClass="entr" presetSubtype="0" fill="hold" nodeType="clickEffect">
                                  <p:stCondLst>
                                    <p:cond delay="0"/>
                                  </p:stCondLst>
                                  <p:childTnLst>
                                    <p:set>
                                      <p:cBhvr>
                                        <p:cTn id="100" dur="1" fill="hold">
                                          <p:stCondLst>
                                            <p:cond delay="0"/>
                                          </p:stCondLst>
                                        </p:cTn>
                                        <p:tgtEl>
                                          <p:spTgt spid="28"/>
                                        </p:tgtEl>
                                        <p:attrNameLst>
                                          <p:attrName>style.visibility</p:attrName>
                                        </p:attrNameLst>
                                      </p:cBhvr>
                                      <p:to>
                                        <p:strVal val="visible"/>
                                      </p:to>
                                    </p:set>
                                    <p:animEffect transition="in" filter="fade">
                                      <p:cBhvr>
                                        <p:cTn id="101" dur="500"/>
                                        <p:tgtEl>
                                          <p:spTgt spid="28"/>
                                        </p:tgtEl>
                                      </p:cBhvr>
                                    </p:animEffect>
                                  </p:childTnLst>
                                </p:cTn>
                              </p:par>
                            </p:childTnLst>
                          </p:cTn>
                        </p:par>
                        <p:par>
                          <p:cTn id="102" fill="hold">
                            <p:stCondLst>
                              <p:cond delay="500"/>
                            </p:stCondLst>
                            <p:childTnLst>
                              <p:par>
                                <p:cTn id="103" presetID="10" presetClass="entr" presetSubtype="0" fill="hold" nodeType="afterEffect">
                                  <p:stCondLst>
                                    <p:cond delay="0"/>
                                  </p:stCondLst>
                                  <p:childTnLst>
                                    <p:set>
                                      <p:cBhvr>
                                        <p:cTn id="104" dur="1" fill="hold">
                                          <p:stCondLst>
                                            <p:cond delay="0"/>
                                          </p:stCondLst>
                                        </p:cTn>
                                        <p:tgtEl>
                                          <p:spTgt spid="41"/>
                                        </p:tgtEl>
                                        <p:attrNameLst>
                                          <p:attrName>style.visibility</p:attrName>
                                        </p:attrNameLst>
                                      </p:cBhvr>
                                      <p:to>
                                        <p:strVal val="visible"/>
                                      </p:to>
                                    </p:set>
                                    <p:animEffect transition="in" filter="fade">
                                      <p:cBhvr>
                                        <p:cTn id="105" dur="500"/>
                                        <p:tgtEl>
                                          <p:spTgt spid="41"/>
                                        </p:tgtEl>
                                      </p:cBhvr>
                                    </p:animEffect>
                                  </p:childTnLst>
                                </p:cTn>
                              </p:par>
                            </p:childTnLst>
                          </p:cTn>
                        </p:par>
                        <p:par>
                          <p:cTn id="106" fill="hold">
                            <p:stCondLst>
                              <p:cond delay="1000"/>
                            </p:stCondLst>
                            <p:childTnLst>
                              <p:par>
                                <p:cTn id="107" presetID="10" presetClass="entr" presetSubtype="0" fill="hold" nodeType="afterEffect">
                                  <p:stCondLst>
                                    <p:cond delay="0"/>
                                  </p:stCondLst>
                                  <p:childTnLst>
                                    <p:set>
                                      <p:cBhvr>
                                        <p:cTn id="108" dur="1" fill="hold">
                                          <p:stCondLst>
                                            <p:cond delay="0"/>
                                          </p:stCondLst>
                                        </p:cTn>
                                        <p:tgtEl>
                                          <p:spTgt spid="46"/>
                                        </p:tgtEl>
                                        <p:attrNameLst>
                                          <p:attrName>style.visibility</p:attrName>
                                        </p:attrNameLst>
                                      </p:cBhvr>
                                      <p:to>
                                        <p:strVal val="visible"/>
                                      </p:to>
                                    </p:set>
                                    <p:animEffect transition="in" filter="fade">
                                      <p:cBhvr>
                                        <p:cTn id="109" dur="500"/>
                                        <p:tgtEl>
                                          <p:spTgt spid="46"/>
                                        </p:tgtEl>
                                      </p:cBhvr>
                                    </p:animEffect>
                                  </p:childTnLst>
                                </p:cTn>
                              </p:par>
                            </p:childTnLst>
                          </p:cTn>
                        </p:par>
                        <p:par>
                          <p:cTn id="110" fill="hold">
                            <p:stCondLst>
                              <p:cond delay="1500"/>
                            </p:stCondLst>
                            <p:childTnLst>
                              <p:par>
                                <p:cTn id="111" presetID="10" presetClass="entr" presetSubtype="0" fill="hold" nodeType="afterEffect">
                                  <p:stCondLst>
                                    <p:cond delay="0"/>
                                  </p:stCondLst>
                                  <p:childTnLst>
                                    <p:set>
                                      <p:cBhvr>
                                        <p:cTn id="112" dur="1" fill="hold">
                                          <p:stCondLst>
                                            <p:cond delay="0"/>
                                          </p:stCondLst>
                                        </p:cTn>
                                        <p:tgtEl>
                                          <p:spTgt spid="55"/>
                                        </p:tgtEl>
                                        <p:attrNameLst>
                                          <p:attrName>style.visibility</p:attrName>
                                        </p:attrNameLst>
                                      </p:cBhvr>
                                      <p:to>
                                        <p:strVal val="visible"/>
                                      </p:to>
                                    </p:set>
                                    <p:animEffect transition="in" filter="fade">
                                      <p:cBhvr>
                                        <p:cTn id="113" dur="500"/>
                                        <p:tgtEl>
                                          <p:spTgt spid="55"/>
                                        </p:tgtEl>
                                      </p:cBhvr>
                                    </p:animEffect>
                                  </p:childTnLst>
                                </p:cTn>
                              </p:par>
                              <p:par>
                                <p:cTn id="114" presetID="10" presetClass="entr" presetSubtype="0" fill="hold" nodeType="withEffect">
                                  <p:stCondLst>
                                    <p:cond delay="0"/>
                                  </p:stCondLst>
                                  <p:childTnLst>
                                    <p:set>
                                      <p:cBhvr>
                                        <p:cTn id="115" dur="1" fill="hold">
                                          <p:stCondLst>
                                            <p:cond delay="0"/>
                                          </p:stCondLst>
                                        </p:cTn>
                                        <p:tgtEl>
                                          <p:spTgt spid="22"/>
                                        </p:tgtEl>
                                        <p:attrNameLst>
                                          <p:attrName>style.visibility</p:attrName>
                                        </p:attrNameLst>
                                      </p:cBhvr>
                                      <p:to>
                                        <p:strVal val="visible"/>
                                      </p:to>
                                    </p:set>
                                    <p:animEffect transition="in" filter="fade">
                                      <p:cBhvr>
                                        <p:cTn id="116" dur="500"/>
                                        <p:tgtEl>
                                          <p:spTgt spid="22"/>
                                        </p:tgtEl>
                                      </p:cBhvr>
                                    </p:animEffect>
                                  </p:childTnLst>
                                </p:cTn>
                              </p:par>
                              <p:par>
                                <p:cTn id="117" presetID="10" presetClass="entr" presetSubtype="0" fill="hold" nodeType="withEffect">
                                  <p:stCondLst>
                                    <p:cond delay="0"/>
                                  </p:stCondLst>
                                  <p:childTnLst>
                                    <p:set>
                                      <p:cBhvr>
                                        <p:cTn id="118" dur="1" fill="hold">
                                          <p:stCondLst>
                                            <p:cond delay="0"/>
                                          </p:stCondLst>
                                        </p:cTn>
                                        <p:tgtEl>
                                          <p:spTgt spid="69"/>
                                        </p:tgtEl>
                                        <p:attrNameLst>
                                          <p:attrName>style.visibility</p:attrName>
                                        </p:attrNameLst>
                                      </p:cBhvr>
                                      <p:to>
                                        <p:strVal val="visible"/>
                                      </p:to>
                                    </p:set>
                                    <p:animEffect transition="in" filter="fade">
                                      <p:cBhvr>
                                        <p:cTn id="119" dur="500"/>
                                        <p:tgtEl>
                                          <p:spTgt spid="69"/>
                                        </p:tgtEl>
                                      </p:cBhvr>
                                    </p:animEffect>
                                  </p:childTnLst>
                                </p:cTn>
                              </p:par>
                              <p:par>
                                <p:cTn id="120" presetID="10" presetClass="entr" presetSubtype="0" fill="hold" nodeType="withEffect">
                                  <p:stCondLst>
                                    <p:cond delay="0"/>
                                  </p:stCondLst>
                                  <p:childTnLst>
                                    <p:set>
                                      <p:cBhvr>
                                        <p:cTn id="121" dur="1" fill="hold">
                                          <p:stCondLst>
                                            <p:cond delay="0"/>
                                          </p:stCondLst>
                                        </p:cTn>
                                        <p:tgtEl>
                                          <p:spTgt spid="70"/>
                                        </p:tgtEl>
                                        <p:attrNameLst>
                                          <p:attrName>style.visibility</p:attrName>
                                        </p:attrNameLst>
                                      </p:cBhvr>
                                      <p:to>
                                        <p:strVal val="visible"/>
                                      </p:to>
                                    </p:set>
                                    <p:animEffect transition="in" filter="fade">
                                      <p:cBhvr>
                                        <p:cTn id="122" dur="5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21"/>
        <p:cNvGrpSpPr/>
        <p:nvPr/>
      </p:nvGrpSpPr>
      <p:grpSpPr>
        <a:xfrm>
          <a:off x="0" y="0"/>
          <a:ext cx="0" cy="0"/>
          <a:chOff x="0" y="0"/>
          <a:chExt cx="0" cy="0"/>
        </a:xfrm>
      </p:grpSpPr>
      <p:sp>
        <p:nvSpPr>
          <p:cNvPr id="24" name="Google Shape;24;p7"/>
          <p:cNvSpPr/>
          <p:nvPr/>
        </p:nvSpPr>
        <p:spPr>
          <a:xfrm>
            <a:off x="1321278" y="3780933"/>
            <a:ext cx="9316276" cy="1791110"/>
          </a:xfrm>
          <a:custGeom>
            <a:avLst/>
            <a:gdLst/>
            <a:ahLst/>
            <a:cxnLst/>
            <a:rect l="l" t="t" r="r" b="b"/>
            <a:pathLst>
              <a:path w="3644361" h="858781" extrusionOk="0">
                <a:moveTo>
                  <a:pt x="0" y="0"/>
                </a:moveTo>
                <a:lnTo>
                  <a:pt x="3644361" y="0"/>
                </a:lnTo>
                <a:lnTo>
                  <a:pt x="3644361" y="858781"/>
                </a:lnTo>
                <a:lnTo>
                  <a:pt x="0" y="858781"/>
                </a:lnTo>
                <a:lnTo>
                  <a:pt x="412138" y="429391"/>
                </a:lnTo>
                <a:lnTo>
                  <a:pt x="0" y="0"/>
                </a:lnTo>
                <a:close/>
              </a:path>
            </a:pathLst>
          </a:custGeom>
          <a:gradFill>
            <a:gsLst>
              <a:gs pos="0">
                <a:srgbClr val="D5D0C5"/>
              </a:gs>
              <a:gs pos="34000">
                <a:srgbClr val="D5D0C5"/>
              </a:gs>
              <a:gs pos="73000">
                <a:srgbClr val="ABA89D"/>
              </a:gs>
              <a:gs pos="100000">
                <a:srgbClr val="69675F"/>
              </a:gs>
            </a:gsLst>
            <a:lin ang="0" scaled="0"/>
          </a:gradFill>
          <a:ln>
            <a:noFill/>
          </a:ln>
          <a:effectLst>
            <a:outerShdw blurRad="114300" dist="304800" dir="10800000" sx="85000" sy="85000" algn="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5" name="Google Shape;25;p7"/>
          <p:cNvSpPr/>
          <p:nvPr/>
        </p:nvSpPr>
        <p:spPr>
          <a:xfrm>
            <a:off x="1402447" y="989652"/>
            <a:ext cx="9316277" cy="2608140"/>
          </a:xfrm>
          <a:custGeom>
            <a:avLst/>
            <a:gdLst/>
            <a:ahLst/>
            <a:cxnLst/>
            <a:rect l="l" t="t" r="r" b="b"/>
            <a:pathLst>
              <a:path w="3644361" h="858781" extrusionOk="0">
                <a:moveTo>
                  <a:pt x="0" y="0"/>
                </a:moveTo>
                <a:lnTo>
                  <a:pt x="3644361" y="0"/>
                </a:lnTo>
                <a:lnTo>
                  <a:pt x="3644361" y="858781"/>
                </a:lnTo>
                <a:lnTo>
                  <a:pt x="0" y="858781"/>
                </a:lnTo>
                <a:lnTo>
                  <a:pt x="412138" y="429391"/>
                </a:lnTo>
                <a:lnTo>
                  <a:pt x="0" y="0"/>
                </a:lnTo>
                <a:close/>
              </a:path>
            </a:pathLst>
          </a:custGeom>
          <a:gradFill>
            <a:gsLst>
              <a:gs pos="0">
                <a:srgbClr val="FFC000"/>
              </a:gs>
              <a:gs pos="35000">
                <a:srgbClr val="FFC000"/>
              </a:gs>
              <a:gs pos="73000">
                <a:srgbClr val="E39D37"/>
              </a:gs>
              <a:gs pos="100000">
                <a:srgbClr val="CE702A"/>
              </a:gs>
            </a:gsLst>
            <a:lin ang="0" scaled="0"/>
          </a:gradFill>
          <a:ln>
            <a:noFill/>
          </a:ln>
          <a:effectLst>
            <a:outerShdw blurRad="114300" dist="304800" dir="10800000" sx="85000" sy="85000" algn="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6" name="Google Shape;26;p7"/>
          <p:cNvSpPr/>
          <p:nvPr/>
        </p:nvSpPr>
        <p:spPr>
          <a:xfrm>
            <a:off x="6319554" y="1541139"/>
            <a:ext cx="998441" cy="584775"/>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dirty="0"/>
          </a:p>
        </p:txBody>
      </p:sp>
      <p:sp>
        <p:nvSpPr>
          <p:cNvPr id="27" name="Google Shape;27;p7"/>
          <p:cNvSpPr/>
          <p:nvPr/>
        </p:nvSpPr>
        <p:spPr>
          <a:xfrm>
            <a:off x="5185918" y="521949"/>
            <a:ext cx="1903910" cy="64633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dirty="0"/>
          </a:p>
        </p:txBody>
      </p:sp>
      <p:sp>
        <p:nvSpPr>
          <p:cNvPr id="30" name="Google Shape;30;p7"/>
          <p:cNvSpPr txBox="1"/>
          <p:nvPr/>
        </p:nvSpPr>
        <p:spPr>
          <a:xfrm>
            <a:off x="2438400" y="1009908"/>
            <a:ext cx="7753200" cy="336418"/>
          </a:xfrm>
          <a:prstGeom prst="rect">
            <a:avLst/>
          </a:prstGeom>
          <a:noFill/>
          <a:ln>
            <a:noFill/>
          </a:ln>
        </p:spPr>
        <p:txBody>
          <a:bodyPr spcFirstLastPara="1" wrap="square" lIns="91425" tIns="45700" rIns="91425" bIns="45700" anchor="t" anchorCtr="0">
            <a:noAutofit/>
          </a:bodyPr>
          <a:lstStyle/>
          <a:p>
            <a:r>
              <a:rPr lang="ms-MY" sz="2400" dirty="0">
                <a:latin typeface="Tahoma" panose="020B0604030504040204" pitchFamily="34" charset="0"/>
                <a:ea typeface="Tahoma" panose="020B0604030504040204" pitchFamily="34" charset="0"/>
                <a:cs typeface="Tahoma" panose="020B0604030504040204" pitchFamily="34" charset="0"/>
              </a:rPr>
              <a:t>Rahsia rasmi yang dipercayai hilang hendaklah dicari dengan segera dan kehilangan itu dilaporkan kepada Pegawai Keselamatan Jabatan atau Ketua Jabatan yang akan menyiasat dan mengemukakan laporannya yang mengandung pandangan dan taksiran bahaya terhadap keselamatan kepada </a:t>
            </a:r>
            <a:r>
              <a:rPr lang="fi-FI" sz="2400" dirty="0">
                <a:latin typeface="Tahoma" panose="020B0604030504040204" pitchFamily="34" charset="0"/>
                <a:ea typeface="Tahoma" panose="020B0604030504040204" pitchFamily="34" charset="0"/>
                <a:cs typeface="Tahoma" panose="020B0604030504040204" pitchFamily="34" charset="0"/>
              </a:rPr>
              <a:t>Ketua Pengarah Keselamatan Kerajaan</a:t>
            </a:r>
            <a:r>
              <a:rPr lang="en-GB" sz="2400" dirty="0">
                <a:latin typeface="Tahoma" panose="020B0604030504040204" pitchFamily="34" charset="0"/>
                <a:ea typeface="Tahoma" panose="020B0604030504040204" pitchFamily="34" charset="0"/>
                <a:cs typeface="Tahoma" panose="020B0604030504040204" pitchFamily="34" charset="0"/>
              </a:rPr>
              <a:t> </a:t>
            </a:r>
            <a:r>
              <a:rPr lang="ms-MY" sz="2400" dirty="0">
                <a:latin typeface="Tahoma" panose="020B0604030504040204" pitchFamily="34" charset="0"/>
                <a:ea typeface="Tahoma" panose="020B0604030504040204" pitchFamily="34" charset="0"/>
                <a:cs typeface="Tahoma" panose="020B0604030504040204" pitchFamily="34" charset="0"/>
              </a:rPr>
              <a:t>dalam tempoh </a:t>
            </a:r>
            <a:r>
              <a:rPr lang="en-GB" sz="2400" dirty="0">
                <a:latin typeface="Tahoma" panose="020B0604030504040204" pitchFamily="34" charset="0"/>
                <a:ea typeface="Tahoma" panose="020B0604030504040204" pitchFamily="34" charset="0"/>
                <a:cs typeface="Tahoma" panose="020B0604030504040204" pitchFamily="34" charset="0"/>
              </a:rPr>
              <a:t>24 jam. </a:t>
            </a:r>
          </a:p>
          <a:p>
            <a:pPr marL="0" marR="0" lvl="0" indent="0" algn="l" rtl="0">
              <a:spcBef>
                <a:spcPts val="0"/>
              </a:spcBef>
              <a:spcAft>
                <a:spcPts val="0"/>
              </a:spcAft>
              <a:buNone/>
            </a:pPr>
            <a:r>
              <a:rPr lang="en-US" sz="1200" b="0" i="0" u="none" strike="noStrike" cap="none" dirty="0">
                <a:solidFill>
                  <a:srgbClr val="F2F2F2"/>
                </a:solidFill>
                <a:latin typeface="Avenir"/>
                <a:ea typeface="Avenir"/>
                <a:cs typeface="Avenir"/>
                <a:sym typeface="Avenir"/>
              </a:rPr>
              <a:t>      </a:t>
            </a:r>
            <a:endParaRPr dirty="0"/>
          </a:p>
        </p:txBody>
      </p:sp>
      <p:sp>
        <p:nvSpPr>
          <p:cNvPr id="35" name="Google Shape;35;p7"/>
          <p:cNvSpPr txBox="1"/>
          <p:nvPr/>
        </p:nvSpPr>
        <p:spPr>
          <a:xfrm>
            <a:off x="2438400" y="3989884"/>
            <a:ext cx="7633252" cy="888680"/>
          </a:xfrm>
          <a:prstGeom prst="rect">
            <a:avLst/>
          </a:prstGeom>
          <a:noFill/>
          <a:ln>
            <a:noFill/>
          </a:ln>
        </p:spPr>
        <p:txBody>
          <a:bodyPr spcFirstLastPara="1" wrap="square" lIns="91425" tIns="45700" rIns="91425" bIns="45700" anchor="t" anchorCtr="0">
            <a:noAutofit/>
          </a:bodyPr>
          <a:lstStyle/>
          <a:p>
            <a:pPr lvl="0" algn="just"/>
            <a:r>
              <a:rPr lang="ms-MY" sz="2400" dirty="0">
                <a:latin typeface="Tahoma" panose="020B0604030504040204" pitchFamily="34" charset="0"/>
                <a:ea typeface="Tahoma" panose="020B0604030504040204" pitchFamily="34" charset="0"/>
                <a:cs typeface="Tahoma" panose="020B0604030504040204" pitchFamily="34" charset="0"/>
              </a:rPr>
              <a:t>Sekiranya kehilangan disahkan, pemula rahsia rasmi tersebut hendaklah dimaklumi supaya taksiran risiko terhadap keselamatan dapat dibuat dan tindakan menyelamat dan pembetulan keadaan dapat diambil</a:t>
            </a:r>
            <a:r>
              <a:rPr lang="en-GB" sz="2400" dirty="0">
                <a:latin typeface="Tahoma" panose="020B0604030504040204" pitchFamily="34" charset="0"/>
                <a:ea typeface="Tahoma" panose="020B0604030504040204" pitchFamily="34" charset="0"/>
                <a:cs typeface="Tahoma" panose="020B0604030504040204" pitchFamily="34" charset="0"/>
              </a:rPr>
              <a:t>.</a:t>
            </a:r>
          </a:p>
        </p:txBody>
      </p:sp>
      <p:sp>
        <p:nvSpPr>
          <p:cNvPr id="40" name="Google Shape;40;p7"/>
          <p:cNvSpPr txBox="1"/>
          <p:nvPr/>
        </p:nvSpPr>
        <p:spPr>
          <a:xfrm>
            <a:off x="5157831" y="3476445"/>
            <a:ext cx="1222418" cy="27699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rgbClr val="F2F2F2"/>
                </a:solidFill>
                <a:latin typeface="Avenir"/>
                <a:ea typeface="Avenir"/>
                <a:cs typeface="Avenir"/>
                <a:sym typeface="Avenir"/>
              </a:rPr>
              <a:t>INFOGRAPHIC       </a:t>
            </a:r>
            <a:endParaRPr/>
          </a:p>
        </p:txBody>
      </p:sp>
      <p:sp>
        <p:nvSpPr>
          <p:cNvPr id="47" name="Google Shape;47;p7"/>
          <p:cNvSpPr/>
          <p:nvPr/>
        </p:nvSpPr>
        <p:spPr>
          <a:xfrm>
            <a:off x="10132875" y="1009908"/>
            <a:ext cx="1621801" cy="2587884"/>
          </a:xfrm>
          <a:custGeom>
            <a:avLst/>
            <a:gdLst/>
            <a:ahLst/>
            <a:cxnLst/>
            <a:rect l="l" t="t" r="r" b="b"/>
            <a:pathLst>
              <a:path w="4972206" h="4406104" extrusionOk="0">
                <a:moveTo>
                  <a:pt x="4972206" y="2196228"/>
                </a:moveTo>
                <a:cubicBezTo>
                  <a:pt x="4972206" y="2445654"/>
                  <a:pt x="4550334" y="2647853"/>
                  <a:pt x="4029928" y="2647853"/>
                </a:cubicBezTo>
                <a:lnTo>
                  <a:pt x="3125921" y="2647852"/>
                </a:lnTo>
                <a:lnTo>
                  <a:pt x="2903813" y="3072732"/>
                </a:lnTo>
                <a:lnTo>
                  <a:pt x="2966780" y="3084461"/>
                </a:lnTo>
                <a:cubicBezTo>
                  <a:pt x="3038799" y="3112567"/>
                  <a:pt x="3089332" y="3178364"/>
                  <a:pt x="3089332" y="3255051"/>
                </a:cubicBezTo>
                <a:cubicBezTo>
                  <a:pt x="3089332" y="3357300"/>
                  <a:pt x="2999495" y="3440190"/>
                  <a:pt x="2888676" y="3440190"/>
                </a:cubicBezTo>
                <a:lnTo>
                  <a:pt x="2711723" y="3440190"/>
                </a:lnTo>
                <a:lnTo>
                  <a:pt x="2672279" y="3515643"/>
                </a:lnTo>
                <a:lnTo>
                  <a:pt x="2685145" y="3518040"/>
                </a:lnTo>
                <a:cubicBezTo>
                  <a:pt x="2757164" y="3546146"/>
                  <a:pt x="2807697" y="3611943"/>
                  <a:pt x="2807697" y="3688630"/>
                </a:cubicBezTo>
                <a:cubicBezTo>
                  <a:pt x="2807697" y="3790879"/>
                  <a:pt x="2717860" y="3873769"/>
                  <a:pt x="2607041" y="3873769"/>
                </a:cubicBezTo>
                <a:lnTo>
                  <a:pt x="2485067" y="3873768"/>
                </a:lnTo>
                <a:lnTo>
                  <a:pt x="2228256" y="4365034"/>
                </a:lnTo>
                <a:cubicBezTo>
                  <a:pt x="2097698" y="4427159"/>
                  <a:pt x="1885601" y="4413569"/>
                  <a:pt x="1819110" y="4359210"/>
                </a:cubicBezTo>
                <a:cubicBezTo>
                  <a:pt x="1753588" y="4402381"/>
                  <a:pt x="2005439" y="3595810"/>
                  <a:pt x="2128358" y="3134447"/>
                </a:cubicBezTo>
                <a:lnTo>
                  <a:pt x="2151078" y="3047176"/>
                </a:lnTo>
                <a:lnTo>
                  <a:pt x="2156931" y="3047176"/>
                </a:lnTo>
                <a:lnTo>
                  <a:pt x="2156931" y="2603536"/>
                </a:lnTo>
                <a:lnTo>
                  <a:pt x="1133254" y="2547147"/>
                </a:lnTo>
                <a:cubicBezTo>
                  <a:pt x="1059172" y="2539139"/>
                  <a:pt x="987168" y="2530698"/>
                  <a:pt x="917894" y="2521680"/>
                </a:cubicBezTo>
                <a:lnTo>
                  <a:pt x="880026" y="2516176"/>
                </a:lnTo>
                <a:lnTo>
                  <a:pt x="300504" y="3177316"/>
                </a:lnTo>
                <a:cubicBezTo>
                  <a:pt x="215765" y="3201363"/>
                  <a:pt x="43156" y="3236873"/>
                  <a:pt x="0" y="3128469"/>
                </a:cubicBezTo>
                <a:lnTo>
                  <a:pt x="238763" y="2440053"/>
                </a:lnTo>
                <a:lnTo>
                  <a:pt x="246556" y="2370460"/>
                </a:lnTo>
                <a:lnTo>
                  <a:pt x="207925" y="2351855"/>
                </a:lnTo>
                <a:cubicBezTo>
                  <a:pt x="129156" y="2309079"/>
                  <a:pt x="85777" y="2258664"/>
                  <a:pt x="87971" y="2198369"/>
                </a:cubicBezTo>
                <a:cubicBezTo>
                  <a:pt x="90165" y="2138074"/>
                  <a:pt x="135778" y="2087660"/>
                  <a:pt x="215544" y="2044706"/>
                </a:cubicBezTo>
                <a:lnTo>
                  <a:pt x="245938" y="2030122"/>
                </a:lnTo>
                <a:lnTo>
                  <a:pt x="238763" y="1966051"/>
                </a:lnTo>
                <a:lnTo>
                  <a:pt x="0" y="1277636"/>
                </a:lnTo>
                <a:cubicBezTo>
                  <a:pt x="43156" y="1169231"/>
                  <a:pt x="215765" y="1204741"/>
                  <a:pt x="300504" y="1228789"/>
                </a:cubicBezTo>
                <a:lnTo>
                  <a:pt x="870752" y="1879348"/>
                </a:lnTo>
                <a:lnTo>
                  <a:pt x="924230" y="1871157"/>
                </a:lnTo>
                <a:cubicBezTo>
                  <a:pt x="993311" y="1861582"/>
                  <a:pt x="1065189" y="1852504"/>
                  <a:pt x="1139271" y="1843767"/>
                </a:cubicBezTo>
                <a:lnTo>
                  <a:pt x="2156931" y="1793028"/>
                </a:lnTo>
                <a:lnTo>
                  <a:pt x="2156931" y="1358928"/>
                </a:lnTo>
                <a:lnTo>
                  <a:pt x="2151078" y="1358928"/>
                </a:lnTo>
                <a:lnTo>
                  <a:pt x="2128358" y="1271657"/>
                </a:lnTo>
                <a:cubicBezTo>
                  <a:pt x="2005440" y="810294"/>
                  <a:pt x="1753589" y="3723"/>
                  <a:pt x="1819111" y="46894"/>
                </a:cubicBezTo>
                <a:cubicBezTo>
                  <a:pt x="1885602" y="-7465"/>
                  <a:pt x="2097699" y="-21055"/>
                  <a:pt x="2228257" y="41070"/>
                </a:cubicBezTo>
                <a:lnTo>
                  <a:pt x="2485068" y="532336"/>
                </a:lnTo>
                <a:lnTo>
                  <a:pt x="2607042" y="532336"/>
                </a:lnTo>
                <a:cubicBezTo>
                  <a:pt x="2717861" y="532336"/>
                  <a:pt x="2807698" y="615226"/>
                  <a:pt x="2807698" y="717475"/>
                </a:cubicBezTo>
                <a:cubicBezTo>
                  <a:pt x="2807698" y="794162"/>
                  <a:pt x="2757165" y="859959"/>
                  <a:pt x="2685146" y="888065"/>
                </a:cubicBezTo>
                <a:lnTo>
                  <a:pt x="2672280" y="890462"/>
                </a:lnTo>
                <a:lnTo>
                  <a:pt x="2711724" y="965915"/>
                </a:lnTo>
                <a:lnTo>
                  <a:pt x="2888677" y="965915"/>
                </a:lnTo>
                <a:cubicBezTo>
                  <a:pt x="2999495" y="965915"/>
                  <a:pt x="3089332" y="1048805"/>
                  <a:pt x="3089332" y="1151054"/>
                </a:cubicBezTo>
                <a:cubicBezTo>
                  <a:pt x="3089332" y="1227741"/>
                  <a:pt x="3038799" y="1293538"/>
                  <a:pt x="2966780" y="1321644"/>
                </a:cubicBezTo>
                <a:lnTo>
                  <a:pt x="2903813" y="1333373"/>
                </a:lnTo>
                <a:lnTo>
                  <a:pt x="3118786" y="1744603"/>
                </a:lnTo>
                <a:lnTo>
                  <a:pt x="4029928" y="1744603"/>
                </a:lnTo>
                <a:cubicBezTo>
                  <a:pt x="4550334" y="1744603"/>
                  <a:pt x="4972206" y="1946802"/>
                  <a:pt x="4972206" y="2196228"/>
                </a:cubicBezTo>
                <a:close/>
              </a:path>
            </a:pathLst>
          </a:custGeom>
          <a:gradFill>
            <a:gsLst>
              <a:gs pos="0">
                <a:srgbClr val="E49836"/>
              </a:gs>
              <a:gs pos="28000">
                <a:srgbClr val="E49836"/>
              </a:gs>
              <a:gs pos="39000">
                <a:srgbClr val="B96D27"/>
              </a:gs>
              <a:gs pos="42000">
                <a:srgbClr val="E49836"/>
              </a:gs>
              <a:gs pos="50000">
                <a:srgbClr val="FFD966"/>
              </a:gs>
              <a:gs pos="58999">
                <a:srgbClr val="B96D27"/>
              </a:gs>
              <a:gs pos="63008">
                <a:srgbClr val="E49836"/>
              </a:gs>
              <a:gs pos="100000">
                <a:srgbClr val="E49836"/>
              </a:gs>
            </a:gsLst>
            <a:lin ang="5400000" scaled="0"/>
          </a:gradFill>
          <a:ln w="9525" cap="flat" cmpd="sng">
            <a:solidFill>
              <a:srgbClr val="B96D27"/>
            </a:solidFill>
            <a:prstDash val="solid"/>
            <a:miter lim="800000"/>
            <a:headEnd type="none" w="sm" len="sm"/>
            <a:tailEnd type="none" w="sm" len="sm"/>
          </a:ln>
          <a:effectLst>
            <a:outerShdw blurRad="139700" dist="508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8" name="Google Shape;48;p7"/>
          <p:cNvSpPr/>
          <p:nvPr/>
        </p:nvSpPr>
        <p:spPr>
          <a:xfrm>
            <a:off x="10095403" y="3775838"/>
            <a:ext cx="1447240" cy="1791110"/>
          </a:xfrm>
          <a:custGeom>
            <a:avLst/>
            <a:gdLst/>
            <a:ahLst/>
            <a:cxnLst/>
            <a:rect l="l" t="t" r="r" b="b"/>
            <a:pathLst>
              <a:path w="4972206" h="4406104" extrusionOk="0">
                <a:moveTo>
                  <a:pt x="4972206" y="2196228"/>
                </a:moveTo>
                <a:cubicBezTo>
                  <a:pt x="4972206" y="2445654"/>
                  <a:pt x="4550334" y="2647853"/>
                  <a:pt x="4029928" y="2647853"/>
                </a:cubicBezTo>
                <a:lnTo>
                  <a:pt x="3125921" y="2647852"/>
                </a:lnTo>
                <a:lnTo>
                  <a:pt x="2903813" y="3072732"/>
                </a:lnTo>
                <a:lnTo>
                  <a:pt x="2966780" y="3084461"/>
                </a:lnTo>
                <a:cubicBezTo>
                  <a:pt x="3038799" y="3112567"/>
                  <a:pt x="3089332" y="3178364"/>
                  <a:pt x="3089332" y="3255051"/>
                </a:cubicBezTo>
                <a:cubicBezTo>
                  <a:pt x="3089332" y="3357300"/>
                  <a:pt x="2999495" y="3440190"/>
                  <a:pt x="2888676" y="3440190"/>
                </a:cubicBezTo>
                <a:lnTo>
                  <a:pt x="2711723" y="3440190"/>
                </a:lnTo>
                <a:lnTo>
                  <a:pt x="2672279" y="3515643"/>
                </a:lnTo>
                <a:lnTo>
                  <a:pt x="2685145" y="3518040"/>
                </a:lnTo>
                <a:cubicBezTo>
                  <a:pt x="2757164" y="3546146"/>
                  <a:pt x="2807697" y="3611943"/>
                  <a:pt x="2807697" y="3688630"/>
                </a:cubicBezTo>
                <a:cubicBezTo>
                  <a:pt x="2807697" y="3790879"/>
                  <a:pt x="2717860" y="3873769"/>
                  <a:pt x="2607041" y="3873769"/>
                </a:cubicBezTo>
                <a:lnTo>
                  <a:pt x="2485067" y="3873768"/>
                </a:lnTo>
                <a:lnTo>
                  <a:pt x="2228256" y="4365034"/>
                </a:lnTo>
                <a:cubicBezTo>
                  <a:pt x="2097698" y="4427159"/>
                  <a:pt x="1885601" y="4413569"/>
                  <a:pt x="1819110" y="4359210"/>
                </a:cubicBezTo>
                <a:cubicBezTo>
                  <a:pt x="1753588" y="4402381"/>
                  <a:pt x="2005439" y="3595810"/>
                  <a:pt x="2128358" y="3134447"/>
                </a:cubicBezTo>
                <a:lnTo>
                  <a:pt x="2151078" y="3047176"/>
                </a:lnTo>
                <a:lnTo>
                  <a:pt x="2156931" y="3047176"/>
                </a:lnTo>
                <a:lnTo>
                  <a:pt x="2156931" y="2603536"/>
                </a:lnTo>
                <a:lnTo>
                  <a:pt x="1133254" y="2547147"/>
                </a:lnTo>
                <a:cubicBezTo>
                  <a:pt x="1059172" y="2539139"/>
                  <a:pt x="987168" y="2530698"/>
                  <a:pt x="917894" y="2521680"/>
                </a:cubicBezTo>
                <a:lnTo>
                  <a:pt x="880026" y="2516176"/>
                </a:lnTo>
                <a:lnTo>
                  <a:pt x="300504" y="3177316"/>
                </a:lnTo>
                <a:cubicBezTo>
                  <a:pt x="215765" y="3201363"/>
                  <a:pt x="43156" y="3236873"/>
                  <a:pt x="0" y="3128469"/>
                </a:cubicBezTo>
                <a:lnTo>
                  <a:pt x="238763" y="2440053"/>
                </a:lnTo>
                <a:lnTo>
                  <a:pt x="246556" y="2370460"/>
                </a:lnTo>
                <a:lnTo>
                  <a:pt x="207925" y="2351855"/>
                </a:lnTo>
                <a:cubicBezTo>
                  <a:pt x="129156" y="2309079"/>
                  <a:pt x="85777" y="2258664"/>
                  <a:pt x="87971" y="2198369"/>
                </a:cubicBezTo>
                <a:cubicBezTo>
                  <a:pt x="90165" y="2138074"/>
                  <a:pt x="135778" y="2087660"/>
                  <a:pt x="215544" y="2044706"/>
                </a:cubicBezTo>
                <a:lnTo>
                  <a:pt x="245938" y="2030122"/>
                </a:lnTo>
                <a:lnTo>
                  <a:pt x="238763" y="1966051"/>
                </a:lnTo>
                <a:lnTo>
                  <a:pt x="0" y="1277636"/>
                </a:lnTo>
                <a:cubicBezTo>
                  <a:pt x="43156" y="1169231"/>
                  <a:pt x="215765" y="1204741"/>
                  <a:pt x="300504" y="1228789"/>
                </a:cubicBezTo>
                <a:lnTo>
                  <a:pt x="870752" y="1879348"/>
                </a:lnTo>
                <a:lnTo>
                  <a:pt x="924230" y="1871157"/>
                </a:lnTo>
                <a:cubicBezTo>
                  <a:pt x="993311" y="1861582"/>
                  <a:pt x="1065189" y="1852504"/>
                  <a:pt x="1139271" y="1843767"/>
                </a:cubicBezTo>
                <a:lnTo>
                  <a:pt x="2156931" y="1793028"/>
                </a:lnTo>
                <a:lnTo>
                  <a:pt x="2156931" y="1358928"/>
                </a:lnTo>
                <a:lnTo>
                  <a:pt x="2151078" y="1358928"/>
                </a:lnTo>
                <a:lnTo>
                  <a:pt x="2128358" y="1271657"/>
                </a:lnTo>
                <a:cubicBezTo>
                  <a:pt x="2005440" y="810294"/>
                  <a:pt x="1753589" y="3723"/>
                  <a:pt x="1819111" y="46894"/>
                </a:cubicBezTo>
                <a:cubicBezTo>
                  <a:pt x="1885602" y="-7465"/>
                  <a:pt x="2097699" y="-21055"/>
                  <a:pt x="2228257" y="41070"/>
                </a:cubicBezTo>
                <a:lnTo>
                  <a:pt x="2485068" y="532336"/>
                </a:lnTo>
                <a:lnTo>
                  <a:pt x="2607042" y="532336"/>
                </a:lnTo>
                <a:cubicBezTo>
                  <a:pt x="2717861" y="532336"/>
                  <a:pt x="2807698" y="615226"/>
                  <a:pt x="2807698" y="717475"/>
                </a:cubicBezTo>
                <a:cubicBezTo>
                  <a:pt x="2807698" y="794162"/>
                  <a:pt x="2757165" y="859959"/>
                  <a:pt x="2685146" y="888065"/>
                </a:cubicBezTo>
                <a:lnTo>
                  <a:pt x="2672280" y="890462"/>
                </a:lnTo>
                <a:lnTo>
                  <a:pt x="2711724" y="965915"/>
                </a:lnTo>
                <a:lnTo>
                  <a:pt x="2888677" y="965915"/>
                </a:lnTo>
                <a:cubicBezTo>
                  <a:pt x="2999495" y="965915"/>
                  <a:pt x="3089332" y="1048805"/>
                  <a:pt x="3089332" y="1151054"/>
                </a:cubicBezTo>
                <a:cubicBezTo>
                  <a:pt x="3089332" y="1227741"/>
                  <a:pt x="3038799" y="1293538"/>
                  <a:pt x="2966780" y="1321644"/>
                </a:cubicBezTo>
                <a:lnTo>
                  <a:pt x="2903813" y="1333373"/>
                </a:lnTo>
                <a:lnTo>
                  <a:pt x="3118786" y="1744603"/>
                </a:lnTo>
                <a:lnTo>
                  <a:pt x="4029928" y="1744603"/>
                </a:lnTo>
                <a:cubicBezTo>
                  <a:pt x="4550334" y="1744603"/>
                  <a:pt x="4972206" y="1946802"/>
                  <a:pt x="4972206" y="2196228"/>
                </a:cubicBezTo>
                <a:close/>
              </a:path>
            </a:pathLst>
          </a:custGeom>
          <a:gradFill>
            <a:gsLst>
              <a:gs pos="0">
                <a:srgbClr val="A5A5A5"/>
              </a:gs>
              <a:gs pos="28000">
                <a:srgbClr val="A5A5A5"/>
              </a:gs>
              <a:gs pos="38000">
                <a:srgbClr val="7F7F7F"/>
              </a:gs>
              <a:gs pos="42000">
                <a:srgbClr val="A5A5A5"/>
              </a:gs>
              <a:gs pos="50000">
                <a:schemeClr val="lt2"/>
              </a:gs>
              <a:gs pos="58999">
                <a:srgbClr val="7F7F7F"/>
              </a:gs>
              <a:gs pos="63008">
                <a:srgbClr val="A5A5A5"/>
              </a:gs>
              <a:gs pos="100000">
                <a:srgbClr val="A5A5A5"/>
              </a:gs>
            </a:gsLst>
            <a:lin ang="5400000" scaled="0"/>
          </a:gradFill>
          <a:ln w="9525" cap="flat" cmpd="sng">
            <a:solidFill>
              <a:srgbClr val="595959"/>
            </a:solidFill>
            <a:prstDash val="solid"/>
            <a:miter lim="800000"/>
            <a:headEnd type="none" w="sm" len="sm"/>
            <a:tailEnd type="none" w="sm" len="sm"/>
          </a:ln>
          <a:effectLst>
            <a:outerShdw blurRad="139700" dist="508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51" name="Picture 50">
            <a:extLst>
              <a:ext uri="{FF2B5EF4-FFF2-40B4-BE49-F238E27FC236}">
                <a16:creationId xmlns="" xmlns:a16="http://schemas.microsoft.com/office/drawing/2014/main" id="{D5E22205-8189-468E-92C2-F02760335FB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03582" y="5842997"/>
            <a:ext cx="835393" cy="669380"/>
          </a:xfrm>
          <a:prstGeom prst="rect">
            <a:avLst/>
          </a:prstGeom>
        </p:spPr>
      </p:pic>
      <p:sp>
        <p:nvSpPr>
          <p:cNvPr id="52" name="TextBox 51">
            <a:extLst>
              <a:ext uri="{FF2B5EF4-FFF2-40B4-BE49-F238E27FC236}">
                <a16:creationId xmlns="" xmlns:a16="http://schemas.microsoft.com/office/drawing/2014/main" id="{83DB2D10-9365-484D-8FD5-7530EA38D044}"/>
              </a:ext>
            </a:extLst>
          </p:cNvPr>
          <p:cNvSpPr txBox="1"/>
          <p:nvPr/>
        </p:nvSpPr>
        <p:spPr>
          <a:xfrm>
            <a:off x="2044213" y="5977632"/>
            <a:ext cx="6106049" cy="400110"/>
          </a:xfrm>
          <a:prstGeom prst="rect">
            <a:avLst/>
          </a:prstGeom>
          <a:noFill/>
        </p:spPr>
        <p:txBody>
          <a:bodyPr wrap="square">
            <a:spAutoFit/>
          </a:bodyPr>
          <a:lstStyle/>
          <a:p>
            <a:pPr>
              <a:defRPr/>
            </a:pPr>
            <a:r>
              <a:rPr lang="en-US" sz="1000" spc="280" dirty="0"/>
              <a:t>PEJABAT KETUA PEGAWAI KESELAMATAN KERAJAAN MALAYSIA</a:t>
            </a:r>
          </a:p>
          <a:p>
            <a:pPr>
              <a:defRPr/>
            </a:pPr>
            <a:r>
              <a:rPr lang="en-US" sz="1000" spc="280" dirty="0"/>
              <a:t>JABATAN PERDANA MENTERI</a:t>
            </a:r>
          </a:p>
        </p:txBody>
      </p:sp>
      <p:sp>
        <p:nvSpPr>
          <p:cNvPr id="2" name="Rectangle 1">
            <a:extLst>
              <a:ext uri="{FF2B5EF4-FFF2-40B4-BE49-F238E27FC236}">
                <a16:creationId xmlns="" xmlns:a16="http://schemas.microsoft.com/office/drawing/2014/main" id="{70A5A370-C56C-4CB3-B2B4-9068FDEF7457}"/>
              </a:ext>
            </a:extLst>
          </p:cNvPr>
          <p:cNvSpPr/>
          <p:nvPr/>
        </p:nvSpPr>
        <p:spPr>
          <a:xfrm>
            <a:off x="2044212" y="237125"/>
            <a:ext cx="8902083" cy="646331"/>
          </a:xfrm>
          <a:prstGeom prst="rect">
            <a:avLst/>
          </a:prstGeom>
        </p:spPr>
        <p:txBody>
          <a:bodyPr wrap="square">
            <a:spAutoFit/>
          </a:bodyPr>
          <a:lstStyle/>
          <a:p>
            <a:pPr algn="ctr"/>
            <a:r>
              <a:rPr lang="en-US" sz="3600" b="1" dirty="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KEHILANGAN</a:t>
            </a:r>
            <a:r>
              <a:rPr lang="en-GB" sz="3600" b="1" dirty="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 RAHSIA RASMI</a:t>
            </a:r>
            <a:endParaRPr lang="en-MY" sz="3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47"/>
                                        </p:tgtEl>
                                        <p:attrNameLst>
                                          <p:attrName>style.visibility</p:attrName>
                                        </p:attrNameLst>
                                      </p:cBhvr>
                                      <p:to>
                                        <p:strVal val="visible"/>
                                      </p:to>
                                    </p:set>
                                    <p:anim calcmode="lin" valueType="num">
                                      <p:cBhvr additive="base">
                                        <p:cTn id="12" dur="500"/>
                                        <p:tgtEl>
                                          <p:spTgt spid="47"/>
                                        </p:tgtEl>
                                        <p:attrNameLst>
                                          <p:attrName>ppt_x</p:attrName>
                                        </p:attrNameLst>
                                      </p:cBhvr>
                                      <p:tavLst>
                                        <p:tav tm="0">
                                          <p:val>
                                            <p:strVal val="#ppt_x-1"/>
                                          </p:val>
                                        </p:tav>
                                        <p:tav tm="100000">
                                          <p:val>
                                            <p:strVal val="#ppt_x"/>
                                          </p:val>
                                        </p:tav>
                                      </p:tavLst>
                                    </p:anim>
                                  </p:childTnLst>
                                </p:cTn>
                              </p:par>
                            </p:childTnLst>
                          </p:cTn>
                        </p:par>
                        <p:par>
                          <p:cTn id="13" fill="hold">
                            <p:stCondLst>
                              <p:cond delay="500"/>
                            </p:stCondLst>
                            <p:childTnLst>
                              <p:par>
                                <p:cTn id="14" presetID="23" presetClass="entr" presetSubtype="16" fill="hold" nodeType="afterEffect">
                                  <p:stCondLst>
                                    <p:cond delay="0"/>
                                  </p:stCondLst>
                                  <p:childTnLst>
                                    <p:set>
                                      <p:cBhvr>
                                        <p:cTn id="15" dur="1" fill="hold">
                                          <p:stCondLst>
                                            <p:cond delay="0"/>
                                          </p:stCondLst>
                                        </p:cTn>
                                        <p:tgtEl>
                                          <p:spTgt spid="26"/>
                                        </p:tgtEl>
                                        <p:attrNameLst>
                                          <p:attrName>style.visibility</p:attrName>
                                        </p:attrNameLst>
                                      </p:cBhvr>
                                      <p:to>
                                        <p:strVal val="visible"/>
                                      </p:to>
                                    </p:set>
                                    <p:anim calcmode="lin" valueType="num">
                                      <p:cBhvr additive="base">
                                        <p:cTn id="16" dur="500"/>
                                        <p:tgtEl>
                                          <p:spTgt spid="26"/>
                                        </p:tgtEl>
                                        <p:attrNameLst>
                                          <p:attrName>ppt_w</p:attrName>
                                        </p:attrNameLst>
                                      </p:cBhvr>
                                      <p:tavLst>
                                        <p:tav tm="0">
                                          <p:val>
                                            <p:strVal val="0"/>
                                          </p:val>
                                        </p:tav>
                                        <p:tav tm="100000">
                                          <p:val>
                                            <p:strVal val="#ppt_w"/>
                                          </p:val>
                                        </p:tav>
                                      </p:tavLst>
                                    </p:anim>
                                    <p:anim calcmode="lin" valueType="num">
                                      <p:cBhvr additive="base">
                                        <p:cTn id="17" dur="500"/>
                                        <p:tgtEl>
                                          <p:spTgt spid="26"/>
                                        </p:tgtEl>
                                        <p:attrNameLst>
                                          <p:attrName>ppt_h</p:attrName>
                                        </p:attrNameLst>
                                      </p:cBhvr>
                                      <p:tavLst>
                                        <p:tav tm="0">
                                          <p:val>
                                            <p:strVal val="0"/>
                                          </p:val>
                                        </p:tav>
                                        <p:tav tm="100000">
                                          <p:val>
                                            <p:strVal val="#ppt_h"/>
                                          </p:val>
                                        </p:tav>
                                      </p:tavLst>
                                    </p:anim>
                                  </p:childTnLst>
                                </p:cTn>
                              </p:par>
                            </p:childTnLst>
                          </p:cTn>
                        </p:par>
                        <p:par>
                          <p:cTn id="18" fill="hold">
                            <p:stCondLst>
                              <p:cond delay="1000"/>
                            </p:stCondLst>
                            <p:childTnLst>
                              <p:par>
                                <p:cTn id="19" presetID="10" presetClass="entr" presetSubtype="0" fill="hold" nodeType="after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fade">
                                      <p:cBhvr>
                                        <p:cTn id="21" dur="500"/>
                                        <p:tgtEl>
                                          <p:spTgt spid="25"/>
                                        </p:tgtEl>
                                      </p:cBhvr>
                                    </p:animEffect>
                                  </p:childTnLst>
                                </p:cTn>
                              </p:par>
                              <p:par>
                                <p:cTn id="22" presetID="10" presetClass="entr" presetSubtype="0" fill="hold" nodeType="withEffect">
                                  <p:stCondLst>
                                    <p:cond delay="0"/>
                                  </p:stCondLst>
                                  <p:childTnLst>
                                    <p:set>
                                      <p:cBhvr>
                                        <p:cTn id="23" dur="1" fill="hold">
                                          <p:stCondLst>
                                            <p:cond delay="0"/>
                                          </p:stCondLst>
                                        </p:cTn>
                                        <p:tgtEl>
                                          <p:spTgt spid="30"/>
                                        </p:tgtEl>
                                        <p:attrNameLst>
                                          <p:attrName>style.visibility</p:attrName>
                                        </p:attrNameLst>
                                      </p:cBhvr>
                                      <p:to>
                                        <p:strVal val="visible"/>
                                      </p:to>
                                    </p:set>
                                    <p:animEffect transition="in" filter="fade">
                                      <p:cBhvr>
                                        <p:cTn id="24" dur="500"/>
                                        <p:tgtEl>
                                          <p:spTgt spid="30"/>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nodeType="clickEffect">
                                  <p:stCondLst>
                                    <p:cond delay="0"/>
                                  </p:stCondLst>
                                  <p:childTnLst>
                                    <p:set>
                                      <p:cBhvr>
                                        <p:cTn id="28" dur="1" fill="hold">
                                          <p:stCondLst>
                                            <p:cond delay="0"/>
                                          </p:stCondLst>
                                        </p:cTn>
                                        <p:tgtEl>
                                          <p:spTgt spid="48"/>
                                        </p:tgtEl>
                                        <p:attrNameLst>
                                          <p:attrName>style.visibility</p:attrName>
                                        </p:attrNameLst>
                                      </p:cBhvr>
                                      <p:to>
                                        <p:strVal val="visible"/>
                                      </p:to>
                                    </p:set>
                                    <p:anim calcmode="lin" valueType="num">
                                      <p:cBhvr additive="base">
                                        <p:cTn id="29" dur="500"/>
                                        <p:tgtEl>
                                          <p:spTgt spid="48"/>
                                        </p:tgtEl>
                                        <p:attrNameLst>
                                          <p:attrName>ppt_x</p:attrName>
                                        </p:attrNameLst>
                                      </p:cBhvr>
                                      <p:tavLst>
                                        <p:tav tm="0">
                                          <p:val>
                                            <p:strVal val="#ppt_x-1"/>
                                          </p:val>
                                        </p:tav>
                                        <p:tav tm="100000">
                                          <p:val>
                                            <p:strVal val="#ppt_x"/>
                                          </p:val>
                                        </p:tav>
                                      </p:tavLst>
                                    </p:anim>
                                  </p:childTnLst>
                                </p:cTn>
                              </p:par>
                            </p:childTnLst>
                          </p:cTn>
                        </p:par>
                        <p:par>
                          <p:cTn id="30" fill="hold">
                            <p:stCondLst>
                              <p:cond delay="500"/>
                            </p:stCondLst>
                            <p:childTnLst>
                              <p:par>
                                <p:cTn id="31" presetID="10" presetClass="entr" presetSubtype="0" fill="hold" nodeType="afterEffect">
                                  <p:stCondLst>
                                    <p:cond delay="0"/>
                                  </p:stCondLst>
                                  <p:childTnLst>
                                    <p:set>
                                      <p:cBhvr>
                                        <p:cTn id="32" dur="1" fill="hold">
                                          <p:stCondLst>
                                            <p:cond delay="0"/>
                                          </p:stCondLst>
                                        </p:cTn>
                                        <p:tgtEl>
                                          <p:spTgt spid="24"/>
                                        </p:tgtEl>
                                        <p:attrNameLst>
                                          <p:attrName>style.visibility</p:attrName>
                                        </p:attrNameLst>
                                      </p:cBhvr>
                                      <p:to>
                                        <p:strVal val="visible"/>
                                      </p:to>
                                    </p:set>
                                    <p:animEffect transition="in" filter="fade">
                                      <p:cBhvr>
                                        <p:cTn id="33" dur="500"/>
                                        <p:tgtEl>
                                          <p:spTgt spid="24"/>
                                        </p:tgtEl>
                                      </p:cBhvr>
                                    </p:animEffect>
                                  </p:childTnLst>
                                </p:cTn>
                              </p:par>
                              <p:par>
                                <p:cTn id="34" presetID="10" presetClass="entr" presetSubtype="0" fill="hold" nodeType="withEffect">
                                  <p:stCondLst>
                                    <p:cond delay="0"/>
                                  </p:stCondLst>
                                  <p:childTnLst>
                                    <p:set>
                                      <p:cBhvr>
                                        <p:cTn id="35" dur="1" fill="hold">
                                          <p:stCondLst>
                                            <p:cond delay="0"/>
                                          </p:stCondLst>
                                        </p:cTn>
                                        <p:tgtEl>
                                          <p:spTgt spid="35"/>
                                        </p:tgtEl>
                                        <p:attrNameLst>
                                          <p:attrName>style.visibility</p:attrName>
                                        </p:attrNameLst>
                                      </p:cBhvr>
                                      <p:to>
                                        <p:strVal val="visible"/>
                                      </p:to>
                                    </p:set>
                                    <p:animEffect transition="in" filter="fade">
                                      <p:cBhvr>
                                        <p:cTn id="36" dur="500"/>
                                        <p:tgtEl>
                                          <p:spTgt spid="35"/>
                                        </p:tgtEl>
                                      </p:cBhvr>
                                    </p:animEffect>
                                  </p:childTnLst>
                                </p:cTn>
                              </p:par>
                              <p:par>
                                <p:cTn id="37" presetID="10" presetClass="entr" presetSubtype="0" fill="hold" nodeType="withEffect">
                                  <p:stCondLst>
                                    <p:cond delay="0"/>
                                  </p:stCondLst>
                                  <p:childTnLst>
                                    <p:set>
                                      <p:cBhvr>
                                        <p:cTn id="38" dur="1" fill="hold">
                                          <p:stCondLst>
                                            <p:cond delay="0"/>
                                          </p:stCondLst>
                                        </p:cTn>
                                        <p:tgtEl>
                                          <p:spTgt spid="40"/>
                                        </p:tgtEl>
                                        <p:attrNameLst>
                                          <p:attrName>style.visibility</p:attrName>
                                        </p:attrNameLst>
                                      </p:cBhvr>
                                      <p:to>
                                        <p:strVal val="visible"/>
                                      </p:to>
                                    </p:set>
                                    <p:animEffect transition="in" filter="fade">
                                      <p:cBhvr>
                                        <p:cTn id="39"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21"/>
        <p:cNvGrpSpPr/>
        <p:nvPr/>
      </p:nvGrpSpPr>
      <p:grpSpPr>
        <a:xfrm>
          <a:off x="0" y="0"/>
          <a:ext cx="0" cy="0"/>
          <a:chOff x="0" y="0"/>
          <a:chExt cx="0" cy="0"/>
        </a:xfrm>
      </p:grpSpPr>
      <p:sp>
        <p:nvSpPr>
          <p:cNvPr id="22" name="Google Shape;22;p7"/>
          <p:cNvSpPr/>
          <p:nvPr/>
        </p:nvSpPr>
        <p:spPr>
          <a:xfrm>
            <a:off x="1510749" y="3952262"/>
            <a:ext cx="9284996" cy="1463540"/>
          </a:xfrm>
          <a:custGeom>
            <a:avLst/>
            <a:gdLst/>
            <a:ahLst/>
            <a:cxnLst/>
            <a:rect l="l" t="t" r="r" b="b"/>
            <a:pathLst>
              <a:path w="3644361" h="858781" extrusionOk="0">
                <a:moveTo>
                  <a:pt x="0" y="0"/>
                </a:moveTo>
                <a:lnTo>
                  <a:pt x="3644361" y="0"/>
                </a:lnTo>
                <a:lnTo>
                  <a:pt x="3644361" y="858781"/>
                </a:lnTo>
                <a:lnTo>
                  <a:pt x="0" y="858781"/>
                </a:lnTo>
                <a:lnTo>
                  <a:pt x="412138" y="429391"/>
                </a:lnTo>
                <a:lnTo>
                  <a:pt x="0" y="0"/>
                </a:lnTo>
                <a:close/>
              </a:path>
            </a:pathLst>
          </a:custGeom>
          <a:solidFill>
            <a:schemeClr val="accent4"/>
          </a:solidFill>
          <a:ln>
            <a:noFill/>
          </a:ln>
          <a:effectLst>
            <a:outerShdw blurRad="114300" dist="304800" dir="10800000" sx="85000" sy="85000" algn="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3" name="Google Shape;23;p7"/>
          <p:cNvSpPr/>
          <p:nvPr/>
        </p:nvSpPr>
        <p:spPr>
          <a:xfrm>
            <a:off x="1606946" y="1168279"/>
            <a:ext cx="9188799" cy="2619549"/>
          </a:xfrm>
          <a:custGeom>
            <a:avLst/>
            <a:gdLst/>
            <a:ahLst/>
            <a:cxnLst/>
            <a:rect l="l" t="t" r="r" b="b"/>
            <a:pathLst>
              <a:path w="3644361" h="858781" extrusionOk="0">
                <a:moveTo>
                  <a:pt x="0" y="0"/>
                </a:moveTo>
                <a:lnTo>
                  <a:pt x="3644361" y="0"/>
                </a:lnTo>
                <a:lnTo>
                  <a:pt x="3644361" y="858781"/>
                </a:lnTo>
                <a:lnTo>
                  <a:pt x="0" y="858781"/>
                </a:lnTo>
                <a:lnTo>
                  <a:pt x="412138" y="429391"/>
                </a:lnTo>
                <a:lnTo>
                  <a:pt x="0" y="0"/>
                </a:lnTo>
                <a:close/>
              </a:path>
            </a:pathLst>
          </a:custGeom>
          <a:gradFill>
            <a:gsLst>
              <a:gs pos="0">
                <a:srgbClr val="54BCCF"/>
              </a:gs>
              <a:gs pos="35000">
                <a:srgbClr val="54BCCF"/>
              </a:gs>
              <a:gs pos="73000">
                <a:srgbClr val="3E8EA0"/>
              </a:gs>
              <a:gs pos="100000">
                <a:srgbClr val="327683"/>
              </a:gs>
            </a:gsLst>
            <a:lin ang="0" scaled="0"/>
          </a:gradFill>
          <a:ln>
            <a:noFill/>
          </a:ln>
          <a:effectLst>
            <a:outerShdw blurRad="114300" dist="304800" dir="10800000" sx="85000" sy="85000" algn="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6" name="Google Shape;26;p7"/>
          <p:cNvSpPr/>
          <p:nvPr/>
        </p:nvSpPr>
        <p:spPr>
          <a:xfrm>
            <a:off x="6319554" y="1541139"/>
            <a:ext cx="998441" cy="584775"/>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dirty="0"/>
          </a:p>
        </p:txBody>
      </p:sp>
      <p:sp>
        <p:nvSpPr>
          <p:cNvPr id="27" name="Google Shape;27;p7"/>
          <p:cNvSpPr/>
          <p:nvPr/>
        </p:nvSpPr>
        <p:spPr>
          <a:xfrm>
            <a:off x="5185918" y="521949"/>
            <a:ext cx="1903910" cy="64633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dirty="0"/>
          </a:p>
        </p:txBody>
      </p:sp>
      <p:sp>
        <p:nvSpPr>
          <p:cNvPr id="40" name="Google Shape;40;p7"/>
          <p:cNvSpPr txBox="1"/>
          <p:nvPr/>
        </p:nvSpPr>
        <p:spPr>
          <a:xfrm>
            <a:off x="2575967" y="1302499"/>
            <a:ext cx="7734902" cy="349795"/>
          </a:xfrm>
          <a:prstGeom prst="rect">
            <a:avLst/>
          </a:prstGeom>
          <a:noFill/>
          <a:ln>
            <a:noFill/>
          </a:ln>
        </p:spPr>
        <p:txBody>
          <a:bodyPr spcFirstLastPara="1" wrap="square" lIns="91425" tIns="45700" rIns="91425" bIns="45700" anchor="t" anchorCtr="0">
            <a:noAutofit/>
          </a:bodyPr>
          <a:lstStyle/>
          <a:p>
            <a:pPr lvl="0" algn="just"/>
            <a:r>
              <a:rPr lang="ms-MY" sz="2400" dirty="0">
                <a:latin typeface="Tahoma" panose="020B0604030504040204" pitchFamily="34" charset="0"/>
                <a:ea typeface="Tahoma" panose="020B0604030504040204" pitchFamily="34" charset="0"/>
                <a:cs typeface="Tahoma" panose="020B0604030504040204" pitchFamily="34" charset="0"/>
              </a:rPr>
              <a:t>Jika rahsia rasmi terbukti hilang, bocor atau dimanipulasi, Ketua Jabatan hendaklah mempertimbangkan sama ada tindakan tatatertib di bawah Peraturan-peraturan Pegawai Awam (Kelakuan dan Tatatertib) yang sedang berkuatkuasa atau penyiasatan di bawah Akta 88 perlu diambil.  </a:t>
            </a:r>
          </a:p>
        </p:txBody>
      </p:sp>
      <p:sp>
        <p:nvSpPr>
          <p:cNvPr id="44" name="Google Shape;44;p7"/>
          <p:cNvSpPr txBox="1"/>
          <p:nvPr/>
        </p:nvSpPr>
        <p:spPr>
          <a:xfrm>
            <a:off x="2452103" y="4010488"/>
            <a:ext cx="7734902" cy="1434615"/>
          </a:xfrm>
          <a:prstGeom prst="rect">
            <a:avLst/>
          </a:prstGeom>
          <a:noFill/>
          <a:ln>
            <a:noFill/>
          </a:ln>
        </p:spPr>
        <p:txBody>
          <a:bodyPr spcFirstLastPara="1" wrap="square" lIns="91425" tIns="45700" rIns="91425" bIns="45700" anchor="t" anchorCtr="0">
            <a:noAutofit/>
          </a:bodyPr>
          <a:lstStyle/>
          <a:p>
            <a:pPr lvl="0" algn="just"/>
            <a:r>
              <a:rPr lang="ms-MY" sz="2400" dirty="0">
                <a:latin typeface="Tahoma" panose="020B0604030504040204" pitchFamily="34" charset="0"/>
                <a:ea typeface="Tahoma" panose="020B0604030504040204" pitchFamily="34" charset="0"/>
                <a:cs typeface="Tahoma" panose="020B0604030504040204" pitchFamily="34" charset="0"/>
              </a:rPr>
              <a:t>Laporan kepada Balai Polis yang terdekat hendaklah dibuat sekiranya disyaki sesuatu kesalahan jenayah telah berlaku</a:t>
            </a:r>
            <a:r>
              <a:rPr lang="en-GB" sz="2400" dirty="0">
                <a:latin typeface="Tahoma" panose="020B0604030504040204" pitchFamily="34" charset="0"/>
                <a:ea typeface="Tahoma" panose="020B0604030504040204" pitchFamily="34" charset="0"/>
                <a:cs typeface="Tahoma" panose="020B0604030504040204" pitchFamily="34" charset="0"/>
              </a:rPr>
              <a:t>.</a:t>
            </a:r>
            <a:endParaRPr lang="en-MY" sz="2400" dirty="0">
              <a:latin typeface="Tahoma" panose="020B0604030504040204" pitchFamily="34" charset="0"/>
              <a:ea typeface="Tahoma" panose="020B0604030504040204" pitchFamily="34" charset="0"/>
              <a:cs typeface="Tahoma" panose="020B0604030504040204" pitchFamily="34" charset="0"/>
            </a:endParaRPr>
          </a:p>
        </p:txBody>
      </p:sp>
      <p:sp>
        <p:nvSpPr>
          <p:cNvPr id="49" name="Google Shape;49;p7"/>
          <p:cNvSpPr/>
          <p:nvPr/>
        </p:nvSpPr>
        <p:spPr>
          <a:xfrm>
            <a:off x="10310869" y="1168278"/>
            <a:ext cx="1337791" cy="2619549"/>
          </a:xfrm>
          <a:custGeom>
            <a:avLst/>
            <a:gdLst/>
            <a:ahLst/>
            <a:cxnLst/>
            <a:rect l="l" t="t" r="r" b="b"/>
            <a:pathLst>
              <a:path w="4972206" h="4406104" extrusionOk="0">
                <a:moveTo>
                  <a:pt x="4972206" y="2196228"/>
                </a:moveTo>
                <a:cubicBezTo>
                  <a:pt x="4972206" y="2445654"/>
                  <a:pt x="4550334" y="2647853"/>
                  <a:pt x="4029928" y="2647853"/>
                </a:cubicBezTo>
                <a:lnTo>
                  <a:pt x="3125921" y="2647852"/>
                </a:lnTo>
                <a:lnTo>
                  <a:pt x="2903813" y="3072732"/>
                </a:lnTo>
                <a:lnTo>
                  <a:pt x="2966780" y="3084461"/>
                </a:lnTo>
                <a:cubicBezTo>
                  <a:pt x="3038799" y="3112567"/>
                  <a:pt x="3089332" y="3178364"/>
                  <a:pt x="3089332" y="3255051"/>
                </a:cubicBezTo>
                <a:cubicBezTo>
                  <a:pt x="3089332" y="3357300"/>
                  <a:pt x="2999495" y="3440190"/>
                  <a:pt x="2888676" y="3440190"/>
                </a:cubicBezTo>
                <a:lnTo>
                  <a:pt x="2711723" y="3440190"/>
                </a:lnTo>
                <a:lnTo>
                  <a:pt x="2672279" y="3515643"/>
                </a:lnTo>
                <a:lnTo>
                  <a:pt x="2685145" y="3518040"/>
                </a:lnTo>
                <a:cubicBezTo>
                  <a:pt x="2757164" y="3546146"/>
                  <a:pt x="2807697" y="3611943"/>
                  <a:pt x="2807697" y="3688630"/>
                </a:cubicBezTo>
                <a:cubicBezTo>
                  <a:pt x="2807697" y="3790879"/>
                  <a:pt x="2717860" y="3873769"/>
                  <a:pt x="2607041" y="3873769"/>
                </a:cubicBezTo>
                <a:lnTo>
                  <a:pt x="2485067" y="3873768"/>
                </a:lnTo>
                <a:lnTo>
                  <a:pt x="2228256" y="4365034"/>
                </a:lnTo>
                <a:cubicBezTo>
                  <a:pt x="2097698" y="4427159"/>
                  <a:pt x="1885601" y="4413569"/>
                  <a:pt x="1819110" y="4359210"/>
                </a:cubicBezTo>
                <a:cubicBezTo>
                  <a:pt x="1753588" y="4402381"/>
                  <a:pt x="2005439" y="3595810"/>
                  <a:pt x="2128358" y="3134447"/>
                </a:cubicBezTo>
                <a:lnTo>
                  <a:pt x="2151078" y="3047176"/>
                </a:lnTo>
                <a:lnTo>
                  <a:pt x="2156931" y="3047176"/>
                </a:lnTo>
                <a:lnTo>
                  <a:pt x="2156931" y="2603536"/>
                </a:lnTo>
                <a:lnTo>
                  <a:pt x="1133254" y="2547147"/>
                </a:lnTo>
                <a:cubicBezTo>
                  <a:pt x="1059172" y="2539139"/>
                  <a:pt x="987168" y="2530698"/>
                  <a:pt x="917894" y="2521680"/>
                </a:cubicBezTo>
                <a:lnTo>
                  <a:pt x="880026" y="2516176"/>
                </a:lnTo>
                <a:lnTo>
                  <a:pt x="300504" y="3177316"/>
                </a:lnTo>
                <a:cubicBezTo>
                  <a:pt x="215765" y="3201363"/>
                  <a:pt x="43156" y="3236873"/>
                  <a:pt x="0" y="3128469"/>
                </a:cubicBezTo>
                <a:lnTo>
                  <a:pt x="238763" y="2440053"/>
                </a:lnTo>
                <a:lnTo>
                  <a:pt x="246556" y="2370460"/>
                </a:lnTo>
                <a:lnTo>
                  <a:pt x="207925" y="2351855"/>
                </a:lnTo>
                <a:cubicBezTo>
                  <a:pt x="129156" y="2309079"/>
                  <a:pt x="85777" y="2258664"/>
                  <a:pt x="87971" y="2198369"/>
                </a:cubicBezTo>
                <a:cubicBezTo>
                  <a:pt x="90165" y="2138074"/>
                  <a:pt x="135778" y="2087660"/>
                  <a:pt x="215544" y="2044706"/>
                </a:cubicBezTo>
                <a:lnTo>
                  <a:pt x="245938" y="2030122"/>
                </a:lnTo>
                <a:lnTo>
                  <a:pt x="238763" y="1966051"/>
                </a:lnTo>
                <a:lnTo>
                  <a:pt x="0" y="1277636"/>
                </a:lnTo>
                <a:cubicBezTo>
                  <a:pt x="43156" y="1169231"/>
                  <a:pt x="215765" y="1204741"/>
                  <a:pt x="300504" y="1228789"/>
                </a:cubicBezTo>
                <a:lnTo>
                  <a:pt x="870752" y="1879348"/>
                </a:lnTo>
                <a:lnTo>
                  <a:pt x="924230" y="1871157"/>
                </a:lnTo>
                <a:cubicBezTo>
                  <a:pt x="993311" y="1861582"/>
                  <a:pt x="1065189" y="1852504"/>
                  <a:pt x="1139271" y="1843767"/>
                </a:cubicBezTo>
                <a:lnTo>
                  <a:pt x="2156931" y="1793028"/>
                </a:lnTo>
                <a:lnTo>
                  <a:pt x="2156931" y="1358928"/>
                </a:lnTo>
                <a:lnTo>
                  <a:pt x="2151078" y="1358928"/>
                </a:lnTo>
                <a:lnTo>
                  <a:pt x="2128358" y="1271657"/>
                </a:lnTo>
                <a:cubicBezTo>
                  <a:pt x="2005440" y="810294"/>
                  <a:pt x="1753589" y="3723"/>
                  <a:pt x="1819111" y="46894"/>
                </a:cubicBezTo>
                <a:cubicBezTo>
                  <a:pt x="1885602" y="-7465"/>
                  <a:pt x="2097699" y="-21055"/>
                  <a:pt x="2228257" y="41070"/>
                </a:cubicBezTo>
                <a:lnTo>
                  <a:pt x="2485068" y="532336"/>
                </a:lnTo>
                <a:lnTo>
                  <a:pt x="2607042" y="532336"/>
                </a:lnTo>
                <a:cubicBezTo>
                  <a:pt x="2717861" y="532336"/>
                  <a:pt x="2807698" y="615226"/>
                  <a:pt x="2807698" y="717475"/>
                </a:cubicBezTo>
                <a:cubicBezTo>
                  <a:pt x="2807698" y="794162"/>
                  <a:pt x="2757165" y="859959"/>
                  <a:pt x="2685146" y="888065"/>
                </a:cubicBezTo>
                <a:lnTo>
                  <a:pt x="2672280" y="890462"/>
                </a:lnTo>
                <a:lnTo>
                  <a:pt x="2711724" y="965915"/>
                </a:lnTo>
                <a:lnTo>
                  <a:pt x="2888677" y="965915"/>
                </a:lnTo>
                <a:cubicBezTo>
                  <a:pt x="2999495" y="965915"/>
                  <a:pt x="3089332" y="1048805"/>
                  <a:pt x="3089332" y="1151054"/>
                </a:cubicBezTo>
                <a:cubicBezTo>
                  <a:pt x="3089332" y="1227741"/>
                  <a:pt x="3038799" y="1293538"/>
                  <a:pt x="2966780" y="1321644"/>
                </a:cubicBezTo>
                <a:lnTo>
                  <a:pt x="2903813" y="1333373"/>
                </a:lnTo>
                <a:lnTo>
                  <a:pt x="3118786" y="1744603"/>
                </a:lnTo>
                <a:lnTo>
                  <a:pt x="4029928" y="1744603"/>
                </a:lnTo>
                <a:cubicBezTo>
                  <a:pt x="4550334" y="1744603"/>
                  <a:pt x="4972206" y="1946802"/>
                  <a:pt x="4972206" y="2196228"/>
                </a:cubicBezTo>
                <a:close/>
              </a:path>
            </a:pathLst>
          </a:custGeom>
          <a:gradFill>
            <a:gsLst>
              <a:gs pos="0">
                <a:srgbClr val="3E8EA0"/>
              </a:gs>
              <a:gs pos="28000">
                <a:srgbClr val="3E8EA0"/>
              </a:gs>
              <a:gs pos="38000">
                <a:srgbClr val="327683"/>
              </a:gs>
              <a:gs pos="41000">
                <a:srgbClr val="3E8EA0"/>
              </a:gs>
              <a:gs pos="50000">
                <a:srgbClr val="54BCCF"/>
              </a:gs>
              <a:gs pos="58999">
                <a:srgbClr val="327683"/>
              </a:gs>
              <a:gs pos="62000">
                <a:srgbClr val="3E8EA0"/>
              </a:gs>
              <a:gs pos="100000">
                <a:srgbClr val="3E8EA0"/>
              </a:gs>
            </a:gsLst>
            <a:lin ang="5400000" scaled="0"/>
          </a:gradFill>
          <a:ln w="9525" cap="flat" cmpd="sng">
            <a:solidFill>
              <a:srgbClr val="327683"/>
            </a:solidFill>
            <a:prstDash val="solid"/>
            <a:miter lim="800000"/>
            <a:headEnd type="none" w="sm" len="sm"/>
            <a:tailEnd type="none" w="sm" len="sm"/>
          </a:ln>
          <a:effectLst>
            <a:outerShdw blurRad="139700" dist="508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0" name="Google Shape;50;p7"/>
          <p:cNvSpPr/>
          <p:nvPr/>
        </p:nvSpPr>
        <p:spPr>
          <a:xfrm>
            <a:off x="10173302" y="3936056"/>
            <a:ext cx="1475358" cy="1463540"/>
          </a:xfrm>
          <a:custGeom>
            <a:avLst/>
            <a:gdLst/>
            <a:ahLst/>
            <a:cxnLst/>
            <a:rect l="l" t="t" r="r" b="b"/>
            <a:pathLst>
              <a:path w="4972206" h="4406104" extrusionOk="0">
                <a:moveTo>
                  <a:pt x="4972206" y="2196228"/>
                </a:moveTo>
                <a:cubicBezTo>
                  <a:pt x="4972206" y="2445654"/>
                  <a:pt x="4550334" y="2647853"/>
                  <a:pt x="4029928" y="2647853"/>
                </a:cubicBezTo>
                <a:lnTo>
                  <a:pt x="3125921" y="2647852"/>
                </a:lnTo>
                <a:lnTo>
                  <a:pt x="2903813" y="3072732"/>
                </a:lnTo>
                <a:lnTo>
                  <a:pt x="2966780" y="3084461"/>
                </a:lnTo>
                <a:cubicBezTo>
                  <a:pt x="3038799" y="3112567"/>
                  <a:pt x="3089332" y="3178364"/>
                  <a:pt x="3089332" y="3255051"/>
                </a:cubicBezTo>
                <a:cubicBezTo>
                  <a:pt x="3089332" y="3357300"/>
                  <a:pt x="2999495" y="3440190"/>
                  <a:pt x="2888676" y="3440190"/>
                </a:cubicBezTo>
                <a:lnTo>
                  <a:pt x="2711723" y="3440190"/>
                </a:lnTo>
                <a:lnTo>
                  <a:pt x="2672279" y="3515643"/>
                </a:lnTo>
                <a:lnTo>
                  <a:pt x="2685145" y="3518040"/>
                </a:lnTo>
                <a:cubicBezTo>
                  <a:pt x="2757164" y="3546146"/>
                  <a:pt x="2807697" y="3611943"/>
                  <a:pt x="2807697" y="3688630"/>
                </a:cubicBezTo>
                <a:cubicBezTo>
                  <a:pt x="2807697" y="3790879"/>
                  <a:pt x="2717860" y="3873769"/>
                  <a:pt x="2607041" y="3873769"/>
                </a:cubicBezTo>
                <a:lnTo>
                  <a:pt x="2485067" y="3873768"/>
                </a:lnTo>
                <a:lnTo>
                  <a:pt x="2228256" y="4365034"/>
                </a:lnTo>
                <a:cubicBezTo>
                  <a:pt x="2097698" y="4427159"/>
                  <a:pt x="1885601" y="4413569"/>
                  <a:pt x="1819110" y="4359210"/>
                </a:cubicBezTo>
                <a:cubicBezTo>
                  <a:pt x="1753588" y="4402381"/>
                  <a:pt x="2005439" y="3595810"/>
                  <a:pt x="2128358" y="3134447"/>
                </a:cubicBezTo>
                <a:lnTo>
                  <a:pt x="2151078" y="3047176"/>
                </a:lnTo>
                <a:lnTo>
                  <a:pt x="2156931" y="3047176"/>
                </a:lnTo>
                <a:lnTo>
                  <a:pt x="2156931" y="2603536"/>
                </a:lnTo>
                <a:lnTo>
                  <a:pt x="1133254" y="2547147"/>
                </a:lnTo>
                <a:cubicBezTo>
                  <a:pt x="1059172" y="2539139"/>
                  <a:pt x="987168" y="2530698"/>
                  <a:pt x="917894" y="2521680"/>
                </a:cubicBezTo>
                <a:lnTo>
                  <a:pt x="880026" y="2516176"/>
                </a:lnTo>
                <a:lnTo>
                  <a:pt x="300504" y="3177316"/>
                </a:lnTo>
                <a:cubicBezTo>
                  <a:pt x="215765" y="3201363"/>
                  <a:pt x="43156" y="3236873"/>
                  <a:pt x="0" y="3128469"/>
                </a:cubicBezTo>
                <a:lnTo>
                  <a:pt x="238763" y="2440053"/>
                </a:lnTo>
                <a:lnTo>
                  <a:pt x="246556" y="2370460"/>
                </a:lnTo>
                <a:lnTo>
                  <a:pt x="207925" y="2351855"/>
                </a:lnTo>
                <a:cubicBezTo>
                  <a:pt x="129156" y="2309079"/>
                  <a:pt x="85777" y="2258664"/>
                  <a:pt x="87971" y="2198369"/>
                </a:cubicBezTo>
                <a:cubicBezTo>
                  <a:pt x="90165" y="2138074"/>
                  <a:pt x="135778" y="2087660"/>
                  <a:pt x="215544" y="2044706"/>
                </a:cubicBezTo>
                <a:lnTo>
                  <a:pt x="245938" y="2030122"/>
                </a:lnTo>
                <a:lnTo>
                  <a:pt x="238763" y="1966051"/>
                </a:lnTo>
                <a:lnTo>
                  <a:pt x="0" y="1277636"/>
                </a:lnTo>
                <a:cubicBezTo>
                  <a:pt x="43156" y="1169231"/>
                  <a:pt x="215765" y="1204741"/>
                  <a:pt x="300504" y="1228789"/>
                </a:cubicBezTo>
                <a:lnTo>
                  <a:pt x="870752" y="1879348"/>
                </a:lnTo>
                <a:lnTo>
                  <a:pt x="924230" y="1871157"/>
                </a:lnTo>
                <a:cubicBezTo>
                  <a:pt x="993311" y="1861582"/>
                  <a:pt x="1065189" y="1852504"/>
                  <a:pt x="1139271" y="1843767"/>
                </a:cubicBezTo>
                <a:lnTo>
                  <a:pt x="2156931" y="1793028"/>
                </a:lnTo>
                <a:lnTo>
                  <a:pt x="2156931" y="1358928"/>
                </a:lnTo>
                <a:lnTo>
                  <a:pt x="2151078" y="1358928"/>
                </a:lnTo>
                <a:lnTo>
                  <a:pt x="2128358" y="1271657"/>
                </a:lnTo>
                <a:cubicBezTo>
                  <a:pt x="2005440" y="810294"/>
                  <a:pt x="1753589" y="3723"/>
                  <a:pt x="1819111" y="46894"/>
                </a:cubicBezTo>
                <a:cubicBezTo>
                  <a:pt x="1885602" y="-7465"/>
                  <a:pt x="2097699" y="-21055"/>
                  <a:pt x="2228257" y="41070"/>
                </a:cubicBezTo>
                <a:lnTo>
                  <a:pt x="2485068" y="532336"/>
                </a:lnTo>
                <a:lnTo>
                  <a:pt x="2607042" y="532336"/>
                </a:lnTo>
                <a:cubicBezTo>
                  <a:pt x="2717861" y="532336"/>
                  <a:pt x="2807698" y="615226"/>
                  <a:pt x="2807698" y="717475"/>
                </a:cubicBezTo>
                <a:cubicBezTo>
                  <a:pt x="2807698" y="794162"/>
                  <a:pt x="2757165" y="859959"/>
                  <a:pt x="2685146" y="888065"/>
                </a:cubicBezTo>
                <a:lnTo>
                  <a:pt x="2672280" y="890462"/>
                </a:lnTo>
                <a:lnTo>
                  <a:pt x="2711724" y="965915"/>
                </a:lnTo>
                <a:lnTo>
                  <a:pt x="2888677" y="965915"/>
                </a:lnTo>
                <a:cubicBezTo>
                  <a:pt x="2999495" y="965915"/>
                  <a:pt x="3089332" y="1048805"/>
                  <a:pt x="3089332" y="1151054"/>
                </a:cubicBezTo>
                <a:cubicBezTo>
                  <a:pt x="3089332" y="1227741"/>
                  <a:pt x="3038799" y="1293538"/>
                  <a:pt x="2966780" y="1321644"/>
                </a:cubicBezTo>
                <a:lnTo>
                  <a:pt x="2903813" y="1333373"/>
                </a:lnTo>
                <a:lnTo>
                  <a:pt x="3118786" y="1744603"/>
                </a:lnTo>
                <a:lnTo>
                  <a:pt x="4029928" y="1744603"/>
                </a:lnTo>
                <a:cubicBezTo>
                  <a:pt x="4550334" y="1744603"/>
                  <a:pt x="4972206" y="1946802"/>
                  <a:pt x="4972206" y="2196228"/>
                </a:cubicBezTo>
                <a:close/>
              </a:path>
            </a:pathLst>
          </a:custGeom>
          <a:gradFill>
            <a:gsLst>
              <a:gs pos="0">
                <a:srgbClr val="505F63"/>
              </a:gs>
              <a:gs pos="28000">
                <a:srgbClr val="505F63"/>
              </a:gs>
              <a:gs pos="39000">
                <a:srgbClr val="374245"/>
              </a:gs>
              <a:gs pos="42000">
                <a:srgbClr val="505F63"/>
              </a:gs>
              <a:gs pos="50000">
                <a:srgbClr val="AEABAB"/>
              </a:gs>
              <a:gs pos="58999">
                <a:srgbClr val="374245"/>
              </a:gs>
              <a:gs pos="63008">
                <a:srgbClr val="505F63"/>
              </a:gs>
              <a:gs pos="100000">
                <a:srgbClr val="505F63"/>
              </a:gs>
            </a:gsLst>
            <a:lin ang="5400000" scaled="0"/>
          </a:gradFill>
          <a:ln w="9525" cap="flat" cmpd="sng">
            <a:solidFill>
              <a:srgbClr val="374245"/>
            </a:solidFill>
            <a:prstDash val="solid"/>
            <a:miter lim="800000"/>
            <a:headEnd type="none" w="sm" len="sm"/>
            <a:tailEnd type="none" w="sm" len="sm"/>
          </a:ln>
          <a:effectLst>
            <a:outerShdw blurRad="139700" dist="508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51" name="Picture 50">
            <a:extLst>
              <a:ext uri="{FF2B5EF4-FFF2-40B4-BE49-F238E27FC236}">
                <a16:creationId xmlns="" xmlns:a16="http://schemas.microsoft.com/office/drawing/2014/main" id="{D5E22205-8189-468E-92C2-F02760335FB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03582" y="5842997"/>
            <a:ext cx="835393" cy="669380"/>
          </a:xfrm>
          <a:prstGeom prst="rect">
            <a:avLst/>
          </a:prstGeom>
        </p:spPr>
      </p:pic>
      <p:sp>
        <p:nvSpPr>
          <p:cNvPr id="52" name="TextBox 51">
            <a:extLst>
              <a:ext uri="{FF2B5EF4-FFF2-40B4-BE49-F238E27FC236}">
                <a16:creationId xmlns="" xmlns:a16="http://schemas.microsoft.com/office/drawing/2014/main" id="{83DB2D10-9365-484D-8FD5-7530EA38D044}"/>
              </a:ext>
            </a:extLst>
          </p:cNvPr>
          <p:cNvSpPr txBox="1"/>
          <p:nvPr/>
        </p:nvSpPr>
        <p:spPr>
          <a:xfrm>
            <a:off x="2044213" y="5977632"/>
            <a:ext cx="6106049" cy="400110"/>
          </a:xfrm>
          <a:prstGeom prst="rect">
            <a:avLst/>
          </a:prstGeom>
          <a:noFill/>
        </p:spPr>
        <p:txBody>
          <a:bodyPr wrap="square">
            <a:spAutoFit/>
          </a:bodyPr>
          <a:lstStyle/>
          <a:p>
            <a:pPr>
              <a:defRPr/>
            </a:pPr>
            <a:r>
              <a:rPr lang="en-US" sz="1000" spc="280" dirty="0"/>
              <a:t>PEJABAT KETUA PEGAWAI KESELAMATAN KERAJAAN MALAYSIA</a:t>
            </a:r>
          </a:p>
          <a:p>
            <a:pPr>
              <a:defRPr/>
            </a:pPr>
            <a:r>
              <a:rPr lang="en-US" sz="1000" spc="280" dirty="0"/>
              <a:t>JABATAN PERDANA MENTERI</a:t>
            </a:r>
          </a:p>
        </p:txBody>
      </p:sp>
      <p:sp>
        <p:nvSpPr>
          <p:cNvPr id="28" name="Title 1">
            <a:extLst>
              <a:ext uri="{FF2B5EF4-FFF2-40B4-BE49-F238E27FC236}">
                <a16:creationId xmlns="" xmlns:a16="http://schemas.microsoft.com/office/drawing/2014/main" id="{B856EF9C-586F-4855-8EEF-96C15CB0C9E1}"/>
              </a:ext>
            </a:extLst>
          </p:cNvPr>
          <p:cNvSpPr txBox="1">
            <a:spLocks/>
          </p:cNvSpPr>
          <p:nvPr/>
        </p:nvSpPr>
        <p:spPr>
          <a:xfrm>
            <a:off x="1069848" y="195072"/>
            <a:ext cx="10058400" cy="734568"/>
          </a:xfrm>
          <a:prstGeom prst="rect">
            <a:avLst/>
          </a:prstGeom>
        </p:spPr>
        <p:txBody>
          <a:bodyP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r"/>
            <a:r>
              <a:rPr lang="ms-MY" sz="2800" b="1">
                <a:latin typeface="Tahoma" panose="020B0604030504040204" pitchFamily="34" charset="0"/>
                <a:ea typeface="Tahoma" panose="020B0604030504040204" pitchFamily="34" charset="0"/>
                <a:cs typeface="Tahoma" panose="020B0604030504040204" pitchFamily="34" charset="0"/>
              </a:rPr>
              <a:t>sambungan</a:t>
            </a:r>
            <a:endParaRPr lang="ms-MY" sz="2800" b="1"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649692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par>
                          <p:cTn id="8" fill="hold">
                            <p:stCondLst>
                              <p:cond delay="500"/>
                            </p:stCondLst>
                            <p:childTnLst>
                              <p:par>
                                <p:cTn id="9" presetID="23" presetClass="entr" presetSubtype="16" fill="hold" nodeType="afterEffect">
                                  <p:stCondLst>
                                    <p:cond delay="0"/>
                                  </p:stCondLst>
                                  <p:childTnLst>
                                    <p:set>
                                      <p:cBhvr>
                                        <p:cTn id="10" dur="1" fill="hold">
                                          <p:stCondLst>
                                            <p:cond delay="0"/>
                                          </p:stCondLst>
                                        </p:cTn>
                                        <p:tgtEl>
                                          <p:spTgt spid="26"/>
                                        </p:tgtEl>
                                        <p:attrNameLst>
                                          <p:attrName>style.visibility</p:attrName>
                                        </p:attrNameLst>
                                      </p:cBhvr>
                                      <p:to>
                                        <p:strVal val="visible"/>
                                      </p:to>
                                    </p:set>
                                    <p:anim calcmode="lin" valueType="num">
                                      <p:cBhvr additive="base">
                                        <p:cTn id="11" dur="500"/>
                                        <p:tgtEl>
                                          <p:spTgt spid="26"/>
                                        </p:tgtEl>
                                        <p:attrNameLst>
                                          <p:attrName>ppt_w</p:attrName>
                                        </p:attrNameLst>
                                      </p:cBhvr>
                                      <p:tavLst>
                                        <p:tav tm="0">
                                          <p:val>
                                            <p:strVal val="0"/>
                                          </p:val>
                                        </p:tav>
                                        <p:tav tm="100000">
                                          <p:val>
                                            <p:strVal val="#ppt_w"/>
                                          </p:val>
                                        </p:tav>
                                      </p:tavLst>
                                    </p:anim>
                                    <p:anim calcmode="lin" valueType="num">
                                      <p:cBhvr additive="base">
                                        <p:cTn id="12" dur="500"/>
                                        <p:tgtEl>
                                          <p:spTgt spid="26"/>
                                        </p:tgtEl>
                                        <p:attrNameLst>
                                          <p:attrName>ppt_h</p:attrName>
                                        </p:attrNameLst>
                                      </p:cBhvr>
                                      <p:tavLst>
                                        <p:tav tm="0">
                                          <p:val>
                                            <p:strVal val="0"/>
                                          </p:val>
                                        </p:tav>
                                        <p:tav tm="100000">
                                          <p:val>
                                            <p:strVal val="#ppt_h"/>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49"/>
                                        </p:tgtEl>
                                        <p:attrNameLst>
                                          <p:attrName>style.visibility</p:attrName>
                                        </p:attrNameLst>
                                      </p:cBhvr>
                                      <p:to>
                                        <p:strVal val="visible"/>
                                      </p:to>
                                    </p:set>
                                    <p:anim calcmode="lin" valueType="num">
                                      <p:cBhvr additive="base">
                                        <p:cTn id="17" dur="500"/>
                                        <p:tgtEl>
                                          <p:spTgt spid="49"/>
                                        </p:tgtEl>
                                        <p:attrNameLst>
                                          <p:attrName>ppt_x</p:attrName>
                                        </p:attrNameLst>
                                      </p:cBhvr>
                                      <p:tavLst>
                                        <p:tav tm="0">
                                          <p:val>
                                            <p:strVal val="#ppt_x-1"/>
                                          </p:val>
                                        </p:tav>
                                        <p:tav tm="100000">
                                          <p:val>
                                            <p:strVal val="#ppt_x"/>
                                          </p:val>
                                        </p:tav>
                                      </p:tavLst>
                                    </p:anim>
                                  </p:childTnLst>
                                </p:cTn>
                              </p:par>
                            </p:childTnLst>
                          </p:cTn>
                        </p:par>
                        <p:par>
                          <p:cTn id="18" fill="hold">
                            <p:stCondLst>
                              <p:cond delay="500"/>
                            </p:stCondLst>
                            <p:childTnLst>
                              <p:par>
                                <p:cTn id="19" presetID="10" presetClass="entr" presetSubtype="0" fill="hold" nodeType="after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fade">
                                      <p:cBhvr>
                                        <p:cTn id="21" dur="500"/>
                                        <p:tgtEl>
                                          <p:spTgt spid="23"/>
                                        </p:tgtEl>
                                      </p:cBhvr>
                                    </p:animEffect>
                                  </p:childTnLst>
                                </p:cTn>
                              </p:par>
                              <p:par>
                                <p:cTn id="22" presetID="10" presetClass="entr" presetSubtype="0" fill="hold" nodeType="withEffect">
                                  <p:stCondLst>
                                    <p:cond delay="0"/>
                                  </p:stCondLst>
                                  <p:childTnLst>
                                    <p:set>
                                      <p:cBhvr>
                                        <p:cTn id="23" dur="1" fill="hold">
                                          <p:stCondLst>
                                            <p:cond delay="0"/>
                                          </p:stCondLst>
                                        </p:cTn>
                                        <p:tgtEl>
                                          <p:spTgt spid="40"/>
                                        </p:tgtEl>
                                        <p:attrNameLst>
                                          <p:attrName>style.visibility</p:attrName>
                                        </p:attrNameLst>
                                      </p:cBhvr>
                                      <p:to>
                                        <p:strVal val="visible"/>
                                      </p:to>
                                    </p:set>
                                    <p:animEffect transition="in" filter="fade">
                                      <p:cBhvr>
                                        <p:cTn id="24" dur="500"/>
                                        <p:tgtEl>
                                          <p:spTgt spid="40"/>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nodeType="clickEffect">
                                  <p:stCondLst>
                                    <p:cond delay="0"/>
                                  </p:stCondLst>
                                  <p:childTnLst>
                                    <p:set>
                                      <p:cBhvr>
                                        <p:cTn id="28" dur="1" fill="hold">
                                          <p:stCondLst>
                                            <p:cond delay="0"/>
                                          </p:stCondLst>
                                        </p:cTn>
                                        <p:tgtEl>
                                          <p:spTgt spid="50"/>
                                        </p:tgtEl>
                                        <p:attrNameLst>
                                          <p:attrName>style.visibility</p:attrName>
                                        </p:attrNameLst>
                                      </p:cBhvr>
                                      <p:to>
                                        <p:strVal val="visible"/>
                                      </p:to>
                                    </p:set>
                                    <p:anim calcmode="lin" valueType="num">
                                      <p:cBhvr additive="base">
                                        <p:cTn id="29" dur="500"/>
                                        <p:tgtEl>
                                          <p:spTgt spid="50"/>
                                        </p:tgtEl>
                                        <p:attrNameLst>
                                          <p:attrName>ppt_x</p:attrName>
                                        </p:attrNameLst>
                                      </p:cBhvr>
                                      <p:tavLst>
                                        <p:tav tm="0">
                                          <p:val>
                                            <p:strVal val="#ppt_x-1"/>
                                          </p:val>
                                        </p:tav>
                                        <p:tav tm="100000">
                                          <p:val>
                                            <p:strVal val="#ppt_x"/>
                                          </p:val>
                                        </p:tav>
                                      </p:tavLst>
                                    </p:anim>
                                  </p:childTnLst>
                                </p:cTn>
                              </p:par>
                            </p:childTnLst>
                          </p:cTn>
                        </p:par>
                        <p:par>
                          <p:cTn id="30" fill="hold">
                            <p:stCondLst>
                              <p:cond delay="500"/>
                            </p:stCondLst>
                            <p:childTnLst>
                              <p:par>
                                <p:cTn id="31" presetID="10" presetClass="entr" presetSubtype="0" fill="hold" nodeType="afterEffect">
                                  <p:stCondLst>
                                    <p:cond delay="0"/>
                                  </p:stCondLst>
                                  <p:childTnLst>
                                    <p:set>
                                      <p:cBhvr>
                                        <p:cTn id="32" dur="1" fill="hold">
                                          <p:stCondLst>
                                            <p:cond delay="0"/>
                                          </p:stCondLst>
                                        </p:cTn>
                                        <p:tgtEl>
                                          <p:spTgt spid="22"/>
                                        </p:tgtEl>
                                        <p:attrNameLst>
                                          <p:attrName>style.visibility</p:attrName>
                                        </p:attrNameLst>
                                      </p:cBhvr>
                                      <p:to>
                                        <p:strVal val="visible"/>
                                      </p:to>
                                    </p:set>
                                    <p:animEffect transition="in" filter="fade">
                                      <p:cBhvr>
                                        <p:cTn id="33" dur="500"/>
                                        <p:tgtEl>
                                          <p:spTgt spid="22"/>
                                        </p:tgtEl>
                                      </p:cBhvr>
                                    </p:animEffect>
                                  </p:childTnLst>
                                </p:cTn>
                              </p:par>
                              <p:par>
                                <p:cTn id="34" presetID="10" presetClass="entr" presetSubtype="0" fill="hold" nodeType="withEffect">
                                  <p:stCondLst>
                                    <p:cond delay="0"/>
                                  </p:stCondLst>
                                  <p:childTnLst>
                                    <p:set>
                                      <p:cBhvr>
                                        <p:cTn id="35" dur="1" fill="hold">
                                          <p:stCondLst>
                                            <p:cond delay="0"/>
                                          </p:stCondLst>
                                        </p:cTn>
                                        <p:tgtEl>
                                          <p:spTgt spid="44"/>
                                        </p:tgtEl>
                                        <p:attrNameLst>
                                          <p:attrName>style.visibility</p:attrName>
                                        </p:attrNameLst>
                                      </p:cBhvr>
                                      <p:to>
                                        <p:strVal val="visible"/>
                                      </p:to>
                                    </p:set>
                                    <p:animEffect transition="in" filter="fade">
                                      <p:cBhvr>
                                        <p:cTn id="36"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21"/>
        <p:cNvGrpSpPr/>
        <p:nvPr/>
      </p:nvGrpSpPr>
      <p:grpSpPr>
        <a:xfrm>
          <a:off x="0" y="0"/>
          <a:ext cx="0" cy="0"/>
          <a:chOff x="0" y="0"/>
          <a:chExt cx="0" cy="0"/>
        </a:xfrm>
      </p:grpSpPr>
      <p:sp>
        <p:nvSpPr>
          <p:cNvPr id="30" name="Google Shape;30;p6"/>
          <p:cNvSpPr/>
          <p:nvPr/>
        </p:nvSpPr>
        <p:spPr>
          <a:xfrm>
            <a:off x="4151966" y="1689853"/>
            <a:ext cx="2088502" cy="1066387"/>
          </a:xfrm>
          <a:custGeom>
            <a:avLst/>
            <a:gdLst/>
            <a:ahLst/>
            <a:cxnLst/>
            <a:rect l="l" t="t" r="r" b="b"/>
            <a:pathLst>
              <a:path w="2088502" h="1025597" extrusionOk="0">
                <a:moveTo>
                  <a:pt x="639511" y="6576"/>
                </a:moveTo>
                <a:lnTo>
                  <a:pt x="2088502" y="0"/>
                </a:lnTo>
                <a:lnTo>
                  <a:pt x="1458026" y="1025597"/>
                </a:lnTo>
                <a:lnTo>
                  <a:pt x="0" y="1016268"/>
                </a:lnTo>
                <a:lnTo>
                  <a:pt x="639511" y="6576"/>
                </a:lnTo>
                <a:close/>
              </a:path>
            </a:pathLst>
          </a:custGeom>
          <a:gradFill>
            <a:gsLst>
              <a:gs pos="0">
                <a:srgbClr val="484153"/>
              </a:gs>
              <a:gs pos="97000">
                <a:srgbClr val="1B1728"/>
              </a:gs>
              <a:gs pos="100000">
                <a:srgbClr val="1B1728"/>
              </a:gs>
            </a:gsLst>
            <a:lin ang="2700000" scaled="0"/>
          </a:gra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 name="Google Shape;34;p6"/>
          <p:cNvSpPr/>
          <p:nvPr/>
        </p:nvSpPr>
        <p:spPr>
          <a:xfrm>
            <a:off x="4770526" y="573189"/>
            <a:ext cx="2074989" cy="1070891"/>
          </a:xfrm>
          <a:custGeom>
            <a:avLst/>
            <a:gdLst/>
            <a:ahLst/>
            <a:cxnLst/>
            <a:rect l="l" t="t" r="r" b="b"/>
            <a:pathLst>
              <a:path w="2074989" h="1029928" extrusionOk="0">
                <a:moveTo>
                  <a:pt x="639511" y="2243"/>
                </a:moveTo>
                <a:lnTo>
                  <a:pt x="2074989" y="0"/>
                </a:lnTo>
                <a:lnTo>
                  <a:pt x="1431000" y="1029928"/>
                </a:lnTo>
                <a:lnTo>
                  <a:pt x="0" y="1011935"/>
                </a:lnTo>
                <a:lnTo>
                  <a:pt x="639511" y="2243"/>
                </a:lnTo>
                <a:close/>
              </a:path>
            </a:pathLst>
          </a:custGeom>
          <a:gradFill>
            <a:gsLst>
              <a:gs pos="0">
                <a:srgbClr val="F2885F"/>
              </a:gs>
              <a:gs pos="97000">
                <a:srgbClr val="DD4D3F"/>
              </a:gs>
              <a:gs pos="100000">
                <a:srgbClr val="DD4D3F"/>
              </a:gs>
            </a:gsLst>
            <a:lin ang="2700000" scaled="0"/>
          </a:gra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6" name="Google Shape;36;p6"/>
          <p:cNvSpPr/>
          <p:nvPr/>
        </p:nvSpPr>
        <p:spPr>
          <a:xfrm>
            <a:off x="5090061" y="1351446"/>
            <a:ext cx="944148" cy="76944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dirty="0"/>
          </a:p>
        </p:txBody>
      </p:sp>
      <p:sp>
        <p:nvSpPr>
          <p:cNvPr id="42" name="Google Shape;42;p6"/>
          <p:cNvSpPr/>
          <p:nvPr/>
        </p:nvSpPr>
        <p:spPr>
          <a:xfrm>
            <a:off x="5736568" y="3266037"/>
            <a:ext cx="1426765" cy="27699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lt1"/>
                </a:solidFill>
                <a:latin typeface="Arial"/>
                <a:ea typeface="Arial"/>
                <a:cs typeface="Arial"/>
                <a:sym typeface="Arial"/>
              </a:rPr>
              <a:t>INFOGRAPHICS</a:t>
            </a:r>
            <a:endParaRPr sz="1200" cap="none">
              <a:solidFill>
                <a:schemeClr val="lt1"/>
              </a:solidFill>
              <a:latin typeface="Arial"/>
              <a:ea typeface="Arial"/>
              <a:cs typeface="Arial"/>
              <a:sym typeface="Arial"/>
            </a:endParaRPr>
          </a:p>
        </p:txBody>
      </p:sp>
      <p:sp>
        <p:nvSpPr>
          <p:cNvPr id="43" name="Google Shape;43;p6"/>
          <p:cNvSpPr txBox="1"/>
          <p:nvPr/>
        </p:nvSpPr>
        <p:spPr>
          <a:xfrm>
            <a:off x="5724819" y="3499099"/>
            <a:ext cx="1904868" cy="400110"/>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000">
                <a:solidFill>
                  <a:srgbClr val="FAF6F3"/>
                </a:solidFill>
                <a:latin typeface="Calibri"/>
                <a:ea typeface="Calibri"/>
                <a:cs typeface="Calibri"/>
                <a:sym typeface="Calibri"/>
              </a:rPr>
              <a:t>TinyPPT designed and provided free PowerPoint Templates</a:t>
            </a:r>
            <a:endParaRPr/>
          </a:p>
        </p:txBody>
      </p:sp>
      <p:sp>
        <p:nvSpPr>
          <p:cNvPr id="44" name="Google Shape;44;p6"/>
          <p:cNvSpPr/>
          <p:nvPr/>
        </p:nvSpPr>
        <p:spPr>
          <a:xfrm>
            <a:off x="4689532" y="1638863"/>
            <a:ext cx="6954415" cy="4042566"/>
          </a:xfrm>
          <a:custGeom>
            <a:avLst/>
            <a:gdLst/>
            <a:ahLst/>
            <a:cxnLst/>
            <a:rect l="l" t="t" r="r" b="b"/>
            <a:pathLst>
              <a:path w="5809673" h="1042414" extrusionOk="0">
                <a:moveTo>
                  <a:pt x="639511" y="19468"/>
                </a:moveTo>
                <a:lnTo>
                  <a:pt x="5809673" y="0"/>
                </a:lnTo>
                <a:lnTo>
                  <a:pt x="5805380" y="1042414"/>
                </a:lnTo>
                <a:lnTo>
                  <a:pt x="0" y="1039154"/>
                </a:lnTo>
                <a:lnTo>
                  <a:pt x="639511" y="19468"/>
                </a:lnTo>
                <a:close/>
              </a:path>
            </a:pathLst>
          </a:custGeom>
          <a:gradFill>
            <a:gsLst>
              <a:gs pos="0">
                <a:srgbClr val="484153"/>
              </a:gs>
              <a:gs pos="97000">
                <a:srgbClr val="1B1728"/>
              </a:gs>
              <a:gs pos="100000">
                <a:srgbClr val="1B1728"/>
              </a:gs>
            </a:gsLst>
            <a:lin ang="2700000" scaled="0"/>
          </a:gra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5" name="Google Shape;45;p6"/>
          <p:cNvSpPr txBox="1"/>
          <p:nvPr/>
        </p:nvSpPr>
        <p:spPr>
          <a:xfrm>
            <a:off x="5575995" y="1944273"/>
            <a:ext cx="5874062" cy="3485485"/>
          </a:xfrm>
          <a:prstGeom prst="rect">
            <a:avLst/>
          </a:prstGeom>
          <a:noFill/>
          <a:ln>
            <a:noFill/>
          </a:ln>
        </p:spPr>
        <p:txBody>
          <a:bodyPr spcFirstLastPara="1" wrap="square" lIns="91425" tIns="45700" rIns="91425" bIns="45700" anchor="t" anchorCtr="0">
            <a:noAutofit/>
          </a:bodyPr>
          <a:lstStyle/>
          <a:p>
            <a:pPr lvl="0" algn="ctr"/>
            <a:r>
              <a:rPr lang="ms-MY" sz="2800" dirty="0">
                <a:solidFill>
                  <a:schemeClr val="bg1"/>
                </a:solidFill>
                <a:latin typeface="Tahoma" panose="020B0604030504040204" pitchFamily="34" charset="0"/>
                <a:ea typeface="Tahoma" panose="020B0604030504040204" pitchFamily="34" charset="0"/>
                <a:cs typeface="Tahoma" panose="020B0604030504040204" pitchFamily="34" charset="0"/>
              </a:rPr>
              <a:t>Kawalan terhadap geospatial terperingkat hendaklah mematuhi peruntukan undang-undang dan peraturan-peraturan yang berkuatkuasa bagi tujuan sekatan keselamatan yang melibatkan pertahanan dan keselamatan Negara.</a:t>
            </a:r>
            <a:endParaRPr lang="en-MY" sz="2800" dirty="0">
              <a:solidFill>
                <a:schemeClr val="bg1"/>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endParaRPr>
          </a:p>
        </p:txBody>
      </p:sp>
      <p:sp>
        <p:nvSpPr>
          <p:cNvPr id="46" name="Google Shape;46;p6"/>
          <p:cNvSpPr/>
          <p:nvPr/>
        </p:nvSpPr>
        <p:spPr>
          <a:xfrm>
            <a:off x="6157793" y="573189"/>
            <a:ext cx="5476497" cy="1075541"/>
          </a:xfrm>
          <a:custGeom>
            <a:avLst/>
            <a:gdLst/>
            <a:ahLst/>
            <a:cxnLst/>
            <a:rect l="l" t="t" r="r" b="b"/>
            <a:pathLst>
              <a:path w="5162867" h="1034400" extrusionOk="0">
                <a:moveTo>
                  <a:pt x="626752" y="18804"/>
                </a:moveTo>
                <a:lnTo>
                  <a:pt x="5162867" y="0"/>
                </a:lnTo>
                <a:lnTo>
                  <a:pt x="5162867" y="1029403"/>
                </a:lnTo>
                <a:lnTo>
                  <a:pt x="0" y="1034400"/>
                </a:lnTo>
                <a:lnTo>
                  <a:pt x="626752" y="18804"/>
                </a:lnTo>
                <a:close/>
              </a:path>
            </a:pathLst>
          </a:custGeom>
          <a:gradFill>
            <a:gsLst>
              <a:gs pos="0">
                <a:srgbClr val="F2885F"/>
              </a:gs>
              <a:gs pos="97000">
                <a:srgbClr val="DD4D3F"/>
              </a:gs>
              <a:gs pos="100000">
                <a:srgbClr val="DD4D3F"/>
              </a:gs>
            </a:gsLst>
            <a:lin ang="2700000" scaled="0"/>
          </a:gra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lvl="0" algn="ctr"/>
            <a:r>
              <a:rPr lang="en-US" sz="2800" b="1" dirty="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DOKUMEN GEOSPATIAL TERPERINGKAT</a:t>
            </a:r>
            <a:endParaRPr sz="2800" dirty="0">
              <a:solidFill>
                <a:schemeClr val="lt1"/>
              </a:solidFill>
              <a:latin typeface="Calibri"/>
              <a:ea typeface="Calibri"/>
              <a:cs typeface="Calibri"/>
              <a:sym typeface="Calibri"/>
            </a:endParaRPr>
          </a:p>
        </p:txBody>
      </p:sp>
      <p:pic>
        <p:nvPicPr>
          <p:cNvPr id="51" name="Google Shape;51;p6"/>
          <p:cNvPicPr preferRelativeResize="0"/>
          <p:nvPr/>
        </p:nvPicPr>
        <p:blipFill rotWithShape="1">
          <a:blip r:embed="rId3">
            <a:alphaModFix/>
          </a:blip>
          <a:srcRect/>
          <a:stretch/>
        </p:blipFill>
        <p:spPr>
          <a:xfrm rot="-8952891" flipH="1">
            <a:off x="5246816" y="-920062"/>
            <a:ext cx="176849" cy="8105584"/>
          </a:xfrm>
          <a:prstGeom prst="rect">
            <a:avLst/>
          </a:prstGeom>
          <a:noFill/>
          <a:ln>
            <a:noFill/>
          </a:ln>
        </p:spPr>
      </p:pic>
      <p:pic>
        <p:nvPicPr>
          <p:cNvPr id="52" name="Google Shape;52;p6"/>
          <p:cNvPicPr preferRelativeResize="0"/>
          <p:nvPr/>
        </p:nvPicPr>
        <p:blipFill rotWithShape="1">
          <a:blip r:embed="rId3">
            <a:alphaModFix/>
          </a:blip>
          <a:srcRect/>
          <a:stretch/>
        </p:blipFill>
        <p:spPr>
          <a:xfrm rot="-8916092" flipH="1">
            <a:off x="3650857" y="-31004"/>
            <a:ext cx="149629" cy="6858000"/>
          </a:xfrm>
          <a:prstGeom prst="rect">
            <a:avLst/>
          </a:prstGeom>
          <a:noFill/>
          <a:ln>
            <a:noFill/>
          </a:ln>
        </p:spPr>
      </p:pic>
      <p:pic>
        <p:nvPicPr>
          <p:cNvPr id="53" name="Picture 52">
            <a:extLst>
              <a:ext uri="{FF2B5EF4-FFF2-40B4-BE49-F238E27FC236}">
                <a16:creationId xmlns="" xmlns:a16="http://schemas.microsoft.com/office/drawing/2014/main" id="{FAB27064-8B59-4B56-BB1D-E39871BE6EF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30509" y="5617543"/>
            <a:ext cx="1300637" cy="1042168"/>
          </a:xfrm>
          <a:prstGeom prst="rect">
            <a:avLst/>
          </a:prstGeom>
        </p:spPr>
      </p:pic>
      <p:sp>
        <p:nvSpPr>
          <p:cNvPr id="54" name="TextBox 53">
            <a:extLst>
              <a:ext uri="{FF2B5EF4-FFF2-40B4-BE49-F238E27FC236}">
                <a16:creationId xmlns="" xmlns:a16="http://schemas.microsoft.com/office/drawing/2014/main" id="{4878113E-8F68-4F32-B919-57AFFE80F21D}"/>
              </a:ext>
            </a:extLst>
          </p:cNvPr>
          <p:cNvSpPr txBox="1"/>
          <p:nvPr/>
        </p:nvSpPr>
        <p:spPr>
          <a:xfrm>
            <a:off x="1875348" y="6024505"/>
            <a:ext cx="6954415" cy="430887"/>
          </a:xfrm>
          <a:prstGeom prst="rect">
            <a:avLst/>
          </a:prstGeom>
          <a:noFill/>
        </p:spPr>
        <p:txBody>
          <a:bodyPr wrap="square">
            <a:spAutoFit/>
          </a:bodyPr>
          <a:lstStyle/>
          <a:p>
            <a:pPr>
              <a:defRPr/>
            </a:pPr>
            <a:r>
              <a:rPr lang="en-US" sz="1100" spc="280" dirty="0"/>
              <a:t>PEJABAT KETUA PEGAWAI KESELAMATAN KERAJAAN MALAYSIA</a:t>
            </a:r>
          </a:p>
          <a:p>
            <a:pPr>
              <a:defRPr/>
            </a:pPr>
            <a:r>
              <a:rPr lang="en-US" sz="1100" spc="280" dirty="0"/>
              <a:t>JABATAN PERDANA MENTERI</a:t>
            </a:r>
          </a:p>
        </p:txBody>
      </p:sp>
      <p:sp>
        <p:nvSpPr>
          <p:cNvPr id="55" name="Google Shape;26;p6">
            <a:extLst>
              <a:ext uri="{FF2B5EF4-FFF2-40B4-BE49-F238E27FC236}">
                <a16:creationId xmlns="" xmlns:a16="http://schemas.microsoft.com/office/drawing/2014/main" id="{4499858F-8BBA-40D4-9532-6C51F55DEADF}"/>
              </a:ext>
            </a:extLst>
          </p:cNvPr>
          <p:cNvSpPr/>
          <p:nvPr/>
        </p:nvSpPr>
        <p:spPr>
          <a:xfrm>
            <a:off x="3513860" y="2759404"/>
            <a:ext cx="2088502" cy="1066388"/>
          </a:xfrm>
          <a:custGeom>
            <a:avLst/>
            <a:gdLst/>
            <a:ahLst/>
            <a:cxnLst/>
            <a:rect l="l" t="t" r="r" b="b"/>
            <a:pathLst>
              <a:path w="2088502" h="1025598" extrusionOk="0">
                <a:moveTo>
                  <a:pt x="639511" y="6576"/>
                </a:moveTo>
                <a:lnTo>
                  <a:pt x="2088502" y="0"/>
                </a:lnTo>
                <a:lnTo>
                  <a:pt x="1476044" y="1025598"/>
                </a:lnTo>
                <a:lnTo>
                  <a:pt x="0" y="1016268"/>
                </a:lnTo>
                <a:lnTo>
                  <a:pt x="639511" y="6576"/>
                </a:lnTo>
                <a:close/>
              </a:path>
            </a:pathLst>
          </a:custGeom>
          <a:gradFill>
            <a:gsLst>
              <a:gs pos="0">
                <a:srgbClr val="83D1DB"/>
              </a:gs>
              <a:gs pos="97000">
                <a:srgbClr val="4699AA"/>
              </a:gs>
              <a:gs pos="100000">
                <a:srgbClr val="4699AA"/>
              </a:gs>
            </a:gsLst>
            <a:lin ang="2700000" scaled="0"/>
          </a:gra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6" name="Google Shape;22;p6">
            <a:extLst>
              <a:ext uri="{FF2B5EF4-FFF2-40B4-BE49-F238E27FC236}">
                <a16:creationId xmlns="" xmlns:a16="http://schemas.microsoft.com/office/drawing/2014/main" id="{2A5CCBFE-AF52-4FD7-AF72-7AC39D688009}"/>
              </a:ext>
            </a:extLst>
          </p:cNvPr>
          <p:cNvSpPr/>
          <p:nvPr/>
        </p:nvSpPr>
        <p:spPr>
          <a:xfrm>
            <a:off x="2875029" y="3865598"/>
            <a:ext cx="2097511" cy="1059550"/>
          </a:xfrm>
          <a:custGeom>
            <a:avLst/>
            <a:gdLst/>
            <a:ahLst/>
            <a:cxnLst/>
            <a:rect l="l" t="t" r="r" b="b"/>
            <a:pathLst>
              <a:path w="2097511" h="1019022" extrusionOk="0">
                <a:moveTo>
                  <a:pt x="639511" y="0"/>
                </a:moveTo>
                <a:lnTo>
                  <a:pt x="2097511" y="10752"/>
                </a:lnTo>
                <a:lnTo>
                  <a:pt x="1480548" y="1019022"/>
                </a:lnTo>
                <a:lnTo>
                  <a:pt x="0" y="1009692"/>
                </a:lnTo>
                <a:lnTo>
                  <a:pt x="639511" y="0"/>
                </a:lnTo>
                <a:close/>
              </a:path>
            </a:pathLst>
          </a:custGeom>
          <a:gradFill>
            <a:gsLst>
              <a:gs pos="0">
                <a:srgbClr val="B6C3B8"/>
              </a:gs>
              <a:gs pos="97000">
                <a:srgbClr val="B6C3B8"/>
              </a:gs>
              <a:gs pos="100000">
                <a:srgbClr val="B6C3B8"/>
              </a:gs>
            </a:gsLst>
            <a:lin ang="2700000" scaled="0"/>
          </a:gradFill>
          <a:ln>
            <a:noFill/>
          </a:ln>
          <a:effectLst>
            <a:outerShdw blurRad="88900" dist="114300" dir="4440000" sx="96000" sy="96000" algn="t"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57" name="Google Shape;27;p6">
            <a:extLst>
              <a:ext uri="{FF2B5EF4-FFF2-40B4-BE49-F238E27FC236}">
                <a16:creationId xmlns="" xmlns:a16="http://schemas.microsoft.com/office/drawing/2014/main" id="{71CCF480-28B7-4007-A829-26088FBF7374}"/>
              </a:ext>
            </a:extLst>
          </p:cNvPr>
          <p:cNvPicPr preferRelativeResize="0"/>
          <p:nvPr/>
        </p:nvPicPr>
        <p:blipFill rotWithShape="1">
          <a:blip r:embed="rId5">
            <a:alphaModFix/>
          </a:blip>
          <a:srcRect b="13664"/>
          <a:stretch/>
        </p:blipFill>
        <p:spPr>
          <a:xfrm>
            <a:off x="4176207" y="612988"/>
            <a:ext cx="790873" cy="682799"/>
          </a:xfrm>
          <a:prstGeom prst="rect">
            <a:avLst/>
          </a:prstGeom>
          <a:noFill/>
          <a:ln>
            <a:noFill/>
          </a:ln>
          <a:effectLst>
            <a:reflection stA="50000" endA="300" endPos="55000" sy="-100000" algn="bl" rotWithShape="0"/>
          </a:effectLst>
        </p:spPr>
      </p:pic>
      <p:pic>
        <p:nvPicPr>
          <p:cNvPr id="58" name="Google Shape;23;p6">
            <a:extLst>
              <a:ext uri="{FF2B5EF4-FFF2-40B4-BE49-F238E27FC236}">
                <a16:creationId xmlns="" xmlns:a16="http://schemas.microsoft.com/office/drawing/2014/main" id="{E11AE4F1-11B9-4B9C-9EA7-D20B0DEF39BA}"/>
              </a:ext>
            </a:extLst>
          </p:cNvPr>
          <p:cNvPicPr preferRelativeResize="0"/>
          <p:nvPr/>
        </p:nvPicPr>
        <p:blipFill rotWithShape="1">
          <a:blip r:embed="rId6">
            <a:alphaModFix/>
          </a:blip>
          <a:srcRect t="1" b="1366"/>
          <a:stretch/>
        </p:blipFill>
        <p:spPr>
          <a:xfrm>
            <a:off x="2501117" y="3209320"/>
            <a:ext cx="783725" cy="773019"/>
          </a:xfrm>
          <a:prstGeom prst="rect">
            <a:avLst/>
          </a:prstGeom>
          <a:noFill/>
          <a:ln>
            <a:noFill/>
          </a:ln>
          <a:effectLst>
            <a:reflection stA="50000" endA="300" endPos="55000" sy="-100000" algn="bl" rotWithShape="0"/>
          </a:effectLst>
        </p:spPr>
      </p:pic>
      <p:sp>
        <p:nvSpPr>
          <p:cNvPr id="59" name="Google Shape;24;p6">
            <a:extLst>
              <a:ext uri="{FF2B5EF4-FFF2-40B4-BE49-F238E27FC236}">
                <a16:creationId xmlns="" xmlns:a16="http://schemas.microsoft.com/office/drawing/2014/main" id="{CE81A171-1E80-45A6-9D01-8E3140A91581}"/>
              </a:ext>
            </a:extLst>
          </p:cNvPr>
          <p:cNvSpPr/>
          <p:nvPr/>
        </p:nvSpPr>
        <p:spPr>
          <a:xfrm>
            <a:off x="2416994" y="4540386"/>
            <a:ext cx="805132" cy="805132"/>
          </a:xfrm>
          <a:prstGeom prst="ellipse">
            <a:avLst/>
          </a:prstGeom>
          <a:solidFill>
            <a:srgbClr val="EC465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60" name="Google Shape;36;p6">
            <a:extLst>
              <a:ext uri="{FF2B5EF4-FFF2-40B4-BE49-F238E27FC236}">
                <a16:creationId xmlns="" xmlns:a16="http://schemas.microsoft.com/office/drawing/2014/main" id="{7EF9903C-F7FD-4291-B8A8-A4FC4219E6A0}"/>
              </a:ext>
            </a:extLst>
          </p:cNvPr>
          <p:cNvSpPr/>
          <p:nvPr/>
        </p:nvSpPr>
        <p:spPr>
          <a:xfrm>
            <a:off x="11197219" y="5171840"/>
            <a:ext cx="805132" cy="805132"/>
          </a:xfrm>
          <a:prstGeom prst="ellipse">
            <a:avLst/>
          </a:prstGeom>
          <a:solidFill>
            <a:srgbClr val="F4B55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sp>
        <p:nvSpPr>
          <p:cNvPr id="61" name="Google Shape;44;p3">
            <a:extLst>
              <a:ext uri="{FF2B5EF4-FFF2-40B4-BE49-F238E27FC236}">
                <a16:creationId xmlns="" xmlns:a16="http://schemas.microsoft.com/office/drawing/2014/main" id="{0139C6A2-8C1D-4D8C-B9F9-0C3499AD252D}"/>
              </a:ext>
            </a:extLst>
          </p:cNvPr>
          <p:cNvSpPr/>
          <p:nvPr/>
        </p:nvSpPr>
        <p:spPr>
          <a:xfrm>
            <a:off x="3340660" y="1893786"/>
            <a:ext cx="639205" cy="948089"/>
          </a:xfrm>
          <a:custGeom>
            <a:avLst/>
            <a:gdLst/>
            <a:ahLst/>
            <a:cxnLst/>
            <a:rect l="l" t="t" r="r" b="b"/>
            <a:pathLst>
              <a:path w="21483" h="21600" extrusionOk="0">
                <a:moveTo>
                  <a:pt x="10250" y="0"/>
                </a:moveTo>
                <a:cubicBezTo>
                  <a:pt x="9814" y="0"/>
                  <a:pt x="9433" y="155"/>
                  <a:pt x="9220" y="385"/>
                </a:cubicBezTo>
                <a:cubicBezTo>
                  <a:pt x="9223" y="388"/>
                  <a:pt x="9226" y="391"/>
                  <a:pt x="9230" y="394"/>
                </a:cubicBezTo>
                <a:cubicBezTo>
                  <a:pt x="9058" y="411"/>
                  <a:pt x="8887" y="431"/>
                  <a:pt x="8717" y="453"/>
                </a:cubicBezTo>
                <a:cubicBezTo>
                  <a:pt x="8396" y="278"/>
                  <a:pt x="7949" y="215"/>
                  <a:pt x="7531" y="316"/>
                </a:cubicBezTo>
                <a:lnTo>
                  <a:pt x="6587" y="545"/>
                </a:lnTo>
                <a:cubicBezTo>
                  <a:pt x="6177" y="644"/>
                  <a:pt x="5899" y="876"/>
                  <a:pt x="5817" y="1141"/>
                </a:cubicBezTo>
                <a:cubicBezTo>
                  <a:pt x="5823" y="1143"/>
                  <a:pt x="5828" y="1147"/>
                  <a:pt x="5835" y="1149"/>
                </a:cubicBezTo>
                <a:cubicBezTo>
                  <a:pt x="5683" y="1204"/>
                  <a:pt x="5533" y="1261"/>
                  <a:pt x="5386" y="1321"/>
                </a:cubicBezTo>
                <a:cubicBezTo>
                  <a:pt x="4992" y="1227"/>
                  <a:pt x="4537" y="1270"/>
                  <a:pt x="4194" y="1462"/>
                </a:cubicBezTo>
                <a:lnTo>
                  <a:pt x="3426" y="1891"/>
                </a:lnTo>
                <a:cubicBezTo>
                  <a:pt x="3092" y="2078"/>
                  <a:pt x="2949" y="2358"/>
                  <a:pt x="3008" y="2627"/>
                </a:cubicBezTo>
                <a:cubicBezTo>
                  <a:pt x="3018" y="2628"/>
                  <a:pt x="3026" y="2630"/>
                  <a:pt x="3036" y="2632"/>
                </a:cubicBezTo>
                <a:cubicBezTo>
                  <a:pt x="2922" y="2717"/>
                  <a:pt x="2810" y="2805"/>
                  <a:pt x="2702" y="2895"/>
                </a:cubicBezTo>
                <a:cubicBezTo>
                  <a:pt x="2281" y="2894"/>
                  <a:pt x="1873" y="3038"/>
                  <a:pt x="1648" y="3297"/>
                </a:cubicBezTo>
                <a:lnTo>
                  <a:pt x="1146" y="3876"/>
                </a:lnTo>
                <a:cubicBezTo>
                  <a:pt x="928" y="4128"/>
                  <a:pt x="937" y="4424"/>
                  <a:pt x="1130" y="4662"/>
                </a:cubicBezTo>
                <a:cubicBezTo>
                  <a:pt x="1140" y="4661"/>
                  <a:pt x="1149" y="4662"/>
                  <a:pt x="1159" y="4661"/>
                </a:cubicBezTo>
                <a:cubicBezTo>
                  <a:pt x="1095" y="4767"/>
                  <a:pt x="1035" y="4874"/>
                  <a:pt x="980" y="4983"/>
                </a:cubicBezTo>
                <a:cubicBezTo>
                  <a:pt x="585" y="5078"/>
                  <a:pt x="275" y="5307"/>
                  <a:pt x="197" y="5601"/>
                </a:cubicBezTo>
                <a:lnTo>
                  <a:pt x="23" y="6260"/>
                </a:lnTo>
                <a:cubicBezTo>
                  <a:pt x="-52" y="6546"/>
                  <a:pt x="109" y="6822"/>
                  <a:pt x="414" y="7002"/>
                </a:cubicBezTo>
                <a:cubicBezTo>
                  <a:pt x="423" y="6998"/>
                  <a:pt x="432" y="6997"/>
                  <a:pt x="442" y="6993"/>
                </a:cubicBezTo>
                <a:cubicBezTo>
                  <a:pt x="439" y="7058"/>
                  <a:pt x="437" y="7123"/>
                  <a:pt x="437" y="7189"/>
                </a:cubicBezTo>
                <a:cubicBezTo>
                  <a:pt x="437" y="7238"/>
                  <a:pt x="440" y="7287"/>
                  <a:pt x="442" y="7336"/>
                </a:cubicBezTo>
                <a:cubicBezTo>
                  <a:pt x="118" y="7516"/>
                  <a:pt x="-60" y="7802"/>
                  <a:pt x="18" y="8097"/>
                </a:cubicBezTo>
                <a:lnTo>
                  <a:pt x="194" y="8756"/>
                </a:lnTo>
                <a:cubicBezTo>
                  <a:pt x="270" y="9042"/>
                  <a:pt x="563" y="9265"/>
                  <a:pt x="942" y="9365"/>
                </a:cubicBezTo>
                <a:cubicBezTo>
                  <a:pt x="947" y="9361"/>
                  <a:pt x="954" y="9356"/>
                  <a:pt x="960" y="9352"/>
                </a:cubicBezTo>
                <a:cubicBezTo>
                  <a:pt x="1014" y="9461"/>
                  <a:pt x="1073" y="9569"/>
                  <a:pt x="1136" y="9676"/>
                </a:cubicBezTo>
                <a:cubicBezTo>
                  <a:pt x="927" y="9918"/>
                  <a:pt x="912" y="10224"/>
                  <a:pt x="1136" y="10483"/>
                </a:cubicBezTo>
                <a:lnTo>
                  <a:pt x="1636" y="11061"/>
                </a:lnTo>
                <a:cubicBezTo>
                  <a:pt x="1854" y="11313"/>
                  <a:pt x="2246" y="11456"/>
                  <a:pt x="2653" y="11464"/>
                </a:cubicBezTo>
                <a:cubicBezTo>
                  <a:pt x="2656" y="11459"/>
                  <a:pt x="2661" y="11454"/>
                  <a:pt x="2664" y="11449"/>
                </a:cubicBezTo>
                <a:cubicBezTo>
                  <a:pt x="2771" y="11539"/>
                  <a:pt x="2881" y="11629"/>
                  <a:pt x="2995" y="11715"/>
                </a:cubicBezTo>
                <a:cubicBezTo>
                  <a:pt x="2924" y="11989"/>
                  <a:pt x="3066" y="12279"/>
                  <a:pt x="3409" y="12471"/>
                </a:cubicBezTo>
                <a:lnTo>
                  <a:pt x="4176" y="12900"/>
                </a:lnTo>
                <a:cubicBezTo>
                  <a:pt x="4511" y="13087"/>
                  <a:pt x="4953" y="13131"/>
                  <a:pt x="5340" y="13046"/>
                </a:cubicBezTo>
                <a:cubicBezTo>
                  <a:pt x="5340" y="13043"/>
                  <a:pt x="5340" y="13040"/>
                  <a:pt x="5340" y="13036"/>
                </a:cubicBezTo>
                <a:cubicBezTo>
                  <a:pt x="5487" y="13097"/>
                  <a:pt x="5639" y="13155"/>
                  <a:pt x="5791" y="13211"/>
                </a:cubicBezTo>
                <a:cubicBezTo>
                  <a:pt x="5868" y="13482"/>
                  <a:pt x="6150" y="13721"/>
                  <a:pt x="6567" y="13822"/>
                </a:cubicBezTo>
                <a:lnTo>
                  <a:pt x="7511" y="14050"/>
                </a:lnTo>
                <a:cubicBezTo>
                  <a:pt x="7920" y="14149"/>
                  <a:pt x="8357" y="14090"/>
                  <a:pt x="8676" y="13922"/>
                </a:cubicBezTo>
                <a:cubicBezTo>
                  <a:pt x="8676" y="13921"/>
                  <a:pt x="8675" y="13921"/>
                  <a:pt x="8674" y="13919"/>
                </a:cubicBezTo>
                <a:cubicBezTo>
                  <a:pt x="8844" y="13942"/>
                  <a:pt x="9016" y="13962"/>
                  <a:pt x="9189" y="13980"/>
                </a:cubicBezTo>
                <a:cubicBezTo>
                  <a:pt x="9402" y="14215"/>
                  <a:pt x="9789" y="14372"/>
                  <a:pt x="10230" y="14372"/>
                </a:cubicBezTo>
                <a:lnTo>
                  <a:pt x="11233" y="14372"/>
                </a:lnTo>
                <a:cubicBezTo>
                  <a:pt x="11669" y="14372"/>
                  <a:pt x="12049" y="14217"/>
                  <a:pt x="12263" y="13987"/>
                </a:cubicBezTo>
                <a:cubicBezTo>
                  <a:pt x="12263" y="13987"/>
                  <a:pt x="12263" y="13985"/>
                  <a:pt x="12263" y="13985"/>
                </a:cubicBezTo>
                <a:cubicBezTo>
                  <a:pt x="12437" y="13968"/>
                  <a:pt x="12610" y="13948"/>
                  <a:pt x="12781" y="13926"/>
                </a:cubicBezTo>
                <a:cubicBezTo>
                  <a:pt x="13101" y="14095"/>
                  <a:pt x="13541" y="14154"/>
                  <a:pt x="13952" y="14055"/>
                </a:cubicBezTo>
                <a:lnTo>
                  <a:pt x="14896" y="13827"/>
                </a:lnTo>
                <a:cubicBezTo>
                  <a:pt x="15303" y="13729"/>
                  <a:pt x="15582" y="13498"/>
                  <a:pt x="15666" y="13235"/>
                </a:cubicBezTo>
                <a:cubicBezTo>
                  <a:pt x="15823" y="13178"/>
                  <a:pt x="15979" y="13118"/>
                  <a:pt x="16131" y="13056"/>
                </a:cubicBezTo>
                <a:cubicBezTo>
                  <a:pt x="16516" y="13141"/>
                  <a:pt x="16955" y="13097"/>
                  <a:pt x="17289" y="12910"/>
                </a:cubicBezTo>
                <a:lnTo>
                  <a:pt x="18059" y="12481"/>
                </a:lnTo>
                <a:cubicBezTo>
                  <a:pt x="18391" y="12296"/>
                  <a:pt x="18533" y="12017"/>
                  <a:pt x="18477" y="11751"/>
                </a:cubicBezTo>
                <a:cubicBezTo>
                  <a:pt x="18597" y="11662"/>
                  <a:pt x="18712" y="11569"/>
                  <a:pt x="18824" y="11476"/>
                </a:cubicBezTo>
                <a:cubicBezTo>
                  <a:pt x="19229" y="11467"/>
                  <a:pt x="19620" y="11325"/>
                  <a:pt x="19837" y="11075"/>
                </a:cubicBezTo>
                <a:lnTo>
                  <a:pt x="20337" y="10496"/>
                </a:lnTo>
                <a:cubicBezTo>
                  <a:pt x="20552" y="10248"/>
                  <a:pt x="20546" y="9955"/>
                  <a:pt x="20360" y="9718"/>
                </a:cubicBezTo>
                <a:cubicBezTo>
                  <a:pt x="20427" y="9606"/>
                  <a:pt x="20491" y="9493"/>
                  <a:pt x="20549" y="9377"/>
                </a:cubicBezTo>
                <a:cubicBezTo>
                  <a:pt x="20922" y="9276"/>
                  <a:pt x="21211" y="9052"/>
                  <a:pt x="21286" y="8769"/>
                </a:cubicBezTo>
                <a:lnTo>
                  <a:pt x="21460" y="8112"/>
                </a:lnTo>
                <a:cubicBezTo>
                  <a:pt x="21534" y="7829"/>
                  <a:pt x="21377" y="7554"/>
                  <a:pt x="21080" y="7374"/>
                </a:cubicBezTo>
                <a:cubicBezTo>
                  <a:pt x="21082" y="7312"/>
                  <a:pt x="21082" y="7251"/>
                  <a:pt x="21082" y="7189"/>
                </a:cubicBezTo>
                <a:cubicBezTo>
                  <a:pt x="21082" y="7130"/>
                  <a:pt x="21082" y="7072"/>
                  <a:pt x="21080" y="7014"/>
                </a:cubicBezTo>
                <a:cubicBezTo>
                  <a:pt x="21380" y="6834"/>
                  <a:pt x="21540" y="6557"/>
                  <a:pt x="21465" y="6274"/>
                </a:cubicBezTo>
                <a:lnTo>
                  <a:pt x="21289" y="5616"/>
                </a:lnTo>
                <a:cubicBezTo>
                  <a:pt x="21214" y="5334"/>
                  <a:pt x="20924" y="5112"/>
                  <a:pt x="20551" y="5010"/>
                </a:cubicBezTo>
                <a:cubicBezTo>
                  <a:pt x="20494" y="4896"/>
                  <a:pt x="20434" y="4783"/>
                  <a:pt x="20368" y="4671"/>
                </a:cubicBezTo>
                <a:cubicBezTo>
                  <a:pt x="20557" y="4433"/>
                  <a:pt x="20567" y="4138"/>
                  <a:pt x="20350" y="3888"/>
                </a:cubicBezTo>
                <a:lnTo>
                  <a:pt x="19847" y="3309"/>
                </a:lnTo>
                <a:cubicBezTo>
                  <a:pt x="19630" y="3059"/>
                  <a:pt x="19240" y="2917"/>
                  <a:pt x="18835" y="2908"/>
                </a:cubicBezTo>
                <a:cubicBezTo>
                  <a:pt x="18725" y="2816"/>
                  <a:pt x="18610" y="2726"/>
                  <a:pt x="18493" y="2638"/>
                </a:cubicBezTo>
                <a:cubicBezTo>
                  <a:pt x="18553" y="2370"/>
                  <a:pt x="18409" y="2087"/>
                  <a:pt x="18074" y="1900"/>
                </a:cubicBezTo>
                <a:lnTo>
                  <a:pt x="17307" y="1470"/>
                </a:lnTo>
                <a:cubicBezTo>
                  <a:pt x="16972" y="1284"/>
                  <a:pt x="16530" y="1239"/>
                  <a:pt x="16143" y="1324"/>
                </a:cubicBezTo>
                <a:cubicBezTo>
                  <a:pt x="16143" y="1325"/>
                  <a:pt x="16143" y="1326"/>
                  <a:pt x="16143" y="1326"/>
                </a:cubicBezTo>
                <a:cubicBezTo>
                  <a:pt x="15994" y="1265"/>
                  <a:pt x="15843" y="1207"/>
                  <a:pt x="15689" y="1151"/>
                </a:cubicBezTo>
                <a:cubicBezTo>
                  <a:pt x="15609" y="884"/>
                  <a:pt x="15328" y="650"/>
                  <a:pt x="14916" y="550"/>
                </a:cubicBezTo>
                <a:lnTo>
                  <a:pt x="13972" y="321"/>
                </a:lnTo>
                <a:cubicBezTo>
                  <a:pt x="13562" y="222"/>
                  <a:pt x="13126" y="280"/>
                  <a:pt x="12807" y="448"/>
                </a:cubicBezTo>
                <a:cubicBezTo>
                  <a:pt x="12808" y="450"/>
                  <a:pt x="12808" y="452"/>
                  <a:pt x="12809" y="453"/>
                </a:cubicBezTo>
                <a:cubicBezTo>
                  <a:pt x="12639" y="431"/>
                  <a:pt x="12466" y="411"/>
                  <a:pt x="12294" y="394"/>
                </a:cubicBezTo>
                <a:cubicBezTo>
                  <a:pt x="12082" y="158"/>
                  <a:pt x="11697" y="0"/>
                  <a:pt x="11256" y="0"/>
                </a:cubicBezTo>
                <a:lnTo>
                  <a:pt x="10250" y="0"/>
                </a:lnTo>
                <a:close/>
                <a:moveTo>
                  <a:pt x="10761" y="2494"/>
                </a:moveTo>
                <a:cubicBezTo>
                  <a:pt x="14153" y="2494"/>
                  <a:pt x="16984" y="4085"/>
                  <a:pt x="17666" y="6207"/>
                </a:cubicBezTo>
                <a:cubicBezTo>
                  <a:pt x="17678" y="6243"/>
                  <a:pt x="17689" y="6280"/>
                  <a:pt x="17699" y="6316"/>
                </a:cubicBezTo>
                <a:cubicBezTo>
                  <a:pt x="17710" y="6352"/>
                  <a:pt x="17718" y="6388"/>
                  <a:pt x="17727" y="6425"/>
                </a:cubicBezTo>
                <a:cubicBezTo>
                  <a:pt x="17735" y="6454"/>
                  <a:pt x="17744" y="6482"/>
                  <a:pt x="17750" y="6511"/>
                </a:cubicBezTo>
                <a:cubicBezTo>
                  <a:pt x="17762" y="6564"/>
                  <a:pt x="17770" y="6616"/>
                  <a:pt x="17778" y="6669"/>
                </a:cubicBezTo>
                <a:cubicBezTo>
                  <a:pt x="17785" y="6707"/>
                  <a:pt x="17791" y="6744"/>
                  <a:pt x="17796" y="6781"/>
                </a:cubicBezTo>
                <a:cubicBezTo>
                  <a:pt x="17800" y="6805"/>
                  <a:pt x="17801" y="6830"/>
                  <a:pt x="17804" y="6854"/>
                </a:cubicBezTo>
                <a:cubicBezTo>
                  <a:pt x="17812" y="6927"/>
                  <a:pt x="17817" y="6999"/>
                  <a:pt x="17819" y="7072"/>
                </a:cubicBezTo>
                <a:cubicBezTo>
                  <a:pt x="17820" y="7082"/>
                  <a:pt x="17822" y="7093"/>
                  <a:pt x="17822" y="7104"/>
                </a:cubicBezTo>
                <a:cubicBezTo>
                  <a:pt x="17826" y="7244"/>
                  <a:pt x="17819" y="7385"/>
                  <a:pt x="17804" y="7523"/>
                </a:cubicBezTo>
                <a:lnTo>
                  <a:pt x="17807" y="7523"/>
                </a:lnTo>
                <a:cubicBezTo>
                  <a:pt x="17796" y="7624"/>
                  <a:pt x="17780" y="7723"/>
                  <a:pt x="17761" y="7822"/>
                </a:cubicBezTo>
                <a:lnTo>
                  <a:pt x="17756" y="7822"/>
                </a:lnTo>
                <a:cubicBezTo>
                  <a:pt x="17743" y="7882"/>
                  <a:pt x="17731" y="7943"/>
                  <a:pt x="17715" y="8004"/>
                </a:cubicBezTo>
                <a:cubicBezTo>
                  <a:pt x="17611" y="8394"/>
                  <a:pt x="17437" y="8765"/>
                  <a:pt x="17205" y="9111"/>
                </a:cubicBezTo>
                <a:lnTo>
                  <a:pt x="17212" y="9111"/>
                </a:lnTo>
                <a:cubicBezTo>
                  <a:pt x="17151" y="9202"/>
                  <a:pt x="17086" y="9294"/>
                  <a:pt x="17016" y="9382"/>
                </a:cubicBezTo>
                <a:lnTo>
                  <a:pt x="17006" y="9381"/>
                </a:lnTo>
                <a:cubicBezTo>
                  <a:pt x="16963" y="9435"/>
                  <a:pt x="16919" y="9489"/>
                  <a:pt x="16873" y="9542"/>
                </a:cubicBezTo>
                <a:cubicBezTo>
                  <a:pt x="16575" y="9885"/>
                  <a:pt x="16224" y="10193"/>
                  <a:pt x="15827" y="10466"/>
                </a:cubicBezTo>
                <a:lnTo>
                  <a:pt x="15832" y="10467"/>
                </a:lnTo>
                <a:cubicBezTo>
                  <a:pt x="15727" y="10539"/>
                  <a:pt x="15620" y="10610"/>
                  <a:pt x="15508" y="10678"/>
                </a:cubicBezTo>
                <a:lnTo>
                  <a:pt x="15500" y="10674"/>
                </a:lnTo>
                <a:cubicBezTo>
                  <a:pt x="15433" y="10715"/>
                  <a:pt x="15365" y="10755"/>
                  <a:pt x="15294" y="10795"/>
                </a:cubicBezTo>
                <a:cubicBezTo>
                  <a:pt x="14838" y="11049"/>
                  <a:pt x="14347" y="11259"/>
                  <a:pt x="13835" y="11425"/>
                </a:cubicBezTo>
                <a:lnTo>
                  <a:pt x="13840" y="11430"/>
                </a:lnTo>
                <a:cubicBezTo>
                  <a:pt x="13704" y="11474"/>
                  <a:pt x="13564" y="11512"/>
                  <a:pt x="13424" y="11550"/>
                </a:cubicBezTo>
                <a:lnTo>
                  <a:pt x="13421" y="11547"/>
                </a:lnTo>
                <a:cubicBezTo>
                  <a:pt x="13337" y="11570"/>
                  <a:pt x="13251" y="11592"/>
                  <a:pt x="13164" y="11613"/>
                </a:cubicBezTo>
                <a:cubicBezTo>
                  <a:pt x="12604" y="11749"/>
                  <a:pt x="12037" y="11834"/>
                  <a:pt x="11470" y="11873"/>
                </a:cubicBezTo>
                <a:lnTo>
                  <a:pt x="11470" y="11875"/>
                </a:lnTo>
                <a:cubicBezTo>
                  <a:pt x="11269" y="11888"/>
                  <a:pt x="11066" y="11895"/>
                  <a:pt x="10860" y="11897"/>
                </a:cubicBezTo>
                <a:cubicBezTo>
                  <a:pt x="10824" y="11897"/>
                  <a:pt x="10786" y="11898"/>
                  <a:pt x="10750" y="11899"/>
                </a:cubicBezTo>
                <a:cubicBezTo>
                  <a:pt x="6853" y="11895"/>
                  <a:pt x="3697" y="9792"/>
                  <a:pt x="3697" y="7197"/>
                </a:cubicBezTo>
                <a:cubicBezTo>
                  <a:pt x="3697" y="4600"/>
                  <a:pt x="6859" y="2494"/>
                  <a:pt x="10761" y="2494"/>
                </a:cubicBezTo>
                <a:close/>
                <a:moveTo>
                  <a:pt x="10740" y="2745"/>
                </a:moveTo>
                <a:cubicBezTo>
                  <a:pt x="7061" y="2745"/>
                  <a:pt x="4069" y="4737"/>
                  <a:pt x="4069" y="7185"/>
                </a:cubicBezTo>
                <a:cubicBezTo>
                  <a:pt x="4069" y="9634"/>
                  <a:pt x="7061" y="11625"/>
                  <a:pt x="10740" y="11625"/>
                </a:cubicBezTo>
                <a:cubicBezTo>
                  <a:pt x="14419" y="11625"/>
                  <a:pt x="17414" y="9634"/>
                  <a:pt x="17414" y="7185"/>
                </a:cubicBezTo>
                <a:cubicBezTo>
                  <a:pt x="17414" y="4737"/>
                  <a:pt x="14419" y="2745"/>
                  <a:pt x="10740" y="2745"/>
                </a:cubicBezTo>
                <a:close/>
                <a:moveTo>
                  <a:pt x="16115" y="13233"/>
                </a:moveTo>
                <a:lnTo>
                  <a:pt x="16100" y="13289"/>
                </a:lnTo>
                <a:cubicBezTo>
                  <a:pt x="15983" y="13667"/>
                  <a:pt x="15588" y="13971"/>
                  <a:pt x="15046" y="14102"/>
                </a:cubicBezTo>
                <a:lnTo>
                  <a:pt x="14102" y="14332"/>
                </a:lnTo>
                <a:cubicBezTo>
                  <a:pt x="13920" y="14376"/>
                  <a:pt x="13731" y="14398"/>
                  <a:pt x="13539" y="14398"/>
                </a:cubicBezTo>
                <a:cubicBezTo>
                  <a:pt x="13190" y="14398"/>
                  <a:pt x="12858" y="14324"/>
                  <a:pt x="12585" y="14196"/>
                </a:cubicBezTo>
                <a:cubicBezTo>
                  <a:pt x="12381" y="14389"/>
                  <a:pt x="12098" y="14530"/>
                  <a:pt x="11773" y="14605"/>
                </a:cubicBezTo>
                <a:lnTo>
                  <a:pt x="10965" y="16610"/>
                </a:lnTo>
                <a:lnTo>
                  <a:pt x="12975" y="21600"/>
                </a:lnTo>
                <a:lnTo>
                  <a:pt x="15587" y="20004"/>
                </a:lnTo>
                <a:lnTo>
                  <a:pt x="19049" y="20517"/>
                </a:lnTo>
                <a:lnTo>
                  <a:pt x="16115" y="13233"/>
                </a:lnTo>
                <a:close/>
                <a:moveTo>
                  <a:pt x="5365" y="13294"/>
                </a:moveTo>
                <a:lnTo>
                  <a:pt x="2457" y="20517"/>
                </a:lnTo>
                <a:lnTo>
                  <a:pt x="5921" y="20004"/>
                </a:lnTo>
                <a:lnTo>
                  <a:pt x="8534" y="21600"/>
                </a:lnTo>
                <a:lnTo>
                  <a:pt x="11327" y="14663"/>
                </a:lnTo>
                <a:cubicBezTo>
                  <a:pt x="11296" y="14664"/>
                  <a:pt x="11264" y="14664"/>
                  <a:pt x="11233" y="14664"/>
                </a:cubicBezTo>
                <a:lnTo>
                  <a:pt x="10227" y="14664"/>
                </a:lnTo>
                <a:cubicBezTo>
                  <a:pt x="9666" y="14664"/>
                  <a:pt x="9169" y="14476"/>
                  <a:pt x="8870" y="14191"/>
                </a:cubicBezTo>
                <a:cubicBezTo>
                  <a:pt x="8592" y="14320"/>
                  <a:pt x="8260" y="14393"/>
                  <a:pt x="7921" y="14393"/>
                </a:cubicBezTo>
                <a:cubicBezTo>
                  <a:pt x="7729" y="14393"/>
                  <a:pt x="7541" y="14370"/>
                  <a:pt x="7360" y="14326"/>
                </a:cubicBezTo>
                <a:lnTo>
                  <a:pt x="6416" y="14097"/>
                </a:lnTo>
                <a:cubicBezTo>
                  <a:pt x="6002" y="13997"/>
                  <a:pt x="5669" y="13795"/>
                  <a:pt x="5483" y="13528"/>
                </a:cubicBezTo>
                <a:cubicBezTo>
                  <a:pt x="5429" y="13452"/>
                  <a:pt x="5391" y="13374"/>
                  <a:pt x="5365" y="13294"/>
                </a:cubicBezTo>
                <a:close/>
              </a:path>
            </a:pathLst>
          </a:custGeom>
          <a:solidFill>
            <a:srgbClr val="EB4D3F"/>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105365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fade">
                                      <p:cBhvr>
                                        <p:cTn id="7" dur="500"/>
                                        <p:tgtEl>
                                          <p:spTgt spid="51"/>
                                        </p:tgtEl>
                                      </p:cBhvr>
                                    </p:animEffect>
                                  </p:childTnLst>
                                </p:cTn>
                              </p:par>
                              <p:par>
                                <p:cTn id="8" presetID="10" presetClass="entr" presetSubtype="0" fill="hold" nodeType="withEffect">
                                  <p:stCondLst>
                                    <p:cond delay="0"/>
                                  </p:stCondLst>
                                  <p:childTnLst>
                                    <p:set>
                                      <p:cBhvr>
                                        <p:cTn id="9" dur="1" fill="hold">
                                          <p:stCondLst>
                                            <p:cond delay="0"/>
                                          </p:stCondLst>
                                        </p:cTn>
                                        <p:tgtEl>
                                          <p:spTgt spid="52"/>
                                        </p:tgtEl>
                                        <p:attrNameLst>
                                          <p:attrName>style.visibility</p:attrName>
                                        </p:attrNameLst>
                                      </p:cBhvr>
                                      <p:to>
                                        <p:strVal val="visible"/>
                                      </p:to>
                                    </p:set>
                                    <p:animEffect transition="in" filter="fade">
                                      <p:cBhvr>
                                        <p:cTn id="10" dur="500"/>
                                        <p:tgtEl>
                                          <p:spTgt spid="5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4"/>
                                        </p:tgtEl>
                                        <p:attrNameLst>
                                          <p:attrName>style.visibility</p:attrName>
                                        </p:attrNameLst>
                                      </p:cBhvr>
                                      <p:to>
                                        <p:strVal val="visible"/>
                                      </p:to>
                                    </p:set>
                                    <p:animEffect transition="in" filter="fade">
                                      <p:cBhvr>
                                        <p:cTn id="15" dur="500"/>
                                        <p:tgtEl>
                                          <p:spTgt spid="34"/>
                                        </p:tgtEl>
                                      </p:cBhvr>
                                    </p:animEffect>
                                  </p:childTnLst>
                                </p:cTn>
                              </p:par>
                            </p:childTnLst>
                          </p:cTn>
                        </p:par>
                        <p:par>
                          <p:cTn id="16" fill="hold">
                            <p:stCondLst>
                              <p:cond delay="500"/>
                            </p:stCondLst>
                            <p:childTnLst>
                              <p:par>
                                <p:cTn id="17" presetID="10" presetClass="entr" presetSubtype="0" fill="hold" nodeType="afterEffect">
                                  <p:stCondLst>
                                    <p:cond delay="0"/>
                                  </p:stCondLst>
                                  <p:childTnLst>
                                    <p:set>
                                      <p:cBhvr>
                                        <p:cTn id="18" dur="1" fill="hold">
                                          <p:stCondLst>
                                            <p:cond delay="0"/>
                                          </p:stCondLst>
                                        </p:cTn>
                                        <p:tgtEl>
                                          <p:spTgt spid="46"/>
                                        </p:tgtEl>
                                        <p:attrNameLst>
                                          <p:attrName>style.visibility</p:attrName>
                                        </p:attrNameLst>
                                      </p:cBhvr>
                                      <p:to>
                                        <p:strVal val="visible"/>
                                      </p:to>
                                    </p:set>
                                    <p:animEffect transition="in" filter="fade">
                                      <p:cBhvr>
                                        <p:cTn id="19" dur="500"/>
                                        <p:tgtEl>
                                          <p:spTgt spid="46"/>
                                        </p:tgtEl>
                                      </p:cBhvr>
                                    </p:animEffect>
                                  </p:childTnLst>
                                </p:cTn>
                              </p:par>
                            </p:childTnLst>
                          </p:cTn>
                        </p:par>
                        <p:par>
                          <p:cTn id="20" fill="hold">
                            <p:stCondLst>
                              <p:cond delay="1000"/>
                            </p:stCondLst>
                            <p:childTnLst>
                              <p:par>
                                <p:cTn id="21" presetID="10" presetClass="entr" presetSubtype="0" fill="hold" nodeType="afterEffect">
                                  <p:stCondLst>
                                    <p:cond delay="0"/>
                                  </p:stCondLst>
                                  <p:childTnLst>
                                    <p:set>
                                      <p:cBhvr>
                                        <p:cTn id="22" dur="1" fill="hold">
                                          <p:stCondLst>
                                            <p:cond delay="0"/>
                                          </p:stCondLst>
                                        </p:cTn>
                                        <p:tgtEl>
                                          <p:spTgt spid="36"/>
                                        </p:tgtEl>
                                        <p:attrNameLst>
                                          <p:attrName>style.visibility</p:attrName>
                                        </p:attrNameLst>
                                      </p:cBhvr>
                                      <p:to>
                                        <p:strVal val="visible"/>
                                      </p:to>
                                    </p:set>
                                    <p:animEffect transition="in" filter="fade">
                                      <p:cBhvr>
                                        <p:cTn id="23" dur="300"/>
                                        <p:tgtEl>
                                          <p:spTgt spid="36"/>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0"/>
                                        </p:tgtEl>
                                        <p:attrNameLst>
                                          <p:attrName>style.visibility</p:attrName>
                                        </p:attrNameLst>
                                      </p:cBhvr>
                                      <p:to>
                                        <p:strVal val="visible"/>
                                      </p:to>
                                    </p:set>
                                    <p:animEffect transition="in" filter="fade">
                                      <p:cBhvr>
                                        <p:cTn id="28" dur="500"/>
                                        <p:tgtEl>
                                          <p:spTgt spid="30"/>
                                        </p:tgtEl>
                                      </p:cBhvr>
                                    </p:animEffect>
                                  </p:childTnLst>
                                </p:cTn>
                              </p:par>
                            </p:childTnLst>
                          </p:cTn>
                        </p:par>
                        <p:par>
                          <p:cTn id="29" fill="hold">
                            <p:stCondLst>
                              <p:cond delay="500"/>
                            </p:stCondLst>
                            <p:childTnLst>
                              <p:par>
                                <p:cTn id="30" presetID="10" presetClass="entr" presetSubtype="0" fill="hold" nodeType="afterEffect">
                                  <p:stCondLst>
                                    <p:cond delay="0"/>
                                  </p:stCondLst>
                                  <p:childTnLst>
                                    <p:set>
                                      <p:cBhvr>
                                        <p:cTn id="31" dur="1" fill="hold">
                                          <p:stCondLst>
                                            <p:cond delay="0"/>
                                          </p:stCondLst>
                                        </p:cTn>
                                        <p:tgtEl>
                                          <p:spTgt spid="44"/>
                                        </p:tgtEl>
                                        <p:attrNameLst>
                                          <p:attrName>style.visibility</p:attrName>
                                        </p:attrNameLst>
                                      </p:cBhvr>
                                      <p:to>
                                        <p:strVal val="visible"/>
                                      </p:to>
                                    </p:set>
                                    <p:animEffect transition="in" filter="fade">
                                      <p:cBhvr>
                                        <p:cTn id="32" dur="500"/>
                                        <p:tgtEl>
                                          <p:spTgt spid="44"/>
                                        </p:tgtEl>
                                      </p:cBhvr>
                                    </p:animEffect>
                                  </p:childTnLst>
                                </p:cTn>
                              </p:par>
                            </p:childTnLst>
                          </p:cTn>
                        </p:par>
                        <p:par>
                          <p:cTn id="33" fill="hold">
                            <p:stCondLst>
                              <p:cond delay="1000"/>
                            </p:stCondLst>
                            <p:childTnLst>
                              <p:par>
                                <p:cTn id="34" presetID="10" presetClass="entr" presetSubtype="0" fill="hold" nodeType="afterEffect">
                                  <p:stCondLst>
                                    <p:cond delay="0"/>
                                  </p:stCondLst>
                                  <p:childTnLst>
                                    <p:set>
                                      <p:cBhvr>
                                        <p:cTn id="35" dur="1" fill="hold">
                                          <p:stCondLst>
                                            <p:cond delay="0"/>
                                          </p:stCondLst>
                                        </p:cTn>
                                        <p:tgtEl>
                                          <p:spTgt spid="45"/>
                                        </p:tgtEl>
                                        <p:attrNameLst>
                                          <p:attrName>style.visibility</p:attrName>
                                        </p:attrNameLst>
                                      </p:cBhvr>
                                      <p:to>
                                        <p:strVal val="visible"/>
                                      </p:to>
                                    </p:set>
                                    <p:animEffect transition="in" filter="fade">
                                      <p:cBhvr>
                                        <p:cTn id="36" dur="300"/>
                                        <p:tgtEl>
                                          <p:spTgt spid="45"/>
                                        </p:tgtEl>
                                      </p:cBhvr>
                                    </p:animEffect>
                                  </p:childTnLst>
                                </p:cTn>
                              </p:par>
                            </p:childTnLst>
                          </p:cTn>
                        </p:par>
                        <p:par>
                          <p:cTn id="37" fill="hold">
                            <p:stCondLst>
                              <p:cond delay="1300"/>
                            </p:stCondLst>
                            <p:childTnLst>
                              <p:par>
                                <p:cTn id="38" presetID="10" presetClass="entr" presetSubtype="0" fill="hold" nodeType="afterEffect">
                                  <p:stCondLst>
                                    <p:cond delay="0"/>
                                  </p:stCondLst>
                                  <p:childTnLst>
                                    <p:set>
                                      <p:cBhvr>
                                        <p:cTn id="39" dur="1" fill="hold">
                                          <p:stCondLst>
                                            <p:cond delay="0"/>
                                          </p:stCondLst>
                                        </p:cTn>
                                        <p:tgtEl>
                                          <p:spTgt spid="42"/>
                                        </p:tgtEl>
                                        <p:attrNameLst>
                                          <p:attrName>style.visibility</p:attrName>
                                        </p:attrNameLst>
                                      </p:cBhvr>
                                      <p:to>
                                        <p:strVal val="visible"/>
                                      </p:to>
                                    </p:set>
                                    <p:animEffect transition="in" filter="fade">
                                      <p:cBhvr>
                                        <p:cTn id="40" dur="300"/>
                                        <p:tgtEl>
                                          <p:spTgt spid="42"/>
                                        </p:tgtEl>
                                      </p:cBhvr>
                                    </p:animEffect>
                                  </p:childTnLst>
                                </p:cTn>
                              </p:par>
                            </p:childTnLst>
                          </p:cTn>
                        </p:par>
                        <p:par>
                          <p:cTn id="41" fill="hold">
                            <p:stCondLst>
                              <p:cond delay="1600"/>
                            </p:stCondLst>
                            <p:childTnLst>
                              <p:par>
                                <p:cTn id="42" presetID="10" presetClass="entr" presetSubtype="0" fill="hold" nodeType="afterEffect">
                                  <p:stCondLst>
                                    <p:cond delay="0"/>
                                  </p:stCondLst>
                                  <p:childTnLst>
                                    <p:set>
                                      <p:cBhvr>
                                        <p:cTn id="43" dur="1" fill="hold">
                                          <p:stCondLst>
                                            <p:cond delay="0"/>
                                          </p:stCondLst>
                                        </p:cTn>
                                        <p:tgtEl>
                                          <p:spTgt spid="43"/>
                                        </p:tgtEl>
                                        <p:attrNameLst>
                                          <p:attrName>style.visibility</p:attrName>
                                        </p:attrNameLst>
                                      </p:cBhvr>
                                      <p:to>
                                        <p:strVal val="visible"/>
                                      </p:to>
                                    </p:set>
                                    <p:animEffect transition="in" filter="fade">
                                      <p:cBhvr>
                                        <p:cTn id="44" dur="300"/>
                                        <p:tgtEl>
                                          <p:spTgt spid="43"/>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55"/>
                                        </p:tgtEl>
                                        <p:attrNameLst>
                                          <p:attrName>style.visibility</p:attrName>
                                        </p:attrNameLst>
                                      </p:cBhvr>
                                      <p:to>
                                        <p:strVal val="visible"/>
                                      </p:to>
                                    </p:set>
                                    <p:animEffect transition="in" filter="fade">
                                      <p:cBhvr>
                                        <p:cTn id="49" dur="500"/>
                                        <p:tgtEl>
                                          <p:spTgt spid="55"/>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56"/>
                                        </p:tgtEl>
                                        <p:attrNameLst>
                                          <p:attrName>style.visibility</p:attrName>
                                        </p:attrNameLst>
                                      </p:cBhvr>
                                      <p:to>
                                        <p:strVal val="visible"/>
                                      </p:to>
                                    </p:set>
                                    <p:animEffect transition="in" filter="fade">
                                      <p:cBhvr>
                                        <p:cTn id="54" dur="500"/>
                                        <p:tgtEl>
                                          <p:spTgt spid="56"/>
                                        </p:tgtEl>
                                      </p:cBhvr>
                                    </p:animEffect>
                                  </p:childTnLst>
                                </p:cTn>
                              </p:par>
                            </p:childTnLst>
                          </p:cTn>
                        </p:par>
                        <p:par>
                          <p:cTn id="55" fill="hold">
                            <p:stCondLst>
                              <p:cond delay="500"/>
                            </p:stCondLst>
                            <p:childTnLst>
                              <p:par>
                                <p:cTn id="56" presetID="2" presetClass="entr" presetSubtype="8" fill="hold" nodeType="afterEffect">
                                  <p:stCondLst>
                                    <p:cond delay="0"/>
                                  </p:stCondLst>
                                  <p:childTnLst>
                                    <p:set>
                                      <p:cBhvr>
                                        <p:cTn id="57" dur="1" fill="hold">
                                          <p:stCondLst>
                                            <p:cond delay="0"/>
                                          </p:stCondLst>
                                        </p:cTn>
                                        <p:tgtEl>
                                          <p:spTgt spid="57"/>
                                        </p:tgtEl>
                                        <p:attrNameLst>
                                          <p:attrName>style.visibility</p:attrName>
                                        </p:attrNameLst>
                                      </p:cBhvr>
                                      <p:to>
                                        <p:strVal val="visible"/>
                                      </p:to>
                                    </p:set>
                                    <p:anim calcmode="lin" valueType="num">
                                      <p:cBhvr additive="base">
                                        <p:cTn id="58" dur="300"/>
                                        <p:tgtEl>
                                          <p:spTgt spid="57"/>
                                        </p:tgtEl>
                                        <p:attrNameLst>
                                          <p:attrName>ppt_x</p:attrName>
                                        </p:attrNameLst>
                                      </p:cBhvr>
                                      <p:tavLst>
                                        <p:tav tm="0">
                                          <p:val>
                                            <p:strVal val="#ppt_x-1"/>
                                          </p:val>
                                        </p:tav>
                                        <p:tav tm="100000">
                                          <p:val>
                                            <p:strVal val="#ppt_x"/>
                                          </p:val>
                                        </p:tav>
                                      </p:tavLst>
                                    </p:anim>
                                  </p:childTnLst>
                                </p:cTn>
                              </p:par>
                            </p:childTnLst>
                          </p:cTn>
                        </p:par>
                        <p:par>
                          <p:cTn id="59" fill="hold">
                            <p:stCondLst>
                              <p:cond delay="800"/>
                            </p:stCondLst>
                            <p:childTnLst>
                              <p:par>
                                <p:cTn id="60" presetID="2" presetClass="entr" presetSubtype="8" fill="hold" nodeType="afterEffect">
                                  <p:stCondLst>
                                    <p:cond delay="0"/>
                                  </p:stCondLst>
                                  <p:childTnLst>
                                    <p:set>
                                      <p:cBhvr>
                                        <p:cTn id="61" dur="1" fill="hold">
                                          <p:stCondLst>
                                            <p:cond delay="0"/>
                                          </p:stCondLst>
                                        </p:cTn>
                                        <p:tgtEl>
                                          <p:spTgt spid="58"/>
                                        </p:tgtEl>
                                        <p:attrNameLst>
                                          <p:attrName>style.visibility</p:attrName>
                                        </p:attrNameLst>
                                      </p:cBhvr>
                                      <p:to>
                                        <p:strVal val="visible"/>
                                      </p:to>
                                    </p:set>
                                    <p:anim calcmode="lin" valueType="num">
                                      <p:cBhvr additive="base">
                                        <p:cTn id="62" dur="300"/>
                                        <p:tgtEl>
                                          <p:spTgt spid="58"/>
                                        </p:tgtEl>
                                        <p:attrNameLst>
                                          <p:attrName>ppt_x</p:attrName>
                                        </p:attrNameLst>
                                      </p:cBhvr>
                                      <p:tavLst>
                                        <p:tav tm="0">
                                          <p:val>
                                            <p:strVal val="#ppt_x-1"/>
                                          </p:val>
                                        </p:tav>
                                        <p:tav tm="100000">
                                          <p:val>
                                            <p:strVal val="#ppt_x"/>
                                          </p:val>
                                        </p:tav>
                                      </p:tavLst>
                                    </p:anim>
                                  </p:childTnLst>
                                </p:cTn>
                              </p:par>
                            </p:childTnLst>
                          </p:cTn>
                        </p:par>
                        <p:par>
                          <p:cTn id="63" fill="hold">
                            <p:stCondLst>
                              <p:cond delay="1100"/>
                            </p:stCondLst>
                            <p:childTnLst>
                              <p:par>
                                <p:cTn id="64" presetID="10" presetClass="entr" presetSubtype="0" fill="hold" nodeType="afterEffect">
                                  <p:stCondLst>
                                    <p:cond delay="0"/>
                                  </p:stCondLst>
                                  <p:childTnLst>
                                    <p:set>
                                      <p:cBhvr>
                                        <p:cTn id="65" dur="1" fill="hold">
                                          <p:stCondLst>
                                            <p:cond delay="0"/>
                                          </p:stCondLst>
                                        </p:cTn>
                                        <p:tgtEl>
                                          <p:spTgt spid="59"/>
                                        </p:tgtEl>
                                        <p:attrNameLst>
                                          <p:attrName>style.visibility</p:attrName>
                                        </p:attrNameLst>
                                      </p:cBhvr>
                                      <p:to>
                                        <p:strVal val="visible"/>
                                      </p:to>
                                    </p:set>
                                    <p:animEffect transition="in" filter="fade">
                                      <p:cBhvr>
                                        <p:cTn id="66" dur="500"/>
                                        <p:tgtEl>
                                          <p:spTgt spid="59"/>
                                        </p:tgtEl>
                                      </p:cBhvr>
                                    </p:animEffect>
                                  </p:childTnLst>
                                </p:cTn>
                              </p:par>
                            </p:childTnLst>
                          </p:cTn>
                        </p:par>
                        <p:par>
                          <p:cTn id="67" fill="hold">
                            <p:stCondLst>
                              <p:cond delay="1600"/>
                            </p:stCondLst>
                            <p:childTnLst>
                              <p:par>
                                <p:cTn id="68" presetID="10" presetClass="entr" presetSubtype="0" fill="hold" nodeType="afterEffect">
                                  <p:stCondLst>
                                    <p:cond delay="0"/>
                                  </p:stCondLst>
                                  <p:childTnLst>
                                    <p:set>
                                      <p:cBhvr>
                                        <p:cTn id="69" dur="1" fill="hold">
                                          <p:stCondLst>
                                            <p:cond delay="0"/>
                                          </p:stCondLst>
                                        </p:cTn>
                                        <p:tgtEl>
                                          <p:spTgt spid="60"/>
                                        </p:tgtEl>
                                        <p:attrNameLst>
                                          <p:attrName>style.visibility</p:attrName>
                                        </p:attrNameLst>
                                      </p:cBhvr>
                                      <p:to>
                                        <p:strVal val="visible"/>
                                      </p:to>
                                    </p:set>
                                    <p:animEffect transition="in" filter="fade">
                                      <p:cBhvr>
                                        <p:cTn id="70" dur="500"/>
                                        <p:tgtEl>
                                          <p:spTgt spid="60"/>
                                        </p:tgtEl>
                                      </p:cBhvr>
                                    </p:animEffect>
                                  </p:childTnLst>
                                </p:cTn>
                              </p:par>
                            </p:childTnLst>
                          </p:cTn>
                        </p:par>
                        <p:par>
                          <p:cTn id="71" fill="hold">
                            <p:stCondLst>
                              <p:cond delay="2100"/>
                            </p:stCondLst>
                            <p:childTnLst>
                              <p:par>
                                <p:cTn id="72" presetID="23" presetClass="entr" presetSubtype="16" fill="hold" nodeType="afterEffect">
                                  <p:stCondLst>
                                    <p:cond delay="0"/>
                                  </p:stCondLst>
                                  <p:childTnLst>
                                    <p:set>
                                      <p:cBhvr>
                                        <p:cTn id="73" dur="1" fill="hold">
                                          <p:stCondLst>
                                            <p:cond delay="0"/>
                                          </p:stCondLst>
                                        </p:cTn>
                                        <p:tgtEl>
                                          <p:spTgt spid="61"/>
                                        </p:tgtEl>
                                        <p:attrNameLst>
                                          <p:attrName>style.visibility</p:attrName>
                                        </p:attrNameLst>
                                      </p:cBhvr>
                                      <p:to>
                                        <p:strVal val="visible"/>
                                      </p:to>
                                    </p:set>
                                    <p:anim calcmode="lin" valueType="num">
                                      <p:cBhvr additive="base">
                                        <p:cTn id="74" dur="500"/>
                                        <p:tgtEl>
                                          <p:spTgt spid="61"/>
                                        </p:tgtEl>
                                        <p:attrNameLst>
                                          <p:attrName>ppt_w</p:attrName>
                                        </p:attrNameLst>
                                      </p:cBhvr>
                                      <p:tavLst>
                                        <p:tav tm="0">
                                          <p:val>
                                            <p:strVal val="0"/>
                                          </p:val>
                                        </p:tav>
                                        <p:tav tm="100000">
                                          <p:val>
                                            <p:strVal val="#ppt_w"/>
                                          </p:val>
                                        </p:tav>
                                      </p:tavLst>
                                    </p:anim>
                                    <p:anim calcmode="lin" valueType="num">
                                      <p:cBhvr additive="base">
                                        <p:cTn id="75" dur="500"/>
                                        <p:tgtEl>
                                          <p:spTgt spid="61"/>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98;p51">
            <a:extLst>
              <a:ext uri="{FF2B5EF4-FFF2-40B4-BE49-F238E27FC236}">
                <a16:creationId xmlns="" xmlns:a16="http://schemas.microsoft.com/office/drawing/2014/main" id="{9F3F5A33-8499-4E72-B68C-31630FCF1934}"/>
              </a:ext>
            </a:extLst>
          </p:cNvPr>
          <p:cNvSpPr txBox="1">
            <a:spLocks noGrp="1"/>
          </p:cNvSpPr>
          <p:nvPr>
            <p:ph type="title"/>
          </p:nvPr>
        </p:nvSpPr>
        <p:spPr>
          <a:xfrm flipH="1">
            <a:off x="1245083" y="1692551"/>
            <a:ext cx="10058400" cy="1609725"/>
          </a:xfrm>
          <a:prstGeom prst="rect">
            <a:avLst/>
          </a:prstGeom>
        </p:spPr>
        <p:txBody>
          <a:bodyPr spcFirstLastPara="1" vert="horz" wrap="square" lIns="91425" tIns="91425" rIns="91425" bIns="91425" rtlCol="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MY" b="1" dirty="0">
                <a:effectLst>
                  <a:outerShdw blurRad="38100" dist="38100" dir="2700000" algn="tl">
                    <a:srgbClr val="000000">
                      <a:alpha val="43137"/>
                    </a:srgbClr>
                  </a:outerShdw>
                </a:effectLst>
              </a:rPr>
              <a:t>TERIMA KASIH</a:t>
            </a:r>
          </a:p>
        </p:txBody>
      </p:sp>
      <p:pic>
        <p:nvPicPr>
          <p:cNvPr id="4" name="Picture 3">
            <a:extLst>
              <a:ext uri="{FF2B5EF4-FFF2-40B4-BE49-F238E27FC236}">
                <a16:creationId xmlns="" xmlns:a16="http://schemas.microsoft.com/office/drawing/2014/main" id="{33844521-4B0E-4724-83C7-102D9E14678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623964" y="3302276"/>
            <a:ext cx="1300637" cy="1042168"/>
          </a:xfrm>
          <a:prstGeom prst="rect">
            <a:avLst/>
          </a:prstGeom>
        </p:spPr>
      </p:pic>
    </p:spTree>
    <p:extLst>
      <p:ext uri="{BB962C8B-B14F-4D97-AF65-F5344CB8AC3E}">
        <p14:creationId xmlns:p14="http://schemas.microsoft.com/office/powerpoint/2010/main" val="152312564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TM03457496[[fn=Parallax]]</Template>
  <TotalTime>2304</TotalTime>
  <Words>4443</Words>
  <Application>Microsoft Office PowerPoint</Application>
  <PresentationFormat>Widescreen</PresentationFormat>
  <Paragraphs>468</Paragraphs>
  <Slides>65</Slides>
  <Notes>42</Notes>
  <HiddenSlides>1</HiddenSlides>
  <MMClips>0</MMClips>
  <ScaleCrop>false</ScaleCrop>
  <HeadingPairs>
    <vt:vector size="8" baseType="variant">
      <vt:variant>
        <vt:lpstr>Fonts Used</vt:lpstr>
      </vt:variant>
      <vt:variant>
        <vt:i4>12</vt:i4>
      </vt:variant>
      <vt:variant>
        <vt:lpstr>Theme</vt:lpstr>
      </vt:variant>
      <vt:variant>
        <vt:i4>1</vt:i4>
      </vt:variant>
      <vt:variant>
        <vt:lpstr>Embedded OLE Servers</vt:lpstr>
      </vt:variant>
      <vt:variant>
        <vt:i4>2</vt:i4>
      </vt:variant>
      <vt:variant>
        <vt:lpstr>Slide Titles</vt:lpstr>
      </vt:variant>
      <vt:variant>
        <vt:i4>65</vt:i4>
      </vt:variant>
    </vt:vector>
  </HeadingPairs>
  <TitlesOfParts>
    <vt:vector size="80" baseType="lpstr">
      <vt:lpstr>Arial</vt:lpstr>
      <vt:lpstr>Avenir</vt:lpstr>
      <vt:lpstr>Bebas Neue</vt:lpstr>
      <vt:lpstr>Bookman Old Style</vt:lpstr>
      <vt:lpstr>Calibri</vt:lpstr>
      <vt:lpstr>Century Gothic</vt:lpstr>
      <vt:lpstr>Corbel</vt:lpstr>
      <vt:lpstr>Lato Light</vt:lpstr>
      <vt:lpstr>Lato Medium</vt:lpstr>
      <vt:lpstr>Tahoma</vt:lpstr>
      <vt:lpstr>Times New Roman</vt:lpstr>
      <vt:lpstr>Wingdings</vt:lpstr>
      <vt:lpstr>Parallax</vt:lpstr>
      <vt:lpstr>Microsoft ClipArt Gallery</vt:lpstr>
      <vt:lpstr>Clip</vt:lpstr>
      <vt:lpstr>PENGURUSAN KESELAMATAN DOKUMEN RAHSIA RASMI</vt:lpstr>
      <vt:lpstr> PENGENALAN ARAHAN KESELAMATAN </vt:lpstr>
      <vt:lpstr>PowerPoint Presentation</vt:lpstr>
      <vt:lpstr>PowerPoint Presentation</vt:lpstr>
      <vt:lpstr>Sungguhpun Ketua Jabatan bertanggungjawab sepenuhnya mengenai keselamatan dalam jabatannya, tetapi perlulah juga beliau melantik  seorang pegawai kanan yang berkaliber sebagai Pegawai Keselamatan Jabatan yang bertanggungjawab melaksanakan arahan-arahan keselamatan kerajaan dengan mendapat nasihat Pegawai Keselamatan Kerajaan. Tugas-tugas Pegawai Keselamatan Jabatan adalah tambahan kepada tugas-tugas rasminya.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TUGAS DAN TANGGUNGJAWAB   PENDAFTAR RAHSIA</vt:lpstr>
      <vt:lpstr>PowerPoint Presentation</vt:lpstr>
      <vt:lpstr>PowerPoint Presentation</vt:lpstr>
      <vt:lpstr>PERATURAN PENGELASAN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TANDA KESELAMATAN</vt:lpstr>
      <vt:lpstr>PowerPoint Presentation</vt:lpstr>
      <vt:lpstr>NOMBOR RUJUKAN DAN TAJUK FAIL TERPERINGKAT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Sistem satu lapis sampul surat</vt:lpstr>
      <vt:lpstr> </vt:lpstr>
      <vt:lpstr>Sistem dua lapis sampul surat</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PEMUSNAHAN RAHSIA RASMI</vt:lpstr>
      <vt:lpstr>PowerPoint Presentation</vt:lpstr>
      <vt:lpstr>PowerPoint Presentation</vt:lpstr>
      <vt:lpstr>PowerPoint Presentation</vt:lpstr>
      <vt:lpstr>PowerPoint Presentation</vt:lpstr>
      <vt:lpstr>PowerPoint Presentation</vt:lpstr>
      <vt:lpstr>TERIMA KASIH</vt:lpstr>
    </vt:vector>
  </TitlesOfParts>
  <Company>Hewlett-Packard Company</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Keselamatan rahsia rasmi</dc:title>
  <dc:creator>ahmad fakrudin</dc:creator>
  <cp:lastModifiedBy>USER</cp:lastModifiedBy>
  <cp:revision>265</cp:revision>
  <cp:lastPrinted>2023-02-01T07:23:23Z</cp:lastPrinted>
  <dcterms:created xsi:type="dcterms:W3CDTF">2015-04-29T02:23:39Z</dcterms:created>
  <dcterms:modified xsi:type="dcterms:W3CDTF">2023-09-08T08:00:00Z</dcterms:modified>
</cp:coreProperties>
</file>